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6" r:id="rId2"/>
    <p:sldId id="321" r:id="rId3"/>
    <p:sldId id="322" r:id="rId4"/>
    <p:sldId id="323" r:id="rId5"/>
    <p:sldId id="324" r:id="rId6"/>
    <p:sldId id="325" r:id="rId7"/>
    <p:sldId id="344" r:id="rId8"/>
    <p:sldId id="345" r:id="rId9"/>
    <p:sldId id="337" r:id="rId10"/>
    <p:sldId id="343" r:id="rId11"/>
    <p:sldId id="342" r:id="rId12"/>
    <p:sldId id="346" r:id="rId13"/>
    <p:sldId id="340" r:id="rId14"/>
    <p:sldId id="338" r:id="rId15"/>
    <p:sldId id="352" r:id="rId16"/>
    <p:sldId id="360" r:id="rId17"/>
    <p:sldId id="361" r:id="rId18"/>
    <p:sldId id="362" r:id="rId19"/>
    <p:sldId id="36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25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aya Arul Mary S A" userId="5e9c2bd099f20264" providerId="LiveId" clId="{4B4BE231-1AEF-45A7-8E8D-9674EC4F5AB2}"/>
    <pc:docChg chg="delSld">
      <pc:chgData name="Sahaaya Arul Mary S A" userId="5e9c2bd099f20264" providerId="LiveId" clId="{4B4BE231-1AEF-45A7-8E8D-9674EC4F5AB2}" dt="2023-06-25T09:07:35.864" v="64" actId="47"/>
      <pc:docMkLst>
        <pc:docMk/>
      </pc:docMkLst>
      <pc:sldChg chg="del">
        <pc:chgData name="Sahaaya Arul Mary S A" userId="5e9c2bd099f20264" providerId="LiveId" clId="{4B4BE231-1AEF-45A7-8E8D-9674EC4F5AB2}" dt="2023-06-25T09:04:36.531" v="1" actId="47"/>
        <pc:sldMkLst>
          <pc:docMk/>
          <pc:sldMk cId="450768590" sldId="256"/>
        </pc:sldMkLst>
      </pc:sldChg>
      <pc:sldChg chg="del">
        <pc:chgData name="Sahaaya Arul Mary S A" userId="5e9c2bd099f20264" providerId="LiveId" clId="{4B4BE231-1AEF-45A7-8E8D-9674EC4F5AB2}" dt="2023-06-25T09:04:36.976" v="3" actId="47"/>
        <pc:sldMkLst>
          <pc:docMk/>
          <pc:sldMk cId="0" sldId="257"/>
        </pc:sldMkLst>
      </pc:sldChg>
      <pc:sldChg chg="del">
        <pc:chgData name="Sahaaya Arul Mary S A" userId="5e9c2bd099f20264" providerId="LiveId" clId="{4B4BE231-1AEF-45A7-8E8D-9674EC4F5AB2}" dt="2023-06-25T09:04:37.211" v="4" actId="47"/>
        <pc:sldMkLst>
          <pc:docMk/>
          <pc:sldMk cId="0" sldId="258"/>
        </pc:sldMkLst>
      </pc:sldChg>
      <pc:sldChg chg="del">
        <pc:chgData name="Sahaaya Arul Mary S A" userId="5e9c2bd099f20264" providerId="LiveId" clId="{4B4BE231-1AEF-45A7-8E8D-9674EC4F5AB2}" dt="2023-06-25T09:04:37.450" v="5" actId="47"/>
        <pc:sldMkLst>
          <pc:docMk/>
          <pc:sldMk cId="0" sldId="259"/>
        </pc:sldMkLst>
      </pc:sldChg>
      <pc:sldChg chg="del">
        <pc:chgData name="Sahaaya Arul Mary S A" userId="5e9c2bd099f20264" providerId="LiveId" clId="{4B4BE231-1AEF-45A7-8E8D-9674EC4F5AB2}" dt="2023-06-25T09:04:38.054" v="7" actId="47"/>
        <pc:sldMkLst>
          <pc:docMk/>
          <pc:sldMk cId="0" sldId="262"/>
        </pc:sldMkLst>
      </pc:sldChg>
      <pc:sldChg chg="del">
        <pc:chgData name="Sahaaya Arul Mary S A" userId="5e9c2bd099f20264" providerId="LiveId" clId="{4B4BE231-1AEF-45A7-8E8D-9674EC4F5AB2}" dt="2023-06-25T09:04:38.354" v="8" actId="47"/>
        <pc:sldMkLst>
          <pc:docMk/>
          <pc:sldMk cId="0" sldId="263"/>
        </pc:sldMkLst>
      </pc:sldChg>
      <pc:sldChg chg="del">
        <pc:chgData name="Sahaaya Arul Mary S A" userId="5e9c2bd099f20264" providerId="LiveId" clId="{4B4BE231-1AEF-45A7-8E8D-9674EC4F5AB2}" dt="2023-06-25T09:07:20.480" v="45" actId="47"/>
        <pc:sldMkLst>
          <pc:docMk/>
          <pc:sldMk cId="2900219586" sldId="264"/>
        </pc:sldMkLst>
      </pc:sldChg>
      <pc:sldChg chg="del">
        <pc:chgData name="Sahaaya Arul Mary S A" userId="5e9c2bd099f20264" providerId="LiveId" clId="{4B4BE231-1AEF-45A7-8E8D-9674EC4F5AB2}" dt="2023-06-25T09:04:42.547" v="18" actId="47"/>
        <pc:sldMkLst>
          <pc:docMk/>
          <pc:sldMk cId="0" sldId="265"/>
        </pc:sldMkLst>
      </pc:sldChg>
      <pc:sldChg chg="del">
        <pc:chgData name="Sahaaya Arul Mary S A" userId="5e9c2bd099f20264" providerId="LiveId" clId="{4B4BE231-1AEF-45A7-8E8D-9674EC4F5AB2}" dt="2023-06-25T09:04:43.323" v="19" actId="47"/>
        <pc:sldMkLst>
          <pc:docMk/>
          <pc:sldMk cId="0" sldId="266"/>
        </pc:sldMkLst>
      </pc:sldChg>
      <pc:sldChg chg="del">
        <pc:chgData name="Sahaaya Arul Mary S A" userId="5e9c2bd099f20264" providerId="LiveId" clId="{4B4BE231-1AEF-45A7-8E8D-9674EC4F5AB2}" dt="2023-06-25T09:04:43.720" v="20" actId="47"/>
        <pc:sldMkLst>
          <pc:docMk/>
          <pc:sldMk cId="0" sldId="267"/>
        </pc:sldMkLst>
      </pc:sldChg>
      <pc:sldChg chg="del">
        <pc:chgData name="Sahaaya Arul Mary S A" userId="5e9c2bd099f20264" providerId="LiveId" clId="{4B4BE231-1AEF-45A7-8E8D-9674EC4F5AB2}" dt="2023-06-25T09:04:44.131" v="21" actId="47"/>
        <pc:sldMkLst>
          <pc:docMk/>
          <pc:sldMk cId="0" sldId="268"/>
        </pc:sldMkLst>
      </pc:sldChg>
      <pc:sldChg chg="del">
        <pc:chgData name="Sahaaya Arul Mary S A" userId="5e9c2bd099f20264" providerId="LiveId" clId="{4B4BE231-1AEF-45A7-8E8D-9674EC4F5AB2}" dt="2023-06-25T09:04:44.588" v="22" actId="47"/>
        <pc:sldMkLst>
          <pc:docMk/>
          <pc:sldMk cId="0" sldId="269"/>
        </pc:sldMkLst>
      </pc:sldChg>
      <pc:sldChg chg="del">
        <pc:chgData name="Sahaaya Arul Mary S A" userId="5e9c2bd099f20264" providerId="LiveId" clId="{4B4BE231-1AEF-45A7-8E8D-9674EC4F5AB2}" dt="2023-06-25T09:04:45.235" v="23" actId="47"/>
        <pc:sldMkLst>
          <pc:docMk/>
          <pc:sldMk cId="0" sldId="270"/>
        </pc:sldMkLst>
      </pc:sldChg>
      <pc:sldChg chg="del">
        <pc:chgData name="Sahaaya Arul Mary S A" userId="5e9c2bd099f20264" providerId="LiveId" clId="{4B4BE231-1AEF-45A7-8E8D-9674EC4F5AB2}" dt="2023-06-25T09:04:46.313" v="24" actId="47"/>
        <pc:sldMkLst>
          <pc:docMk/>
          <pc:sldMk cId="0" sldId="271"/>
        </pc:sldMkLst>
      </pc:sldChg>
      <pc:sldChg chg="del">
        <pc:chgData name="Sahaaya Arul Mary S A" userId="5e9c2bd099f20264" providerId="LiveId" clId="{4B4BE231-1AEF-45A7-8E8D-9674EC4F5AB2}" dt="2023-06-25T09:04:47.206" v="25" actId="47"/>
        <pc:sldMkLst>
          <pc:docMk/>
          <pc:sldMk cId="0" sldId="272"/>
        </pc:sldMkLst>
      </pc:sldChg>
      <pc:sldChg chg="del">
        <pc:chgData name="Sahaaya Arul Mary S A" userId="5e9c2bd099f20264" providerId="LiveId" clId="{4B4BE231-1AEF-45A7-8E8D-9674EC4F5AB2}" dt="2023-06-25T09:04:48.401" v="26" actId="47"/>
        <pc:sldMkLst>
          <pc:docMk/>
          <pc:sldMk cId="0" sldId="273"/>
        </pc:sldMkLst>
      </pc:sldChg>
      <pc:sldChg chg="del">
        <pc:chgData name="Sahaaya Arul Mary S A" userId="5e9c2bd099f20264" providerId="LiveId" clId="{4B4BE231-1AEF-45A7-8E8D-9674EC4F5AB2}" dt="2023-06-25T09:04:49.471" v="27" actId="47"/>
        <pc:sldMkLst>
          <pc:docMk/>
          <pc:sldMk cId="0" sldId="274"/>
        </pc:sldMkLst>
      </pc:sldChg>
      <pc:sldChg chg="del">
        <pc:chgData name="Sahaaya Arul Mary S A" userId="5e9c2bd099f20264" providerId="LiveId" clId="{4B4BE231-1AEF-45A7-8E8D-9674EC4F5AB2}" dt="2023-06-25T09:04:50.257" v="28" actId="47"/>
        <pc:sldMkLst>
          <pc:docMk/>
          <pc:sldMk cId="0" sldId="275"/>
        </pc:sldMkLst>
      </pc:sldChg>
      <pc:sldChg chg="del">
        <pc:chgData name="Sahaaya Arul Mary S A" userId="5e9c2bd099f20264" providerId="LiveId" clId="{4B4BE231-1AEF-45A7-8E8D-9674EC4F5AB2}" dt="2023-06-25T09:04:51.070" v="29" actId="47"/>
        <pc:sldMkLst>
          <pc:docMk/>
          <pc:sldMk cId="0" sldId="276"/>
        </pc:sldMkLst>
      </pc:sldChg>
      <pc:sldChg chg="del">
        <pc:chgData name="Sahaaya Arul Mary S A" userId="5e9c2bd099f20264" providerId="LiveId" clId="{4B4BE231-1AEF-45A7-8E8D-9674EC4F5AB2}" dt="2023-06-25T09:04:51.803" v="30" actId="47"/>
        <pc:sldMkLst>
          <pc:docMk/>
          <pc:sldMk cId="0" sldId="277"/>
        </pc:sldMkLst>
      </pc:sldChg>
      <pc:sldChg chg="del">
        <pc:chgData name="Sahaaya Arul Mary S A" userId="5e9c2bd099f20264" providerId="LiveId" clId="{4B4BE231-1AEF-45A7-8E8D-9674EC4F5AB2}" dt="2023-06-25T09:04:52.657" v="31" actId="47"/>
        <pc:sldMkLst>
          <pc:docMk/>
          <pc:sldMk cId="0" sldId="278"/>
        </pc:sldMkLst>
      </pc:sldChg>
      <pc:sldChg chg="del">
        <pc:chgData name="Sahaaya Arul Mary S A" userId="5e9c2bd099f20264" providerId="LiveId" clId="{4B4BE231-1AEF-45A7-8E8D-9674EC4F5AB2}" dt="2023-06-25T09:04:53.667" v="32" actId="47"/>
        <pc:sldMkLst>
          <pc:docMk/>
          <pc:sldMk cId="0" sldId="281"/>
        </pc:sldMkLst>
      </pc:sldChg>
      <pc:sldChg chg="del">
        <pc:chgData name="Sahaaya Arul Mary S A" userId="5e9c2bd099f20264" providerId="LiveId" clId="{4B4BE231-1AEF-45A7-8E8D-9674EC4F5AB2}" dt="2023-06-25T09:04:36.217" v="0" actId="47"/>
        <pc:sldMkLst>
          <pc:docMk/>
          <pc:sldMk cId="0" sldId="283"/>
        </pc:sldMkLst>
      </pc:sldChg>
      <pc:sldChg chg="del">
        <pc:chgData name="Sahaaya Arul Mary S A" userId="5e9c2bd099f20264" providerId="LiveId" clId="{4B4BE231-1AEF-45A7-8E8D-9674EC4F5AB2}" dt="2023-06-25T09:04:57.097" v="33" actId="47"/>
        <pc:sldMkLst>
          <pc:docMk/>
          <pc:sldMk cId="0" sldId="284"/>
        </pc:sldMkLst>
      </pc:sldChg>
      <pc:sldChg chg="del">
        <pc:chgData name="Sahaaya Arul Mary S A" userId="5e9c2bd099f20264" providerId="LiveId" clId="{4B4BE231-1AEF-45A7-8E8D-9674EC4F5AB2}" dt="2023-06-25T09:04:57.699" v="34" actId="47"/>
        <pc:sldMkLst>
          <pc:docMk/>
          <pc:sldMk cId="0" sldId="285"/>
        </pc:sldMkLst>
      </pc:sldChg>
      <pc:sldChg chg="del">
        <pc:chgData name="Sahaaya Arul Mary S A" userId="5e9c2bd099f20264" providerId="LiveId" clId="{4B4BE231-1AEF-45A7-8E8D-9674EC4F5AB2}" dt="2023-06-25T09:04:58.853" v="35" actId="47"/>
        <pc:sldMkLst>
          <pc:docMk/>
          <pc:sldMk cId="0" sldId="286"/>
        </pc:sldMkLst>
      </pc:sldChg>
      <pc:sldChg chg="del">
        <pc:chgData name="Sahaaya Arul Mary S A" userId="5e9c2bd099f20264" providerId="LiveId" clId="{4B4BE231-1AEF-45A7-8E8D-9674EC4F5AB2}" dt="2023-06-25T09:04:59.446" v="36" actId="47"/>
        <pc:sldMkLst>
          <pc:docMk/>
          <pc:sldMk cId="0" sldId="287"/>
        </pc:sldMkLst>
      </pc:sldChg>
      <pc:sldChg chg="del">
        <pc:chgData name="Sahaaya Arul Mary S A" userId="5e9c2bd099f20264" providerId="LiveId" clId="{4B4BE231-1AEF-45A7-8E8D-9674EC4F5AB2}" dt="2023-06-25T09:05:00.912" v="38" actId="47"/>
        <pc:sldMkLst>
          <pc:docMk/>
          <pc:sldMk cId="0" sldId="288"/>
        </pc:sldMkLst>
      </pc:sldChg>
      <pc:sldChg chg="del">
        <pc:chgData name="Sahaaya Arul Mary S A" userId="5e9c2bd099f20264" providerId="LiveId" clId="{4B4BE231-1AEF-45A7-8E8D-9674EC4F5AB2}" dt="2023-06-25T09:05:01.341" v="39" actId="47"/>
        <pc:sldMkLst>
          <pc:docMk/>
          <pc:sldMk cId="0" sldId="289"/>
        </pc:sldMkLst>
      </pc:sldChg>
      <pc:sldChg chg="del">
        <pc:chgData name="Sahaaya Arul Mary S A" userId="5e9c2bd099f20264" providerId="LiveId" clId="{4B4BE231-1AEF-45A7-8E8D-9674EC4F5AB2}" dt="2023-06-25T09:05:02.005" v="40" actId="47"/>
        <pc:sldMkLst>
          <pc:docMk/>
          <pc:sldMk cId="0" sldId="290"/>
        </pc:sldMkLst>
      </pc:sldChg>
      <pc:sldChg chg="del">
        <pc:chgData name="Sahaaya Arul Mary S A" userId="5e9c2bd099f20264" providerId="LiveId" clId="{4B4BE231-1AEF-45A7-8E8D-9674EC4F5AB2}" dt="2023-06-25T09:05:02.637" v="41" actId="47"/>
        <pc:sldMkLst>
          <pc:docMk/>
          <pc:sldMk cId="0" sldId="291"/>
        </pc:sldMkLst>
      </pc:sldChg>
      <pc:sldChg chg="del">
        <pc:chgData name="Sahaaya Arul Mary S A" userId="5e9c2bd099f20264" providerId="LiveId" clId="{4B4BE231-1AEF-45A7-8E8D-9674EC4F5AB2}" dt="2023-06-25T09:05:03.394" v="42" actId="47"/>
        <pc:sldMkLst>
          <pc:docMk/>
          <pc:sldMk cId="0" sldId="292"/>
        </pc:sldMkLst>
      </pc:sldChg>
      <pc:sldChg chg="del">
        <pc:chgData name="Sahaaya Arul Mary S A" userId="5e9c2bd099f20264" providerId="LiveId" clId="{4B4BE231-1AEF-45A7-8E8D-9674EC4F5AB2}" dt="2023-06-25T09:05:06.943" v="44" actId="47"/>
        <pc:sldMkLst>
          <pc:docMk/>
          <pc:sldMk cId="0" sldId="293"/>
        </pc:sldMkLst>
      </pc:sldChg>
      <pc:sldChg chg="del">
        <pc:chgData name="Sahaaya Arul Mary S A" userId="5e9c2bd099f20264" providerId="LiveId" clId="{4B4BE231-1AEF-45A7-8E8D-9674EC4F5AB2}" dt="2023-06-25T09:05:00.170" v="37" actId="47"/>
        <pc:sldMkLst>
          <pc:docMk/>
          <pc:sldMk cId="0" sldId="294"/>
        </pc:sldMkLst>
      </pc:sldChg>
      <pc:sldChg chg="del">
        <pc:chgData name="Sahaaya Arul Mary S A" userId="5e9c2bd099f20264" providerId="LiveId" clId="{4B4BE231-1AEF-45A7-8E8D-9674EC4F5AB2}" dt="2023-06-25T09:05:04.062" v="43" actId="47"/>
        <pc:sldMkLst>
          <pc:docMk/>
          <pc:sldMk cId="0" sldId="295"/>
        </pc:sldMkLst>
      </pc:sldChg>
      <pc:sldChg chg="del">
        <pc:chgData name="Sahaaya Arul Mary S A" userId="5e9c2bd099f20264" providerId="LiveId" clId="{4B4BE231-1AEF-45A7-8E8D-9674EC4F5AB2}" dt="2023-06-25T09:07:23.525" v="48" actId="47"/>
        <pc:sldMkLst>
          <pc:docMk/>
          <pc:sldMk cId="0" sldId="299"/>
        </pc:sldMkLst>
      </pc:sldChg>
      <pc:sldChg chg="del">
        <pc:chgData name="Sahaaya Arul Mary S A" userId="5e9c2bd099f20264" providerId="LiveId" clId="{4B4BE231-1AEF-45A7-8E8D-9674EC4F5AB2}" dt="2023-06-25T09:07:24.281" v="49" actId="47"/>
        <pc:sldMkLst>
          <pc:docMk/>
          <pc:sldMk cId="0" sldId="300"/>
        </pc:sldMkLst>
      </pc:sldChg>
      <pc:sldChg chg="del">
        <pc:chgData name="Sahaaya Arul Mary S A" userId="5e9c2bd099f20264" providerId="LiveId" clId="{4B4BE231-1AEF-45A7-8E8D-9674EC4F5AB2}" dt="2023-06-25T09:04:36.736" v="2" actId="47"/>
        <pc:sldMkLst>
          <pc:docMk/>
          <pc:sldMk cId="0" sldId="301"/>
        </pc:sldMkLst>
      </pc:sldChg>
      <pc:sldChg chg="del">
        <pc:chgData name="Sahaaya Arul Mary S A" userId="5e9c2bd099f20264" providerId="LiveId" clId="{4B4BE231-1AEF-45A7-8E8D-9674EC4F5AB2}" dt="2023-06-25T09:04:37.734" v="6" actId="47"/>
        <pc:sldMkLst>
          <pc:docMk/>
          <pc:sldMk cId="0" sldId="303"/>
        </pc:sldMkLst>
      </pc:sldChg>
      <pc:sldChg chg="del">
        <pc:chgData name="Sahaaya Arul Mary S A" userId="5e9c2bd099f20264" providerId="LiveId" clId="{4B4BE231-1AEF-45A7-8E8D-9674EC4F5AB2}" dt="2023-06-25T09:07:24.987" v="50" actId="47"/>
        <pc:sldMkLst>
          <pc:docMk/>
          <pc:sldMk cId="0" sldId="310"/>
        </pc:sldMkLst>
      </pc:sldChg>
      <pc:sldChg chg="del">
        <pc:chgData name="Sahaaya Arul Mary S A" userId="5e9c2bd099f20264" providerId="LiveId" clId="{4B4BE231-1AEF-45A7-8E8D-9674EC4F5AB2}" dt="2023-06-25T09:07:25.620" v="51" actId="47"/>
        <pc:sldMkLst>
          <pc:docMk/>
          <pc:sldMk cId="0" sldId="311"/>
        </pc:sldMkLst>
      </pc:sldChg>
      <pc:sldChg chg="del">
        <pc:chgData name="Sahaaya Arul Mary S A" userId="5e9c2bd099f20264" providerId="LiveId" clId="{4B4BE231-1AEF-45A7-8E8D-9674EC4F5AB2}" dt="2023-06-25T09:07:26.269" v="52" actId="47"/>
        <pc:sldMkLst>
          <pc:docMk/>
          <pc:sldMk cId="0" sldId="314"/>
        </pc:sldMkLst>
      </pc:sldChg>
      <pc:sldChg chg="del">
        <pc:chgData name="Sahaaya Arul Mary S A" userId="5e9c2bd099f20264" providerId="LiveId" clId="{4B4BE231-1AEF-45A7-8E8D-9674EC4F5AB2}" dt="2023-06-25T09:07:26.995" v="53" actId="47"/>
        <pc:sldMkLst>
          <pc:docMk/>
          <pc:sldMk cId="0" sldId="315"/>
        </pc:sldMkLst>
      </pc:sldChg>
      <pc:sldChg chg="del">
        <pc:chgData name="Sahaaya Arul Mary S A" userId="5e9c2bd099f20264" providerId="LiveId" clId="{4B4BE231-1AEF-45A7-8E8D-9674EC4F5AB2}" dt="2023-06-25T09:07:30.171" v="57" actId="47"/>
        <pc:sldMkLst>
          <pc:docMk/>
          <pc:sldMk cId="0" sldId="316"/>
        </pc:sldMkLst>
      </pc:sldChg>
      <pc:sldChg chg="del">
        <pc:chgData name="Sahaaya Arul Mary S A" userId="5e9c2bd099f20264" providerId="LiveId" clId="{4B4BE231-1AEF-45A7-8E8D-9674EC4F5AB2}" dt="2023-06-25T09:07:34.112" v="62" actId="47"/>
        <pc:sldMkLst>
          <pc:docMk/>
          <pc:sldMk cId="0" sldId="317"/>
        </pc:sldMkLst>
      </pc:sldChg>
      <pc:sldChg chg="del">
        <pc:chgData name="Sahaaya Arul Mary S A" userId="5e9c2bd099f20264" providerId="LiveId" clId="{4B4BE231-1AEF-45A7-8E8D-9674EC4F5AB2}" dt="2023-06-25T09:07:34.887" v="63" actId="47"/>
        <pc:sldMkLst>
          <pc:docMk/>
          <pc:sldMk cId="0" sldId="318"/>
        </pc:sldMkLst>
      </pc:sldChg>
      <pc:sldChg chg="del">
        <pc:chgData name="Sahaaya Arul Mary S A" userId="5e9c2bd099f20264" providerId="LiveId" clId="{4B4BE231-1AEF-45A7-8E8D-9674EC4F5AB2}" dt="2023-06-25T09:07:35.864" v="64" actId="47"/>
        <pc:sldMkLst>
          <pc:docMk/>
          <pc:sldMk cId="0" sldId="319"/>
        </pc:sldMkLst>
      </pc:sldChg>
      <pc:sldChg chg="del">
        <pc:chgData name="Sahaaya Arul Mary S A" userId="5e9c2bd099f20264" providerId="LiveId" clId="{4B4BE231-1AEF-45A7-8E8D-9674EC4F5AB2}" dt="2023-06-25T09:07:21.790" v="46" actId="47"/>
        <pc:sldMkLst>
          <pc:docMk/>
          <pc:sldMk cId="0" sldId="326"/>
        </pc:sldMkLst>
      </pc:sldChg>
      <pc:sldChg chg="del">
        <pc:chgData name="Sahaaya Arul Mary S A" userId="5e9c2bd099f20264" providerId="LiveId" clId="{4B4BE231-1AEF-45A7-8E8D-9674EC4F5AB2}" dt="2023-06-25T09:07:22.721" v="47" actId="47"/>
        <pc:sldMkLst>
          <pc:docMk/>
          <pc:sldMk cId="0" sldId="327"/>
        </pc:sldMkLst>
      </pc:sldChg>
      <pc:sldChg chg="del">
        <pc:chgData name="Sahaaya Arul Mary S A" userId="5e9c2bd099f20264" providerId="LiveId" clId="{4B4BE231-1AEF-45A7-8E8D-9674EC4F5AB2}" dt="2023-06-25T09:04:38.653" v="9" actId="47"/>
        <pc:sldMkLst>
          <pc:docMk/>
          <pc:sldMk cId="2814100229" sldId="328"/>
        </pc:sldMkLst>
      </pc:sldChg>
      <pc:sldChg chg="del">
        <pc:chgData name="Sahaaya Arul Mary S A" userId="5e9c2bd099f20264" providerId="LiveId" clId="{4B4BE231-1AEF-45A7-8E8D-9674EC4F5AB2}" dt="2023-06-25T09:04:39.270" v="11" actId="47"/>
        <pc:sldMkLst>
          <pc:docMk/>
          <pc:sldMk cId="2133308261" sldId="329"/>
        </pc:sldMkLst>
      </pc:sldChg>
      <pc:sldChg chg="del">
        <pc:chgData name="Sahaaya Arul Mary S A" userId="5e9c2bd099f20264" providerId="LiveId" clId="{4B4BE231-1AEF-45A7-8E8D-9674EC4F5AB2}" dt="2023-06-25T09:04:38.978" v="10" actId="47"/>
        <pc:sldMkLst>
          <pc:docMk/>
          <pc:sldMk cId="1695215987" sldId="330"/>
        </pc:sldMkLst>
      </pc:sldChg>
      <pc:sldChg chg="del">
        <pc:chgData name="Sahaaya Arul Mary S A" userId="5e9c2bd099f20264" providerId="LiveId" clId="{4B4BE231-1AEF-45A7-8E8D-9674EC4F5AB2}" dt="2023-06-25T09:04:39.667" v="12" actId="47"/>
        <pc:sldMkLst>
          <pc:docMk/>
          <pc:sldMk cId="1336804558" sldId="331"/>
        </pc:sldMkLst>
      </pc:sldChg>
      <pc:sldChg chg="del">
        <pc:chgData name="Sahaaya Arul Mary S A" userId="5e9c2bd099f20264" providerId="LiveId" clId="{4B4BE231-1AEF-45A7-8E8D-9674EC4F5AB2}" dt="2023-06-25T09:04:40.239" v="13" actId="47"/>
        <pc:sldMkLst>
          <pc:docMk/>
          <pc:sldMk cId="1302958106" sldId="332"/>
        </pc:sldMkLst>
      </pc:sldChg>
      <pc:sldChg chg="del">
        <pc:chgData name="Sahaaya Arul Mary S A" userId="5e9c2bd099f20264" providerId="LiveId" clId="{4B4BE231-1AEF-45A7-8E8D-9674EC4F5AB2}" dt="2023-06-25T09:04:40.552" v="14" actId="47"/>
        <pc:sldMkLst>
          <pc:docMk/>
          <pc:sldMk cId="3352916690" sldId="333"/>
        </pc:sldMkLst>
      </pc:sldChg>
      <pc:sldChg chg="del">
        <pc:chgData name="Sahaaya Arul Mary S A" userId="5e9c2bd099f20264" providerId="LiveId" clId="{4B4BE231-1AEF-45A7-8E8D-9674EC4F5AB2}" dt="2023-06-25T09:04:40.954" v="15" actId="47"/>
        <pc:sldMkLst>
          <pc:docMk/>
          <pc:sldMk cId="502753161" sldId="334"/>
        </pc:sldMkLst>
      </pc:sldChg>
      <pc:sldChg chg="del">
        <pc:chgData name="Sahaaya Arul Mary S A" userId="5e9c2bd099f20264" providerId="LiveId" clId="{4B4BE231-1AEF-45A7-8E8D-9674EC4F5AB2}" dt="2023-06-25T09:04:41.554" v="16" actId="47"/>
        <pc:sldMkLst>
          <pc:docMk/>
          <pc:sldMk cId="4009829458" sldId="335"/>
        </pc:sldMkLst>
      </pc:sldChg>
      <pc:sldChg chg="del">
        <pc:chgData name="Sahaaya Arul Mary S A" userId="5e9c2bd099f20264" providerId="LiveId" clId="{4B4BE231-1AEF-45A7-8E8D-9674EC4F5AB2}" dt="2023-06-25T09:04:41.948" v="17" actId="47"/>
        <pc:sldMkLst>
          <pc:docMk/>
          <pc:sldMk cId="4179822156" sldId="336"/>
        </pc:sldMkLst>
      </pc:sldChg>
      <pc:sldChg chg="del">
        <pc:chgData name="Sahaaya Arul Mary S A" userId="5e9c2bd099f20264" providerId="LiveId" clId="{4B4BE231-1AEF-45A7-8E8D-9674EC4F5AB2}" dt="2023-06-25T09:07:27.801" v="54" actId="47"/>
        <pc:sldMkLst>
          <pc:docMk/>
          <pc:sldMk cId="1836872715" sldId="353"/>
        </pc:sldMkLst>
      </pc:sldChg>
      <pc:sldChg chg="del">
        <pc:chgData name="Sahaaya Arul Mary S A" userId="5e9c2bd099f20264" providerId="LiveId" clId="{4B4BE231-1AEF-45A7-8E8D-9674EC4F5AB2}" dt="2023-06-25T09:07:28.451" v="55" actId="47"/>
        <pc:sldMkLst>
          <pc:docMk/>
          <pc:sldMk cId="2668275019" sldId="354"/>
        </pc:sldMkLst>
      </pc:sldChg>
      <pc:sldChg chg="del">
        <pc:chgData name="Sahaaya Arul Mary S A" userId="5e9c2bd099f20264" providerId="LiveId" clId="{4B4BE231-1AEF-45A7-8E8D-9674EC4F5AB2}" dt="2023-06-25T09:07:29.111" v="56" actId="47"/>
        <pc:sldMkLst>
          <pc:docMk/>
          <pc:sldMk cId="1494974650" sldId="355"/>
        </pc:sldMkLst>
      </pc:sldChg>
      <pc:sldChg chg="del">
        <pc:chgData name="Sahaaya Arul Mary S A" userId="5e9c2bd099f20264" providerId="LiveId" clId="{4B4BE231-1AEF-45A7-8E8D-9674EC4F5AB2}" dt="2023-06-25T09:07:31.091" v="58" actId="47"/>
        <pc:sldMkLst>
          <pc:docMk/>
          <pc:sldMk cId="1547441956" sldId="356"/>
        </pc:sldMkLst>
      </pc:sldChg>
      <pc:sldChg chg="del">
        <pc:chgData name="Sahaaya Arul Mary S A" userId="5e9c2bd099f20264" providerId="LiveId" clId="{4B4BE231-1AEF-45A7-8E8D-9674EC4F5AB2}" dt="2023-06-25T09:07:31.740" v="59" actId="47"/>
        <pc:sldMkLst>
          <pc:docMk/>
          <pc:sldMk cId="3177362474" sldId="357"/>
        </pc:sldMkLst>
      </pc:sldChg>
      <pc:sldChg chg="del">
        <pc:chgData name="Sahaaya Arul Mary S A" userId="5e9c2bd099f20264" providerId="LiveId" clId="{4B4BE231-1AEF-45A7-8E8D-9674EC4F5AB2}" dt="2023-06-25T09:07:32.374" v="60" actId="47"/>
        <pc:sldMkLst>
          <pc:docMk/>
          <pc:sldMk cId="3606279911" sldId="358"/>
        </pc:sldMkLst>
      </pc:sldChg>
      <pc:sldChg chg="del">
        <pc:chgData name="Sahaaya Arul Mary S A" userId="5e9c2bd099f20264" providerId="LiveId" clId="{4B4BE231-1AEF-45A7-8E8D-9674EC4F5AB2}" dt="2023-06-25T09:07:33.008" v="61" actId="47"/>
        <pc:sldMkLst>
          <pc:docMk/>
          <pc:sldMk cId="2370019048" sldId="359"/>
        </pc:sldMkLst>
      </pc:sldChg>
      <pc:sldMasterChg chg="delSldLayout">
        <pc:chgData name="Sahaaya Arul Mary S A" userId="5e9c2bd099f20264" providerId="LiveId" clId="{4B4BE231-1AEF-45A7-8E8D-9674EC4F5AB2}" dt="2023-06-25T09:07:34.112" v="62" actId="47"/>
        <pc:sldMasterMkLst>
          <pc:docMk/>
          <pc:sldMasterMk cId="0" sldId="2147483648"/>
        </pc:sldMasterMkLst>
        <pc:sldLayoutChg chg="del">
          <pc:chgData name="Sahaaya Arul Mary S A" userId="5e9c2bd099f20264" providerId="LiveId" clId="{4B4BE231-1AEF-45A7-8E8D-9674EC4F5AB2}" dt="2023-06-25T09:07:34.112" v="62" actId="47"/>
          <pc:sldLayoutMkLst>
            <pc:docMk/>
            <pc:sldMasterMk cId="0" sldId="2147483648"/>
            <pc:sldLayoutMk cId="1047109248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4019C-9318-4E28-AB6A-10DD60EFFDB4}" type="datetimeFigureOut">
              <a:rPr lang="en-IN" smtClean="0"/>
              <a:t>25-06-2023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2D8D0-E1BF-482E-A38E-15F196D87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228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7166"/>
            <a:ext cx="8501122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71612"/>
            <a:ext cx="9144000" cy="528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857356" y="0"/>
            <a:ext cx="4572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Times New Roman" pitchFamily="18" charset="0"/>
                <a:cs typeface="Times New Roman" pitchFamily="18" charset="0"/>
              </a:rPr>
              <a:t>Translation of Expressions</a:t>
            </a:r>
            <a:endParaRPr lang="en-IN" sz="24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10387" y="6215082"/>
            <a:ext cx="4533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Three-add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ss code for expressions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28604"/>
            <a:ext cx="8786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1.  Operations within Expressions 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syntax-directed definition builds up the three-address code for an assignment statement S using attribute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S and attribute </a:t>
            </a: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addr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an expression E. Attributes </a:t>
            </a: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S.code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E.code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denote the three-address code for S and E. Attribute </a:t>
            </a: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E.addr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denotes the address that will hold the value of E.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0"/>
            <a:ext cx="8143932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4786322"/>
            <a:ext cx="88582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Production E-&gt;id, the semantic rules define </a:t>
            </a:r>
            <a:r>
              <a:rPr lang="en-US" sz="1600" b="1" i="1" dirty="0" err="1"/>
              <a:t>E.add</a:t>
            </a:r>
            <a:r>
              <a:rPr lang="en-US" sz="1600" i="1" dirty="0" err="1"/>
              <a:t>r</a:t>
            </a:r>
            <a:r>
              <a:rPr lang="en-US" sz="1600" dirty="0"/>
              <a:t> to point symbol-table entry for the instance of id. The Fn.</a:t>
            </a:r>
            <a:r>
              <a:rPr lang="en-US" sz="1600" b="1" i="1" dirty="0"/>
              <a:t> </a:t>
            </a:r>
            <a:r>
              <a:rPr lang="en-US" sz="1600" b="1" i="1" dirty="0" err="1"/>
              <a:t>top.get</a:t>
            </a:r>
            <a:r>
              <a:rPr lang="en-US" sz="1600" b="1" i="1" dirty="0"/>
              <a:t> </a:t>
            </a:r>
            <a:r>
              <a:rPr lang="en-US" sz="1600" dirty="0"/>
              <a:t>retrieves instance of id. </a:t>
            </a:r>
            <a:r>
              <a:rPr lang="en-US" sz="1600" b="1" i="1" dirty="0" err="1"/>
              <a:t>E.code</a:t>
            </a:r>
            <a:r>
              <a:rPr lang="en-US" sz="1600" dirty="0"/>
              <a:t> is set to the empty string.</a:t>
            </a:r>
          </a:p>
          <a:p>
            <a:r>
              <a:rPr lang="en-US" sz="1600" dirty="0"/>
              <a:t>When E-&gt;(E1), the translation of E is the same as that of the sub-expression E</a:t>
            </a:r>
            <a:r>
              <a:rPr lang="en-US" sz="1600" baseline="-25000" dirty="0"/>
              <a:t>1</a:t>
            </a:r>
            <a:r>
              <a:rPr lang="en-US" sz="1600" dirty="0"/>
              <a:t>. Hence, </a:t>
            </a:r>
            <a:r>
              <a:rPr lang="en-US" sz="1600" b="1" i="1" dirty="0" err="1"/>
              <a:t>E.addr</a:t>
            </a:r>
            <a:r>
              <a:rPr lang="en-US" sz="1600" dirty="0"/>
              <a:t>, and </a:t>
            </a:r>
            <a:r>
              <a:rPr lang="en-US" sz="1600" b="1" i="1" dirty="0" err="1"/>
              <a:t>E.code</a:t>
            </a:r>
            <a:r>
              <a:rPr lang="en-US" sz="1600" dirty="0"/>
              <a:t> equals </a:t>
            </a:r>
            <a:r>
              <a:rPr lang="en-US" sz="1600" b="1" i="1" dirty="0"/>
              <a:t>E</a:t>
            </a:r>
            <a:r>
              <a:rPr lang="en-US" sz="1600" b="1" i="1" baseline="-25000" dirty="0"/>
              <a:t>1</a:t>
            </a:r>
            <a:r>
              <a:rPr lang="en-US" sz="1600" b="1" i="1" dirty="0"/>
              <a:t>.code</a:t>
            </a:r>
            <a:r>
              <a:rPr lang="en-US" sz="1600" dirty="0"/>
              <a:t>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428604"/>
            <a:ext cx="8715436" cy="6072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88" y="1285860"/>
            <a:ext cx="7286625" cy="3500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804" y="1094943"/>
            <a:ext cx="6734809" cy="728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spc="-5" dirty="0">
                <a:latin typeface="Calibri"/>
                <a:cs typeface="Calibri"/>
              </a:rPr>
              <a:t>Flow-of-Control</a:t>
            </a:r>
            <a:r>
              <a:rPr b="1" spc="-13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Statements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3399" y="2057422"/>
            <a:ext cx="8394065" cy="4038600"/>
            <a:chOff x="533399" y="2057422"/>
            <a:chExt cx="8394065" cy="4038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5599" y="2057422"/>
              <a:ext cx="6031348" cy="40383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399" y="3657599"/>
              <a:ext cx="2428974" cy="6734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344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804" y="633806"/>
            <a:ext cx="6657340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spc="-30" dirty="0"/>
              <a:t>Syntax-directed</a:t>
            </a:r>
            <a:r>
              <a:rPr sz="5000" spc="-5" dirty="0"/>
              <a:t> </a:t>
            </a:r>
            <a:r>
              <a:rPr sz="5000" spc="-15" dirty="0"/>
              <a:t>definition</a:t>
            </a:r>
            <a:endParaRPr sz="5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199" y="1402300"/>
            <a:ext cx="5284119" cy="537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8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5D8C4-A81C-AC3C-D649-4CA8930E1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384"/>
            <a:ext cx="9144000" cy="495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342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99A86D-168F-8D11-9E6C-0D2209ABA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6632"/>
            <a:ext cx="8352928" cy="641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50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7376B8-04F3-5F72-8BA4-486E5AF87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80"/>
            <a:ext cx="9144000" cy="571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8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804" y="883742"/>
            <a:ext cx="757555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40" dirty="0"/>
              <a:t>Translation</a:t>
            </a:r>
            <a:r>
              <a:rPr sz="4400" spc="35" dirty="0"/>
              <a:t> </a:t>
            </a:r>
            <a:r>
              <a:rPr sz="4400" spc="-5" dirty="0"/>
              <a:t>of</a:t>
            </a:r>
            <a:r>
              <a:rPr sz="4400" spc="-10" dirty="0"/>
              <a:t> </a:t>
            </a:r>
            <a:r>
              <a:rPr sz="4400" spc="-5" dirty="0"/>
              <a:t>a</a:t>
            </a:r>
            <a:r>
              <a:rPr sz="4400" spc="-20" dirty="0"/>
              <a:t> </a:t>
            </a:r>
            <a:r>
              <a:rPr sz="4400" spc="-25" dirty="0"/>
              <a:t>switch-statement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3048000"/>
            <a:ext cx="2438400" cy="196291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90800" y="1828800"/>
            <a:ext cx="6508115" cy="4724400"/>
            <a:chOff x="2590800" y="1828800"/>
            <a:chExt cx="6508115" cy="47244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0800" y="1828800"/>
              <a:ext cx="3429000" cy="4724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9799" y="2057363"/>
              <a:ext cx="3078739" cy="35052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696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0A663-0D95-2FB6-F336-576FD8770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214"/>
            <a:ext cx="9144000" cy="625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942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FC8BEF-F80D-533A-726A-DCBF87EFE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202"/>
            <a:ext cx="9144000" cy="57535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534A1A-7571-4C14-72DC-1B896A0A5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3212976"/>
            <a:ext cx="278355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031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A1193E-B2A4-2C94-60E2-C87A14176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6609"/>
            <a:ext cx="4320480" cy="3474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72299-F18F-C7DF-B2F5-91BD1AF20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" y="3586912"/>
            <a:ext cx="8923793" cy="3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5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C2C99D-3B4A-DAC4-260C-49E89A472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70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82B303-247C-4917-39C7-EE4C5EBAE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229396" cy="6887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B2B20F-6F77-B32A-8B7D-6FBEB089F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829" y="404664"/>
            <a:ext cx="2583404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09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73D024-384B-AECC-185C-509CDA432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8979"/>
            <a:ext cx="9144000" cy="364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6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FC508-33D5-5EF8-D457-83CB58F8C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4"/>
            <a:ext cx="9144000" cy="681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76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</TotalTime>
  <Words>158</Words>
  <Application>Microsoft Office PowerPoint</Application>
  <PresentationFormat>On-screen Show (4:3)</PresentationFormat>
  <Paragraphs>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Flow-of-Control Statements</vt:lpstr>
      <vt:lpstr>Syntax-directed definition</vt:lpstr>
      <vt:lpstr>PowerPoint Presentation</vt:lpstr>
      <vt:lpstr>PowerPoint Presentation</vt:lpstr>
      <vt:lpstr>PowerPoint Presentation</vt:lpstr>
      <vt:lpstr>Translation of a switch-statement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</dc:creator>
  <cp:lastModifiedBy>Sahaaya Arul Mary S A</cp:lastModifiedBy>
  <cp:revision>76</cp:revision>
  <dcterms:created xsi:type="dcterms:W3CDTF">2020-02-24T00:31:46Z</dcterms:created>
  <dcterms:modified xsi:type="dcterms:W3CDTF">2023-06-25T09:07:38Z</dcterms:modified>
</cp:coreProperties>
</file>