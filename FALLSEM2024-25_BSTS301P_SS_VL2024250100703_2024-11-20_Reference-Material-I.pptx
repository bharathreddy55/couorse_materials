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73" r:id="rId17"/>
    <p:sldId id="274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Medium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KbGxpXxKbqqg/mEgDT8q5WBV6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DDA01-CEF7-43FA-8016-53CBC53508EA}">
  <a:tblStyle styleId="{511DDA01-CEF7-43FA-8016-53CBC53508E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E8F8593-499E-4CDB-BDA5-D773C6DD6C4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tcBdr/>
        <a:fill>
          <a:solidFill>
            <a:srgbClr val="CDD8F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8F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25085C8-BAEC-46D4-93E7-F9030FC4D680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343467C-4C0A-43D0-BE03-59BAED47D10C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9313170-E070-47C7-9EC3-1A3FFD7816A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6EFF0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6EFF0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FA723FB-814A-4515-AA8B-94D14E48681F}" styleName="Table_5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8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64650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04078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80071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01575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993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34496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02065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18312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50983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26375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86151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3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codemithra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57" name="Google Shape;5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3" y="600290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3" y="3386140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 txBox="1"/>
          <p:nvPr/>
        </p:nvSpPr>
        <p:spPr>
          <a:xfrm>
            <a:off x="96644" y="2202433"/>
            <a:ext cx="469094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HUFFMAN CODING</a:t>
            </a:r>
            <a:endParaRPr sz="36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480779" y="1017498"/>
            <a:ext cx="754488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Huffman Coding?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Huffman coding is a data compression technique used to represent data more efficiently. It achieves this by assigning variable length codes to characters based on their frequency of occurrence. The more frequent a character is, the shorter its code becomes. This leads to a reduction in the overall size of the data.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E2365-16E5-9F73-B81D-964D8798434A}"/>
              </a:ext>
            </a:extLst>
          </p:cNvPr>
          <p:cNvSpPr txBox="1"/>
          <p:nvPr/>
        </p:nvSpPr>
        <p:spPr>
          <a:xfrm>
            <a:off x="426187" y="658046"/>
            <a:ext cx="816269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it Works</a:t>
            </a:r>
          </a:p>
          <a:p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Frequency Analysis:  You start by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analyzing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 data to determine the frequency of each character.</a:t>
            </a:r>
          </a:p>
          <a:p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Tree Construction: A special binary tree, called a Huffman tree, is constructed.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Each node in the tree represents a character.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The nodes are sorted based on their frequencies, with the least frequent characters at the bottom.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The two least frequent characters are combined into a parent node, whose frequency is the sum of its children. 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This process repeats until all characters are part of a single tree.</a:t>
            </a:r>
          </a:p>
          <a:p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Code Assignment:  The codes are assigned by traversing the tree from the root to each leaf node.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A "0" is assigned to a left branch and a "1" to a right branch.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The code for a character is the sequence of "0"s and "1"s encountered along the path from the root to its leaf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E2365-16E5-9F73-B81D-964D8798434A}"/>
              </a:ext>
            </a:extLst>
          </p:cNvPr>
          <p:cNvSpPr txBox="1"/>
          <p:nvPr/>
        </p:nvSpPr>
        <p:spPr>
          <a:xfrm>
            <a:off x="426187" y="371147"/>
            <a:ext cx="816269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 coding would work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Frequency Analysis: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 ' (space): 8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'e': 5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': 4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's': 4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'h': 3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'n': 3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'o': 3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'a': 2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'm': 2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'l': 2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'T':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'x':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'p':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'f':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'c':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'd':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'g': 1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'.': 1</a:t>
            </a:r>
          </a:p>
        </p:txBody>
      </p:sp>
    </p:spTree>
    <p:extLst>
      <p:ext uri="{BB962C8B-B14F-4D97-AF65-F5344CB8AC3E}">
        <p14:creationId xmlns:p14="http://schemas.microsoft.com/office/powerpoint/2010/main" val="314561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E2365-16E5-9F73-B81D-964D8798434A}"/>
              </a:ext>
            </a:extLst>
          </p:cNvPr>
          <p:cNvSpPr txBox="1"/>
          <p:nvPr/>
        </p:nvSpPr>
        <p:spPr>
          <a:xfrm>
            <a:off x="441055" y="1181954"/>
            <a:ext cx="8494789" cy="304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Tree Construction:  (This is a bit tricky to describe textually, but I'll try)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The two least frequent characters, 'T' and 'x', are combined into a parent node with frequency 2.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The next two least frequent characters, 'p' and 'f', are combined into a parent node with frequency 2.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This process continues, combining nodes until we have a single tree with the root node representing the total frequency of all characters.</a:t>
            </a:r>
          </a:p>
          <a:p>
            <a:pPr>
              <a:lnSpc>
                <a:spcPct val="200000"/>
              </a:lnSpc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200000"/>
              </a:lnSpc>
            </a:pP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07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E2365-16E5-9F73-B81D-964D8798434A}"/>
              </a:ext>
            </a:extLst>
          </p:cNvPr>
          <p:cNvSpPr txBox="1"/>
          <p:nvPr/>
        </p:nvSpPr>
        <p:spPr>
          <a:xfrm>
            <a:off x="441055" y="1181954"/>
            <a:ext cx="8494789" cy="3476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Code Assignment: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'T': 111110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'x': 111111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'p': 111100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'f': 111101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... and so on.  The more frequent characters, like ' ', 'e', and '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', will have shorter codes.</a:t>
            </a:r>
          </a:p>
          <a:p>
            <a:pPr>
              <a:lnSpc>
                <a:spcPct val="200000"/>
              </a:lnSpc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200000"/>
              </a:lnSpc>
            </a:pP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E2365-16E5-9F73-B81D-964D8798434A}"/>
              </a:ext>
            </a:extLst>
          </p:cNvPr>
          <p:cNvSpPr txBox="1"/>
          <p:nvPr/>
        </p:nvSpPr>
        <p:spPr>
          <a:xfrm>
            <a:off x="441055" y="1181954"/>
            <a:ext cx="8494789" cy="1753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Sample Input and Output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Input:  A string of text or a set of characters and their frequencies.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Output:  The Huffman codes for each character.</a:t>
            </a:r>
          </a:p>
          <a:p>
            <a:pPr>
              <a:lnSpc>
                <a:spcPct val="200000"/>
              </a:lnSpc>
            </a:pP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55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E2365-16E5-9F73-B81D-964D8798434A}"/>
              </a:ext>
            </a:extLst>
          </p:cNvPr>
          <p:cNvSpPr txBox="1"/>
          <p:nvPr/>
        </p:nvSpPr>
        <p:spPr>
          <a:xfrm>
            <a:off x="441055" y="1181954"/>
            <a:ext cx="4130945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344C8-02BC-032A-BEB4-F8B60C82AFF8}"/>
              </a:ext>
            </a:extLst>
          </p:cNvPr>
          <p:cNvSpPr txBox="1"/>
          <p:nvPr/>
        </p:nvSpPr>
        <p:spPr>
          <a:xfrm>
            <a:off x="1642947" y="709939"/>
            <a:ext cx="65711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import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java.util.PriorityQueue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import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java.util.Scanner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import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java.util.Comparator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int data;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char c;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left;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right;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MyComparator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implements Comparator&lt;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 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public int compare(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x,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y)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return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x.data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y.data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public class Huffman 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public static void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printCode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root, String s)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A2296-7D76-4EDE-D88D-AD19689A3EBB}"/>
              </a:ext>
            </a:extLst>
          </p:cNvPr>
          <p:cNvSpPr txBox="1"/>
          <p:nvPr/>
        </p:nvSpPr>
        <p:spPr>
          <a:xfrm>
            <a:off x="494371" y="233052"/>
            <a:ext cx="457200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CODING</a:t>
            </a:r>
          </a:p>
        </p:txBody>
      </p:sp>
    </p:spTree>
    <p:extLst>
      <p:ext uri="{BB962C8B-B14F-4D97-AF65-F5344CB8AC3E}">
        <p14:creationId xmlns:p14="http://schemas.microsoft.com/office/powerpoint/2010/main" val="179742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22479D-150B-F1F6-B5C9-1005AF6C27C5}"/>
              </a:ext>
            </a:extLst>
          </p:cNvPr>
          <p:cNvSpPr txBox="1"/>
          <p:nvPr/>
        </p:nvSpPr>
        <p:spPr>
          <a:xfrm>
            <a:off x="427463" y="676118"/>
            <a:ext cx="78616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if 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root.left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== null &amp;&amp;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root.right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== null&amp;&amp;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Character.isLetter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root.c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)) 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System.out.println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root.c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":" + s);</a:t>
            </a:r>
          </a:p>
          <a:p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return;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printCode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root.left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 + "0");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printCode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root.right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 + "1");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}	public static void main(String[]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args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Scanner s = new Scanner(System.in);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int n = 6;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char[]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charArray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{ 'a', 'b', 'c', 'd', 'e', 'f' };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int[]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charfreq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{ 5, 9, 12, 13, 16, 45 };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PriorityQueue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 q= new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PriorityQueue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&gt;(n, new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MyComparator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24218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22479D-150B-F1F6-B5C9-1005AF6C27C5}"/>
              </a:ext>
            </a:extLst>
          </p:cNvPr>
          <p:cNvSpPr txBox="1"/>
          <p:nvPr/>
        </p:nvSpPr>
        <p:spPr>
          <a:xfrm>
            <a:off x="434897" y="694313"/>
            <a:ext cx="786161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for (int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0;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&lt; n;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++) 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hn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new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hn.c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charArray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hn.data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charfreq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hn.left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null;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hn.right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null;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q.add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hn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root = null;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while (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q.size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 &gt; 1) {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x =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q.peek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q.poll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			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=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q.peek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q.poll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346363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22479D-150B-F1F6-B5C9-1005AF6C27C5}"/>
              </a:ext>
            </a:extLst>
          </p:cNvPr>
          <p:cNvSpPr txBox="1"/>
          <p:nvPr/>
        </p:nvSpPr>
        <p:spPr>
          <a:xfrm>
            <a:off x="434897" y="694313"/>
            <a:ext cx="786161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 = new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HuffmanNode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		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f.data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x.data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y.data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f.c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'-';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f.left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x;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f.right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y;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root = f;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q.add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</a:t>
            </a:r>
            <a:r>
              <a:rPr lang="en-IN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printCode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(root, "");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}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374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22479D-150B-F1F6-B5C9-1005AF6C27C5}"/>
              </a:ext>
            </a:extLst>
          </p:cNvPr>
          <p:cNvSpPr txBox="1"/>
          <p:nvPr/>
        </p:nvSpPr>
        <p:spPr>
          <a:xfrm>
            <a:off x="561277" y="1348518"/>
            <a:ext cx="78616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and Space Complexity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Time Complexity: O(n log n) due to the priority queue operations (building the tree).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Space Complexity: O(n) for storing the nodes in the tree and the priority queue.</a:t>
            </a: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352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22479D-150B-F1F6-B5C9-1005AF6C27C5}"/>
              </a:ext>
            </a:extLst>
          </p:cNvPr>
          <p:cNvSpPr txBox="1"/>
          <p:nvPr/>
        </p:nvSpPr>
        <p:spPr>
          <a:xfrm>
            <a:off x="561277" y="1348518"/>
            <a:ext cx="78616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and Space Complexity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Time Complexity: O(n log n) due to the priority queue operations (building the tree).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Space Complexity: O(n) for storing the nodes in the tree and the priority queue.</a:t>
            </a: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034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22479D-150B-F1F6-B5C9-1005AF6C27C5}"/>
              </a:ext>
            </a:extLst>
          </p:cNvPr>
          <p:cNvSpPr txBox="1"/>
          <p:nvPr/>
        </p:nvSpPr>
        <p:spPr>
          <a:xfrm>
            <a:off x="641195" y="1089293"/>
            <a:ext cx="786161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Points</a:t>
            </a:r>
          </a:p>
          <a:p>
            <a:pPr>
              <a:lnSpc>
                <a:spcPct val="150000"/>
              </a:lnSpc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Lossless Compression: Huffman coding is a lossless compression technique, meaning that no information is lost during the compression process. The original data can be perfectly reconstructed from the compressed data.</a:t>
            </a:r>
          </a:p>
          <a:p>
            <a:pPr>
              <a:lnSpc>
                <a:spcPct val="150000"/>
              </a:lnSpc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Adaptive Huffman Coding:  There are variations of Huffman coding, such as adaptive Huffman coding, where the frequencies of characters are updated dynamically as the data is compressed.</a:t>
            </a:r>
          </a:p>
          <a:p>
            <a:pPr>
              <a:lnSpc>
                <a:spcPct val="150000"/>
              </a:lnSpc>
            </a:pP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785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2925" rIns="81625" bIns="82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https://learn.codemithra.com</a:t>
            </a: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92" name="Google Shape;192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93" name="Google Shape;19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98" name="Google Shape;198;p6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6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00" name="Google Shape;200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1145</Words>
  <Application>Microsoft Office PowerPoint</Application>
  <PresentationFormat>On-screen Show (16:9)</PresentationFormat>
  <Paragraphs>148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Roboto</vt:lpstr>
      <vt:lpstr>Roboto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RAMASAMY</dc:creator>
  <cp:lastModifiedBy>poojaramaraj71@gmail.com</cp:lastModifiedBy>
  <cp:revision>4</cp:revision>
  <dcterms:modified xsi:type="dcterms:W3CDTF">2024-09-11T06:49:31Z</dcterms:modified>
</cp:coreProperties>
</file>