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16"/>
  </p:notesMasterIdLst>
  <p:sldIdLst>
    <p:sldId id="256" r:id="rId4"/>
    <p:sldId id="257" r:id="rId5"/>
    <p:sldId id="333" r:id="rId6"/>
    <p:sldId id="258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03" r:id="rId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8245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4787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0598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008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686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4768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7804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Ng9gye6z37pzzGFy8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63133" y="1771546"/>
            <a:ext cx="4690800" cy="13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  <a:buSzPts val="3200"/>
            </a:pPr>
            <a:r>
              <a:rPr lang="en-I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>
                <a:solidFill>
                  <a:schemeClr val="lt1"/>
                </a:solidFill>
              </a:rPr>
              <a:t>COMBINATION</a:t>
            </a:r>
            <a:endParaRPr lang="en-US" sz="32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CCC7089-C761-5430-D1BB-8CE0537FA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205" y="2145792"/>
            <a:ext cx="2815590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2A1A65-F44D-888C-A500-27BED5DC461F}"/>
              </a:ext>
            </a:extLst>
          </p:cNvPr>
          <p:cNvSpPr txBox="1"/>
          <p:nvPr/>
        </p:nvSpPr>
        <p:spPr>
          <a:xfrm>
            <a:off x="1407795" y="140712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3"/>
              </a:rPr>
              <a:t>https://forms.gle/Ng9gye6z37pzzGFy8</a:t>
            </a:r>
            <a:endParaRPr lang="en-IN" b="0" dirty="0">
              <a:effectLst/>
            </a:endParaRPr>
          </a:p>
          <a:p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DEC6E-F243-E8CC-EE01-E2FAB4C51E97}"/>
              </a:ext>
            </a:extLst>
          </p:cNvPr>
          <p:cNvSpPr txBox="1"/>
          <p:nvPr/>
        </p:nvSpPr>
        <p:spPr>
          <a:xfrm>
            <a:off x="3164205" y="46637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TEST TIME ON MANEUVERING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78964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;g25758f4e43d_0_0">
            <a:extLst>
              <a:ext uri="{FF2B5EF4-FFF2-40B4-BE49-F238E27FC236}">
                <a16:creationId xmlns:a16="http://schemas.microsoft.com/office/drawing/2014/main" id="{C949FFBE-E9EF-7451-7420-D9FF0CA2FC7B}"/>
              </a:ext>
            </a:extLst>
          </p:cNvPr>
          <p:cNvSpPr/>
          <p:nvPr/>
        </p:nvSpPr>
        <p:spPr>
          <a:xfrm>
            <a:off x="3157800" y="40579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</a:rPr>
              <a:t>         COMBINATIONS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69;g25758f4e43d_0_0">
            <a:extLst>
              <a:ext uri="{FF2B5EF4-FFF2-40B4-BE49-F238E27FC236}">
                <a16:creationId xmlns:a16="http://schemas.microsoft.com/office/drawing/2014/main" id="{D43B30E2-ED48-0D50-544E-9CA0A0C325B6}"/>
              </a:ext>
            </a:extLst>
          </p:cNvPr>
          <p:cNvSpPr txBox="1"/>
          <p:nvPr/>
        </p:nvSpPr>
        <p:spPr>
          <a:xfrm>
            <a:off x="582900" y="1011730"/>
            <a:ext cx="7978200" cy="357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Introduction</a:t>
            </a:r>
            <a:endParaRPr sz="18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A combination is a subset of elements from a given set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</a:br>
            <a:r>
              <a:rPr lang="en-US" sz="1600" u="sng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Example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: In a card game, we have to deal 5 cards out of the pack consisting of 52 cards. We have no interest in the order in which the 5 cards were selected. Rather, we only care which cards are present in the hand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Program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: Given an array of size n, generate and print all possible combinations of r elements in array. For example, if input array is {1, 2, 3, 4} and r is 2, then output should be {1, 2}, {1, 3}, {1, 4}, {2, 3}, {2, 4} and {3, 4}.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;g25758f4e43d_0_0">
            <a:extLst>
              <a:ext uri="{FF2B5EF4-FFF2-40B4-BE49-F238E27FC236}">
                <a16:creationId xmlns:a16="http://schemas.microsoft.com/office/drawing/2014/main" id="{C949FFBE-E9EF-7451-7420-D9FF0CA2FC7B}"/>
              </a:ext>
            </a:extLst>
          </p:cNvPr>
          <p:cNvSpPr/>
          <p:nvPr/>
        </p:nvSpPr>
        <p:spPr>
          <a:xfrm>
            <a:off x="3157800" y="40579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</a:rPr>
              <a:t>         COMBINATIONS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9;g25758f4e43d_0_8">
            <a:extLst>
              <a:ext uri="{FF2B5EF4-FFF2-40B4-BE49-F238E27FC236}">
                <a16:creationId xmlns:a16="http://schemas.microsoft.com/office/drawing/2014/main" id="{1D4ABEC5-74CB-B411-A35B-26275B299222}"/>
              </a:ext>
            </a:extLst>
          </p:cNvPr>
          <p:cNvSpPr txBox="1"/>
          <p:nvPr/>
        </p:nvSpPr>
        <p:spPr>
          <a:xfrm>
            <a:off x="256032" y="767890"/>
            <a:ext cx="8595360" cy="40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Technique-1</a:t>
            </a:r>
            <a:endParaRPr sz="18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We create a temporary array ‘data’ which stores all outputs one by one.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Start with the first index in data, one by one fix elements at this index and recur for remaining indexes.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Example: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arr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 = [1, 2, 3, 4, 5]   r = 3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We first fix 1 at index 0 in data then recur for remaining indexes, then we fix 2 at index 0 and recur.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Then we fix 3 and recur for remaining indexes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When number of elements in data becomes equal to r (size of a combination), we print data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5557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;g25758f4e43d_0_0">
            <a:extLst>
              <a:ext uri="{FF2B5EF4-FFF2-40B4-BE49-F238E27FC236}">
                <a16:creationId xmlns:a16="http://schemas.microsoft.com/office/drawing/2014/main" id="{C949FFBE-E9EF-7451-7420-D9FF0CA2FC7B}"/>
              </a:ext>
            </a:extLst>
          </p:cNvPr>
          <p:cNvSpPr/>
          <p:nvPr/>
        </p:nvSpPr>
        <p:spPr>
          <a:xfrm>
            <a:off x="3157800" y="40579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</a:rPr>
              <a:t>         COMBINATIONS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9;g25758f4e43d_0_15">
            <a:extLst>
              <a:ext uri="{FF2B5EF4-FFF2-40B4-BE49-F238E27FC236}">
                <a16:creationId xmlns:a16="http://schemas.microsoft.com/office/drawing/2014/main" id="{D0365D6E-7E24-70B6-A0ED-D2DD62A883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0190" y="1501140"/>
            <a:ext cx="541020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8;g25758f4e43d_0_15">
            <a:extLst>
              <a:ext uri="{FF2B5EF4-FFF2-40B4-BE49-F238E27FC236}">
                <a16:creationId xmlns:a16="http://schemas.microsoft.com/office/drawing/2014/main" id="{3C752403-9F7E-0A91-FD90-69F765481E38}"/>
              </a:ext>
            </a:extLst>
          </p:cNvPr>
          <p:cNvSpPr txBox="1"/>
          <p:nvPr/>
        </p:nvSpPr>
        <p:spPr>
          <a:xfrm>
            <a:off x="582930" y="895350"/>
            <a:ext cx="79782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Technique-1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432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;g25758f4e43d_0_0">
            <a:extLst>
              <a:ext uri="{FF2B5EF4-FFF2-40B4-BE49-F238E27FC236}">
                <a16:creationId xmlns:a16="http://schemas.microsoft.com/office/drawing/2014/main" id="{C949FFBE-E9EF-7451-7420-D9FF0CA2FC7B}"/>
              </a:ext>
            </a:extLst>
          </p:cNvPr>
          <p:cNvSpPr/>
          <p:nvPr/>
        </p:nvSpPr>
        <p:spPr>
          <a:xfrm>
            <a:off x="3157800" y="40579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</a:rPr>
              <a:t>         COMBINATIONS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8;g25758f4e43d_0_245">
            <a:extLst>
              <a:ext uri="{FF2B5EF4-FFF2-40B4-BE49-F238E27FC236}">
                <a16:creationId xmlns:a16="http://schemas.microsoft.com/office/drawing/2014/main" id="{CC42213F-DCA5-D157-B849-2CF7349C8377}"/>
              </a:ext>
            </a:extLst>
          </p:cNvPr>
          <p:cNvSpPr txBox="1"/>
          <p:nvPr/>
        </p:nvSpPr>
        <p:spPr>
          <a:xfrm>
            <a:off x="478800" y="1088077"/>
            <a:ext cx="79782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Technique-1: Handling Duplicates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If input array is [1 , 2, 1] and r is 2, then the program prints [1, 2] and [2, 1] as two different combinations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We can avoid duplicates by adding following to our code</a:t>
            </a:r>
            <a:endParaRPr sz="1600" u="sng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 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1) Add code to sort the array before calling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combinationUtil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() in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printCombination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() 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2) Add following lines at the end of for loop in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combinationUtil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() 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001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;g25758f4e43d_0_0">
            <a:extLst>
              <a:ext uri="{FF2B5EF4-FFF2-40B4-BE49-F238E27FC236}">
                <a16:creationId xmlns:a16="http://schemas.microsoft.com/office/drawing/2014/main" id="{C949FFBE-E9EF-7451-7420-D9FF0CA2FC7B}"/>
              </a:ext>
            </a:extLst>
          </p:cNvPr>
          <p:cNvSpPr/>
          <p:nvPr/>
        </p:nvSpPr>
        <p:spPr>
          <a:xfrm>
            <a:off x="3157800" y="40579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</a:rPr>
              <a:t>         COMBINATIONS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119;g25758f4e43d_0_115">
            <a:extLst>
              <a:ext uri="{FF2B5EF4-FFF2-40B4-BE49-F238E27FC236}">
                <a16:creationId xmlns:a16="http://schemas.microsoft.com/office/drawing/2014/main" id="{F3B383C8-A825-CE26-003A-BB39CEBE5E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2330121"/>
              </p:ext>
            </p:extLst>
          </p:nvPr>
        </p:nvGraphicFramePr>
        <p:xfrm>
          <a:off x="275100" y="1048647"/>
          <a:ext cx="8593800" cy="367134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656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134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java.io.*;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class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EthCode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static void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combinationUtil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(int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[], int data[], int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start,int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end, int index, int r)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{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if (index == r)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 {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for (int j=0; j&lt;r;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j++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(data[j]+" ");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System.out.println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("");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return;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 (int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=start;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&lt;=end &amp;&amp; end-i+1 &gt;= r-index;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++){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data[index] =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combinationUtil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data, i+1, end, index+1, r);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}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sz="1300" b="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static void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printCombination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(int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[], int n, int r)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{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combinationUtil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data, 0, n-1, 0, r);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static void main (String[]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args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int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 = {1, 2, 3, 4, 5};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int r = 3;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int n =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arr.length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printCombination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n, r);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3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300" b="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b="0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83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;g25758f4e43d_0_0">
            <a:extLst>
              <a:ext uri="{FF2B5EF4-FFF2-40B4-BE49-F238E27FC236}">
                <a16:creationId xmlns:a16="http://schemas.microsoft.com/office/drawing/2014/main" id="{C949FFBE-E9EF-7451-7420-D9FF0CA2FC7B}"/>
              </a:ext>
            </a:extLst>
          </p:cNvPr>
          <p:cNvSpPr/>
          <p:nvPr/>
        </p:nvSpPr>
        <p:spPr>
          <a:xfrm>
            <a:off x="3157800" y="40579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</a:rPr>
              <a:t>         COMBINATIONS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26;g25758f4e43d_0_236">
            <a:extLst>
              <a:ext uri="{FF2B5EF4-FFF2-40B4-BE49-F238E27FC236}">
                <a16:creationId xmlns:a16="http://schemas.microsoft.com/office/drawing/2014/main" id="{0E102163-0EBE-A9E7-622A-A637323CD795}"/>
              </a:ext>
            </a:extLst>
          </p:cNvPr>
          <p:cNvSpPr txBox="1"/>
          <p:nvPr/>
        </p:nvSpPr>
        <p:spPr>
          <a:xfrm>
            <a:off x="711384" y="705877"/>
            <a:ext cx="7978200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Technique-2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The idea of technique-2 is similar to the subset-sum problem and is based on Pascal’s identity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We one by one consider every element of input array, and recur for two cases: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1) The element is included in current combination 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(We put the element in data and increment next available index in data) 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2) The element is excluded in current combination (We do not put the element and do not change index)</a:t>
            </a:r>
            <a:endParaRPr lang="en-IN" sz="1600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686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;g25758f4e43d_0_0">
            <a:extLst>
              <a:ext uri="{FF2B5EF4-FFF2-40B4-BE49-F238E27FC236}">
                <a16:creationId xmlns:a16="http://schemas.microsoft.com/office/drawing/2014/main" id="{C949FFBE-E9EF-7451-7420-D9FF0CA2FC7B}"/>
              </a:ext>
            </a:extLst>
          </p:cNvPr>
          <p:cNvSpPr/>
          <p:nvPr/>
        </p:nvSpPr>
        <p:spPr>
          <a:xfrm>
            <a:off x="3157800" y="40579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</a:rPr>
              <a:t>         COMBINATIONS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148;g25758f4e43d_0_178">
            <a:extLst>
              <a:ext uri="{FF2B5EF4-FFF2-40B4-BE49-F238E27FC236}">
                <a16:creationId xmlns:a16="http://schemas.microsoft.com/office/drawing/2014/main" id="{3C7AA66A-740D-D56D-1561-2794E9655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816043"/>
              </p:ext>
            </p:extLst>
          </p:nvPr>
        </p:nvGraphicFramePr>
        <p:xfrm>
          <a:off x="275100" y="988660"/>
          <a:ext cx="8593800" cy="37490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8252"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import java.io.*;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public class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EthCode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static void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combinationUtil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[], int data[], 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start,int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end, int index, int r)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if (index == r)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for (int j=0; j&lt;r;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j++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System.out.print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(data[j]+" ");		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Sytem.out.println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("");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return;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for (int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=start;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&lt;=end &amp;&amp; end-i+1 &gt;= r-index;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++)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data[index] =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];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combinationUtil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, data, i+1, end, index+1, r);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while 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] ==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[i+1])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     	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++;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	}}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static void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printCombination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[], int n, int r)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int data[]=new int[r];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combinationUtil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, data, 0, n-1, 0, r);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public static void main (String[]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args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) 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[] = {1, 2, 3, 4, 5};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int r = 3;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int n =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arr.length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printCombination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, n, r);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00" b="0" dirty="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9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;g25758f4e43d_0_0">
            <a:extLst>
              <a:ext uri="{FF2B5EF4-FFF2-40B4-BE49-F238E27FC236}">
                <a16:creationId xmlns:a16="http://schemas.microsoft.com/office/drawing/2014/main" id="{C949FFBE-E9EF-7451-7420-D9FF0CA2FC7B}"/>
              </a:ext>
            </a:extLst>
          </p:cNvPr>
          <p:cNvSpPr/>
          <p:nvPr/>
        </p:nvSpPr>
        <p:spPr>
          <a:xfrm>
            <a:off x="3157800" y="40579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</a:rPr>
              <a:t>         COMBINATIONS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167;g25758f4e43d_0_189">
            <a:extLst>
              <a:ext uri="{FF2B5EF4-FFF2-40B4-BE49-F238E27FC236}">
                <a16:creationId xmlns:a16="http://schemas.microsoft.com/office/drawing/2014/main" id="{93135185-5335-D34D-BD16-F5E4C3C8DF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0478157"/>
              </p:ext>
            </p:extLst>
          </p:nvPr>
        </p:nvGraphicFramePr>
        <p:xfrm>
          <a:off x="168279" y="913471"/>
          <a:ext cx="8719689" cy="359463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83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46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import java.io.*;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public class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EthCode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static void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combinationUtil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[], int n, int r, 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index,int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data[], 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if (index == r)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for (int j=0; j&lt;r;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j++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System.out.print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(data[j]+" ");		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System.out.println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("");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	return;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	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	if 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&gt;= n)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	return;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	data[index] =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];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combinationUtil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, n, r, index+1, data, i+1);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combinationUtil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, n, r, index, data, i+1);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static void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printCombination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[], int n, int r)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   int data[]=new int[r];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   while 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] ==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[i+1])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       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++;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combinationUtil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, n, r, 0, data, 0);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public static void main (String[]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args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) {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int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[] = {1, 2, 3, 4, 5};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int r = 3;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int n =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arr.length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printCombination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arr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, n, r);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00" b="0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572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1173</Words>
  <Application>Microsoft Office PowerPoint</Application>
  <PresentationFormat>On-screen Show (16:9)</PresentationFormat>
  <Paragraphs>151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Roboto</vt:lpstr>
      <vt:lpstr>Arial</vt:lpstr>
      <vt:lpstr>Consolas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2</cp:revision>
  <dcterms:created xsi:type="dcterms:W3CDTF">2022-10-05T06:20:26Z</dcterms:created>
  <dcterms:modified xsi:type="dcterms:W3CDTF">2024-09-03T06:39:05Z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