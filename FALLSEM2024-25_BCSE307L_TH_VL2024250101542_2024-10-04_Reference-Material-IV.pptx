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4" r:id="rId2"/>
    <p:sldId id="326" r:id="rId3"/>
    <p:sldId id="327" r:id="rId4"/>
    <p:sldId id="299" r:id="rId5"/>
    <p:sldId id="300" r:id="rId6"/>
    <p:sldId id="310" r:id="rId7"/>
    <p:sldId id="311" r:id="rId8"/>
    <p:sldId id="314" r:id="rId9"/>
    <p:sldId id="315" r:id="rId10"/>
    <p:sldId id="353" r:id="rId11"/>
    <p:sldId id="354" r:id="rId12"/>
    <p:sldId id="355" r:id="rId13"/>
    <p:sldId id="316" r:id="rId14"/>
    <p:sldId id="356" r:id="rId15"/>
    <p:sldId id="357" r:id="rId16"/>
    <p:sldId id="358" r:id="rId17"/>
    <p:sldId id="359" r:id="rId18"/>
    <p:sldId id="317" r:id="rId19"/>
    <p:sldId id="318" r:id="rId20"/>
    <p:sldId id="31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25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aya Arul Mary S A" userId="5e9c2bd099f20264" providerId="LiveId" clId="{B6938361-616B-4703-96CD-0941F5E2DE98}"/>
    <pc:docChg chg="delSld">
      <pc:chgData name="Sahaaya Arul Mary S A" userId="5e9c2bd099f20264" providerId="LiveId" clId="{B6938361-616B-4703-96CD-0941F5E2DE98}" dt="2023-06-25T09:09:37.303" v="63" actId="47"/>
      <pc:docMkLst>
        <pc:docMk/>
      </pc:docMkLst>
      <pc:sldChg chg="del">
        <pc:chgData name="Sahaaya Arul Mary S A" userId="5e9c2bd099f20264" providerId="LiveId" clId="{B6938361-616B-4703-96CD-0941F5E2DE98}" dt="2023-06-25T09:09:12.484" v="1" actId="47"/>
        <pc:sldMkLst>
          <pc:docMk/>
          <pc:sldMk cId="450768590" sldId="256"/>
        </pc:sldMkLst>
      </pc:sldChg>
      <pc:sldChg chg="del">
        <pc:chgData name="Sahaaya Arul Mary S A" userId="5e9c2bd099f20264" providerId="LiveId" clId="{B6938361-616B-4703-96CD-0941F5E2DE98}" dt="2023-06-25T09:09:12.937" v="3" actId="47"/>
        <pc:sldMkLst>
          <pc:docMk/>
          <pc:sldMk cId="0" sldId="257"/>
        </pc:sldMkLst>
      </pc:sldChg>
      <pc:sldChg chg="del">
        <pc:chgData name="Sahaaya Arul Mary S A" userId="5e9c2bd099f20264" providerId="LiveId" clId="{B6938361-616B-4703-96CD-0941F5E2DE98}" dt="2023-06-25T09:09:13.142" v="4" actId="47"/>
        <pc:sldMkLst>
          <pc:docMk/>
          <pc:sldMk cId="0" sldId="258"/>
        </pc:sldMkLst>
      </pc:sldChg>
      <pc:sldChg chg="del">
        <pc:chgData name="Sahaaya Arul Mary S A" userId="5e9c2bd099f20264" providerId="LiveId" clId="{B6938361-616B-4703-96CD-0941F5E2DE98}" dt="2023-06-25T09:09:13.355" v="5" actId="47"/>
        <pc:sldMkLst>
          <pc:docMk/>
          <pc:sldMk cId="0" sldId="259"/>
        </pc:sldMkLst>
      </pc:sldChg>
      <pc:sldChg chg="del">
        <pc:chgData name="Sahaaya Arul Mary S A" userId="5e9c2bd099f20264" providerId="LiveId" clId="{B6938361-616B-4703-96CD-0941F5E2DE98}" dt="2023-06-25T09:09:13.784" v="7" actId="47"/>
        <pc:sldMkLst>
          <pc:docMk/>
          <pc:sldMk cId="0" sldId="262"/>
        </pc:sldMkLst>
      </pc:sldChg>
      <pc:sldChg chg="del">
        <pc:chgData name="Sahaaya Arul Mary S A" userId="5e9c2bd099f20264" providerId="LiveId" clId="{B6938361-616B-4703-96CD-0941F5E2DE98}" dt="2023-06-25T09:09:14.003" v="8" actId="47"/>
        <pc:sldMkLst>
          <pc:docMk/>
          <pc:sldMk cId="0" sldId="263"/>
        </pc:sldMkLst>
      </pc:sldChg>
      <pc:sldChg chg="del">
        <pc:chgData name="Sahaaya Arul Mary S A" userId="5e9c2bd099f20264" providerId="LiveId" clId="{B6938361-616B-4703-96CD-0941F5E2DE98}" dt="2023-06-25T09:09:16.205" v="18" actId="47"/>
        <pc:sldMkLst>
          <pc:docMk/>
          <pc:sldMk cId="0" sldId="265"/>
        </pc:sldMkLst>
      </pc:sldChg>
      <pc:sldChg chg="del">
        <pc:chgData name="Sahaaya Arul Mary S A" userId="5e9c2bd099f20264" providerId="LiveId" clId="{B6938361-616B-4703-96CD-0941F5E2DE98}" dt="2023-06-25T09:09:16.428" v="19" actId="47"/>
        <pc:sldMkLst>
          <pc:docMk/>
          <pc:sldMk cId="0" sldId="266"/>
        </pc:sldMkLst>
      </pc:sldChg>
      <pc:sldChg chg="del">
        <pc:chgData name="Sahaaya Arul Mary S A" userId="5e9c2bd099f20264" providerId="LiveId" clId="{B6938361-616B-4703-96CD-0941F5E2DE98}" dt="2023-06-25T09:09:16.663" v="20" actId="47"/>
        <pc:sldMkLst>
          <pc:docMk/>
          <pc:sldMk cId="0" sldId="267"/>
        </pc:sldMkLst>
      </pc:sldChg>
      <pc:sldChg chg="del">
        <pc:chgData name="Sahaaya Arul Mary S A" userId="5e9c2bd099f20264" providerId="LiveId" clId="{B6938361-616B-4703-96CD-0941F5E2DE98}" dt="2023-06-25T09:09:16.868" v="21" actId="47"/>
        <pc:sldMkLst>
          <pc:docMk/>
          <pc:sldMk cId="0" sldId="268"/>
        </pc:sldMkLst>
      </pc:sldChg>
      <pc:sldChg chg="del">
        <pc:chgData name="Sahaaya Arul Mary S A" userId="5e9c2bd099f20264" providerId="LiveId" clId="{B6938361-616B-4703-96CD-0941F5E2DE98}" dt="2023-06-25T09:09:17.091" v="22" actId="47"/>
        <pc:sldMkLst>
          <pc:docMk/>
          <pc:sldMk cId="0" sldId="269"/>
        </pc:sldMkLst>
      </pc:sldChg>
      <pc:sldChg chg="del">
        <pc:chgData name="Sahaaya Arul Mary S A" userId="5e9c2bd099f20264" providerId="LiveId" clId="{B6938361-616B-4703-96CD-0941F5E2DE98}" dt="2023-06-25T09:09:17.309" v="23" actId="47"/>
        <pc:sldMkLst>
          <pc:docMk/>
          <pc:sldMk cId="0" sldId="270"/>
        </pc:sldMkLst>
      </pc:sldChg>
      <pc:sldChg chg="del">
        <pc:chgData name="Sahaaya Arul Mary S A" userId="5e9c2bd099f20264" providerId="LiveId" clId="{B6938361-616B-4703-96CD-0941F5E2DE98}" dt="2023-06-25T09:09:17.540" v="24" actId="47"/>
        <pc:sldMkLst>
          <pc:docMk/>
          <pc:sldMk cId="0" sldId="271"/>
        </pc:sldMkLst>
      </pc:sldChg>
      <pc:sldChg chg="del">
        <pc:chgData name="Sahaaya Arul Mary S A" userId="5e9c2bd099f20264" providerId="LiveId" clId="{B6938361-616B-4703-96CD-0941F5E2DE98}" dt="2023-06-25T09:09:17.768" v="25" actId="47"/>
        <pc:sldMkLst>
          <pc:docMk/>
          <pc:sldMk cId="0" sldId="272"/>
        </pc:sldMkLst>
      </pc:sldChg>
      <pc:sldChg chg="del">
        <pc:chgData name="Sahaaya Arul Mary S A" userId="5e9c2bd099f20264" providerId="LiveId" clId="{B6938361-616B-4703-96CD-0941F5E2DE98}" dt="2023-06-25T09:09:17.990" v="26" actId="47"/>
        <pc:sldMkLst>
          <pc:docMk/>
          <pc:sldMk cId="0" sldId="273"/>
        </pc:sldMkLst>
      </pc:sldChg>
      <pc:sldChg chg="del">
        <pc:chgData name="Sahaaya Arul Mary S A" userId="5e9c2bd099f20264" providerId="LiveId" clId="{B6938361-616B-4703-96CD-0941F5E2DE98}" dt="2023-06-25T09:09:18.228" v="27" actId="47"/>
        <pc:sldMkLst>
          <pc:docMk/>
          <pc:sldMk cId="0" sldId="274"/>
        </pc:sldMkLst>
      </pc:sldChg>
      <pc:sldChg chg="del">
        <pc:chgData name="Sahaaya Arul Mary S A" userId="5e9c2bd099f20264" providerId="LiveId" clId="{B6938361-616B-4703-96CD-0941F5E2DE98}" dt="2023-06-25T09:09:18.450" v="28" actId="47"/>
        <pc:sldMkLst>
          <pc:docMk/>
          <pc:sldMk cId="0" sldId="275"/>
        </pc:sldMkLst>
      </pc:sldChg>
      <pc:sldChg chg="del">
        <pc:chgData name="Sahaaya Arul Mary S A" userId="5e9c2bd099f20264" providerId="LiveId" clId="{B6938361-616B-4703-96CD-0941F5E2DE98}" dt="2023-06-25T09:09:18.671" v="29" actId="47"/>
        <pc:sldMkLst>
          <pc:docMk/>
          <pc:sldMk cId="0" sldId="276"/>
        </pc:sldMkLst>
      </pc:sldChg>
      <pc:sldChg chg="del">
        <pc:chgData name="Sahaaya Arul Mary S A" userId="5e9c2bd099f20264" providerId="LiveId" clId="{B6938361-616B-4703-96CD-0941F5E2DE98}" dt="2023-06-25T09:09:18.924" v="30" actId="47"/>
        <pc:sldMkLst>
          <pc:docMk/>
          <pc:sldMk cId="0" sldId="277"/>
        </pc:sldMkLst>
      </pc:sldChg>
      <pc:sldChg chg="del">
        <pc:chgData name="Sahaaya Arul Mary S A" userId="5e9c2bd099f20264" providerId="LiveId" clId="{B6938361-616B-4703-96CD-0941F5E2DE98}" dt="2023-06-25T09:09:19.132" v="31" actId="47"/>
        <pc:sldMkLst>
          <pc:docMk/>
          <pc:sldMk cId="0" sldId="278"/>
        </pc:sldMkLst>
      </pc:sldChg>
      <pc:sldChg chg="del">
        <pc:chgData name="Sahaaya Arul Mary S A" userId="5e9c2bd099f20264" providerId="LiveId" clId="{B6938361-616B-4703-96CD-0941F5E2DE98}" dt="2023-06-25T09:09:19.367" v="32" actId="47"/>
        <pc:sldMkLst>
          <pc:docMk/>
          <pc:sldMk cId="0" sldId="281"/>
        </pc:sldMkLst>
      </pc:sldChg>
      <pc:sldChg chg="del">
        <pc:chgData name="Sahaaya Arul Mary S A" userId="5e9c2bd099f20264" providerId="LiveId" clId="{B6938361-616B-4703-96CD-0941F5E2DE98}" dt="2023-06-25T09:09:12.200" v="0" actId="47"/>
        <pc:sldMkLst>
          <pc:docMk/>
          <pc:sldMk cId="0" sldId="283"/>
        </pc:sldMkLst>
      </pc:sldChg>
      <pc:sldChg chg="del">
        <pc:chgData name="Sahaaya Arul Mary S A" userId="5e9c2bd099f20264" providerId="LiveId" clId="{B6938361-616B-4703-96CD-0941F5E2DE98}" dt="2023-06-25T09:09:19.592" v="33" actId="47"/>
        <pc:sldMkLst>
          <pc:docMk/>
          <pc:sldMk cId="0" sldId="284"/>
        </pc:sldMkLst>
      </pc:sldChg>
      <pc:sldChg chg="del">
        <pc:chgData name="Sahaaya Arul Mary S A" userId="5e9c2bd099f20264" providerId="LiveId" clId="{B6938361-616B-4703-96CD-0941F5E2DE98}" dt="2023-06-25T09:09:19.833" v="34" actId="47"/>
        <pc:sldMkLst>
          <pc:docMk/>
          <pc:sldMk cId="0" sldId="285"/>
        </pc:sldMkLst>
      </pc:sldChg>
      <pc:sldChg chg="del">
        <pc:chgData name="Sahaaya Arul Mary S A" userId="5e9c2bd099f20264" providerId="LiveId" clId="{B6938361-616B-4703-96CD-0941F5E2DE98}" dt="2023-06-25T09:09:20.048" v="35" actId="47"/>
        <pc:sldMkLst>
          <pc:docMk/>
          <pc:sldMk cId="0" sldId="286"/>
        </pc:sldMkLst>
      </pc:sldChg>
      <pc:sldChg chg="del">
        <pc:chgData name="Sahaaya Arul Mary S A" userId="5e9c2bd099f20264" providerId="LiveId" clId="{B6938361-616B-4703-96CD-0941F5E2DE98}" dt="2023-06-25T09:09:20.269" v="36" actId="47"/>
        <pc:sldMkLst>
          <pc:docMk/>
          <pc:sldMk cId="0" sldId="287"/>
        </pc:sldMkLst>
      </pc:sldChg>
      <pc:sldChg chg="del">
        <pc:chgData name="Sahaaya Arul Mary S A" userId="5e9c2bd099f20264" providerId="LiveId" clId="{B6938361-616B-4703-96CD-0941F5E2DE98}" dt="2023-06-25T09:09:21.489" v="38" actId="47"/>
        <pc:sldMkLst>
          <pc:docMk/>
          <pc:sldMk cId="0" sldId="288"/>
        </pc:sldMkLst>
      </pc:sldChg>
      <pc:sldChg chg="del">
        <pc:chgData name="Sahaaya Arul Mary S A" userId="5e9c2bd099f20264" providerId="LiveId" clId="{B6938361-616B-4703-96CD-0941F5E2DE98}" dt="2023-06-25T09:09:21.758" v="39" actId="47"/>
        <pc:sldMkLst>
          <pc:docMk/>
          <pc:sldMk cId="0" sldId="289"/>
        </pc:sldMkLst>
      </pc:sldChg>
      <pc:sldChg chg="del">
        <pc:chgData name="Sahaaya Arul Mary S A" userId="5e9c2bd099f20264" providerId="LiveId" clId="{B6938361-616B-4703-96CD-0941F5E2DE98}" dt="2023-06-25T09:09:22.093" v="40" actId="47"/>
        <pc:sldMkLst>
          <pc:docMk/>
          <pc:sldMk cId="0" sldId="290"/>
        </pc:sldMkLst>
      </pc:sldChg>
      <pc:sldChg chg="del">
        <pc:chgData name="Sahaaya Arul Mary S A" userId="5e9c2bd099f20264" providerId="LiveId" clId="{B6938361-616B-4703-96CD-0941F5E2DE98}" dt="2023-06-25T09:09:22.849" v="41" actId="47"/>
        <pc:sldMkLst>
          <pc:docMk/>
          <pc:sldMk cId="0" sldId="291"/>
        </pc:sldMkLst>
      </pc:sldChg>
      <pc:sldChg chg="del">
        <pc:chgData name="Sahaaya Arul Mary S A" userId="5e9c2bd099f20264" providerId="LiveId" clId="{B6938361-616B-4703-96CD-0941F5E2DE98}" dt="2023-06-25T09:09:23.105" v="42" actId="47"/>
        <pc:sldMkLst>
          <pc:docMk/>
          <pc:sldMk cId="0" sldId="292"/>
        </pc:sldMkLst>
      </pc:sldChg>
      <pc:sldChg chg="del">
        <pc:chgData name="Sahaaya Arul Mary S A" userId="5e9c2bd099f20264" providerId="LiveId" clId="{B6938361-616B-4703-96CD-0941F5E2DE98}" dt="2023-06-25T09:09:23.577" v="44" actId="47"/>
        <pc:sldMkLst>
          <pc:docMk/>
          <pc:sldMk cId="0" sldId="293"/>
        </pc:sldMkLst>
      </pc:sldChg>
      <pc:sldChg chg="del">
        <pc:chgData name="Sahaaya Arul Mary S A" userId="5e9c2bd099f20264" providerId="LiveId" clId="{B6938361-616B-4703-96CD-0941F5E2DE98}" dt="2023-06-25T09:09:21.235" v="37" actId="47"/>
        <pc:sldMkLst>
          <pc:docMk/>
          <pc:sldMk cId="0" sldId="294"/>
        </pc:sldMkLst>
      </pc:sldChg>
      <pc:sldChg chg="del">
        <pc:chgData name="Sahaaya Arul Mary S A" userId="5e9c2bd099f20264" providerId="LiveId" clId="{B6938361-616B-4703-96CD-0941F5E2DE98}" dt="2023-06-25T09:09:23.340" v="43" actId="47"/>
        <pc:sldMkLst>
          <pc:docMk/>
          <pc:sldMk cId="0" sldId="295"/>
        </pc:sldMkLst>
      </pc:sldChg>
      <pc:sldChg chg="del">
        <pc:chgData name="Sahaaya Arul Mary S A" userId="5e9c2bd099f20264" providerId="LiveId" clId="{B6938361-616B-4703-96CD-0941F5E2DE98}" dt="2023-06-25T09:09:23.814" v="45" actId="47"/>
        <pc:sldMkLst>
          <pc:docMk/>
          <pc:sldMk cId="0" sldId="296"/>
        </pc:sldMkLst>
      </pc:sldChg>
      <pc:sldChg chg="del">
        <pc:chgData name="Sahaaya Arul Mary S A" userId="5e9c2bd099f20264" providerId="LiveId" clId="{B6938361-616B-4703-96CD-0941F5E2DE98}" dt="2023-06-25T09:09:12.706" v="2" actId="47"/>
        <pc:sldMkLst>
          <pc:docMk/>
          <pc:sldMk cId="0" sldId="301"/>
        </pc:sldMkLst>
      </pc:sldChg>
      <pc:sldChg chg="del">
        <pc:chgData name="Sahaaya Arul Mary S A" userId="5e9c2bd099f20264" providerId="LiveId" clId="{B6938361-616B-4703-96CD-0941F5E2DE98}" dt="2023-06-25T09:09:13.576" v="6" actId="47"/>
        <pc:sldMkLst>
          <pc:docMk/>
          <pc:sldMk cId="0" sldId="303"/>
        </pc:sldMkLst>
      </pc:sldChg>
      <pc:sldChg chg="del">
        <pc:chgData name="Sahaaya Arul Mary S A" userId="5e9c2bd099f20264" providerId="LiveId" clId="{B6938361-616B-4703-96CD-0941F5E2DE98}" dt="2023-06-25T09:09:24.099" v="46" actId="47"/>
        <pc:sldMkLst>
          <pc:docMk/>
          <pc:sldMk cId="0" sldId="321"/>
        </pc:sldMkLst>
      </pc:sldChg>
      <pc:sldChg chg="del">
        <pc:chgData name="Sahaaya Arul Mary S A" userId="5e9c2bd099f20264" providerId="LiveId" clId="{B6938361-616B-4703-96CD-0941F5E2DE98}" dt="2023-06-25T09:09:24.399" v="47" actId="47"/>
        <pc:sldMkLst>
          <pc:docMk/>
          <pc:sldMk cId="0" sldId="322"/>
        </pc:sldMkLst>
      </pc:sldChg>
      <pc:sldChg chg="del">
        <pc:chgData name="Sahaaya Arul Mary S A" userId="5e9c2bd099f20264" providerId="LiveId" clId="{B6938361-616B-4703-96CD-0941F5E2DE98}" dt="2023-06-25T09:09:24.737" v="48" actId="47"/>
        <pc:sldMkLst>
          <pc:docMk/>
          <pc:sldMk cId="0" sldId="323"/>
        </pc:sldMkLst>
      </pc:sldChg>
      <pc:sldChg chg="del">
        <pc:chgData name="Sahaaya Arul Mary S A" userId="5e9c2bd099f20264" providerId="LiveId" clId="{B6938361-616B-4703-96CD-0941F5E2DE98}" dt="2023-06-25T09:09:25.240" v="49" actId="47"/>
        <pc:sldMkLst>
          <pc:docMk/>
          <pc:sldMk cId="0" sldId="324"/>
        </pc:sldMkLst>
      </pc:sldChg>
      <pc:sldChg chg="del">
        <pc:chgData name="Sahaaya Arul Mary S A" userId="5e9c2bd099f20264" providerId="LiveId" clId="{B6938361-616B-4703-96CD-0941F5E2DE98}" dt="2023-06-25T09:09:25.574" v="50" actId="47"/>
        <pc:sldMkLst>
          <pc:docMk/>
          <pc:sldMk cId="0" sldId="325"/>
        </pc:sldMkLst>
      </pc:sldChg>
      <pc:sldChg chg="del">
        <pc:chgData name="Sahaaya Arul Mary S A" userId="5e9c2bd099f20264" providerId="LiveId" clId="{B6938361-616B-4703-96CD-0941F5E2DE98}" dt="2023-06-25T09:09:14.209" v="9" actId="47"/>
        <pc:sldMkLst>
          <pc:docMk/>
          <pc:sldMk cId="2814100229" sldId="328"/>
        </pc:sldMkLst>
      </pc:sldChg>
      <pc:sldChg chg="del">
        <pc:chgData name="Sahaaya Arul Mary S A" userId="5e9c2bd099f20264" providerId="LiveId" clId="{B6938361-616B-4703-96CD-0941F5E2DE98}" dt="2023-06-25T09:09:14.607" v="11" actId="47"/>
        <pc:sldMkLst>
          <pc:docMk/>
          <pc:sldMk cId="2133308261" sldId="329"/>
        </pc:sldMkLst>
      </pc:sldChg>
      <pc:sldChg chg="del">
        <pc:chgData name="Sahaaya Arul Mary S A" userId="5e9c2bd099f20264" providerId="LiveId" clId="{B6938361-616B-4703-96CD-0941F5E2DE98}" dt="2023-06-25T09:09:14.415" v="10" actId="47"/>
        <pc:sldMkLst>
          <pc:docMk/>
          <pc:sldMk cId="1695215987" sldId="330"/>
        </pc:sldMkLst>
      </pc:sldChg>
      <pc:sldChg chg="del">
        <pc:chgData name="Sahaaya Arul Mary S A" userId="5e9c2bd099f20264" providerId="LiveId" clId="{B6938361-616B-4703-96CD-0941F5E2DE98}" dt="2023-06-25T09:09:14.847" v="12" actId="47"/>
        <pc:sldMkLst>
          <pc:docMk/>
          <pc:sldMk cId="1336804558" sldId="331"/>
        </pc:sldMkLst>
      </pc:sldChg>
      <pc:sldChg chg="del">
        <pc:chgData name="Sahaaya Arul Mary S A" userId="5e9c2bd099f20264" providerId="LiveId" clId="{B6938361-616B-4703-96CD-0941F5E2DE98}" dt="2023-06-25T09:09:15.080" v="13" actId="47"/>
        <pc:sldMkLst>
          <pc:docMk/>
          <pc:sldMk cId="1302958106" sldId="332"/>
        </pc:sldMkLst>
      </pc:sldChg>
      <pc:sldChg chg="del">
        <pc:chgData name="Sahaaya Arul Mary S A" userId="5e9c2bd099f20264" providerId="LiveId" clId="{B6938361-616B-4703-96CD-0941F5E2DE98}" dt="2023-06-25T09:09:15.303" v="14" actId="47"/>
        <pc:sldMkLst>
          <pc:docMk/>
          <pc:sldMk cId="3352916690" sldId="333"/>
        </pc:sldMkLst>
      </pc:sldChg>
      <pc:sldChg chg="del">
        <pc:chgData name="Sahaaya Arul Mary S A" userId="5e9c2bd099f20264" providerId="LiveId" clId="{B6938361-616B-4703-96CD-0941F5E2DE98}" dt="2023-06-25T09:09:15.540" v="15" actId="47"/>
        <pc:sldMkLst>
          <pc:docMk/>
          <pc:sldMk cId="502753161" sldId="334"/>
        </pc:sldMkLst>
      </pc:sldChg>
      <pc:sldChg chg="del">
        <pc:chgData name="Sahaaya Arul Mary S A" userId="5e9c2bd099f20264" providerId="LiveId" clId="{B6938361-616B-4703-96CD-0941F5E2DE98}" dt="2023-06-25T09:09:15.762" v="16" actId="47"/>
        <pc:sldMkLst>
          <pc:docMk/>
          <pc:sldMk cId="4009829458" sldId="335"/>
        </pc:sldMkLst>
      </pc:sldChg>
      <pc:sldChg chg="del">
        <pc:chgData name="Sahaaya Arul Mary S A" userId="5e9c2bd099f20264" providerId="LiveId" clId="{B6938361-616B-4703-96CD-0941F5E2DE98}" dt="2023-06-25T09:09:15.984" v="17" actId="47"/>
        <pc:sldMkLst>
          <pc:docMk/>
          <pc:sldMk cId="4179822156" sldId="336"/>
        </pc:sldMkLst>
      </pc:sldChg>
      <pc:sldChg chg="del">
        <pc:chgData name="Sahaaya Arul Mary S A" userId="5e9c2bd099f20264" providerId="LiveId" clId="{B6938361-616B-4703-96CD-0941F5E2DE98}" dt="2023-06-25T09:09:27.171" v="53" actId="47"/>
        <pc:sldMkLst>
          <pc:docMk/>
          <pc:sldMk cId="567342230" sldId="337"/>
        </pc:sldMkLst>
      </pc:sldChg>
      <pc:sldChg chg="del">
        <pc:chgData name="Sahaaya Arul Mary S A" userId="5e9c2bd099f20264" providerId="LiveId" clId="{B6938361-616B-4703-96CD-0941F5E2DE98}" dt="2023-06-25T09:09:28.973" v="58" actId="47"/>
        <pc:sldMkLst>
          <pc:docMk/>
          <pc:sldMk cId="3158031212" sldId="338"/>
        </pc:sldMkLst>
      </pc:sldChg>
      <pc:sldChg chg="del">
        <pc:chgData name="Sahaaya Arul Mary S A" userId="5e9c2bd099f20264" providerId="LiveId" clId="{B6938361-616B-4703-96CD-0941F5E2DE98}" dt="2023-06-25T09:09:28.688" v="57" actId="47"/>
        <pc:sldMkLst>
          <pc:docMk/>
          <pc:sldMk cId="2521942761" sldId="340"/>
        </pc:sldMkLst>
      </pc:sldChg>
      <pc:sldChg chg="del">
        <pc:chgData name="Sahaaya Arul Mary S A" userId="5e9c2bd099f20264" providerId="LiveId" clId="{B6938361-616B-4703-96CD-0941F5E2DE98}" dt="2023-06-25T09:09:28.119" v="55" actId="47"/>
        <pc:sldMkLst>
          <pc:docMk/>
          <pc:sldMk cId="2876986772" sldId="342"/>
        </pc:sldMkLst>
      </pc:sldChg>
      <pc:sldChg chg="del">
        <pc:chgData name="Sahaaya Arul Mary S A" userId="5e9c2bd099f20264" providerId="LiveId" clId="{B6938361-616B-4703-96CD-0941F5E2DE98}" dt="2023-06-25T09:09:27.693" v="54" actId="47"/>
        <pc:sldMkLst>
          <pc:docMk/>
          <pc:sldMk cId="3896350668" sldId="343"/>
        </pc:sldMkLst>
      </pc:sldChg>
      <pc:sldChg chg="del">
        <pc:chgData name="Sahaaya Arul Mary S A" userId="5e9c2bd099f20264" providerId="LiveId" clId="{B6938361-616B-4703-96CD-0941F5E2DE98}" dt="2023-06-25T09:09:25.977" v="51" actId="47"/>
        <pc:sldMkLst>
          <pc:docMk/>
          <pc:sldMk cId="1353444673" sldId="344"/>
        </pc:sldMkLst>
      </pc:sldChg>
      <pc:sldChg chg="del">
        <pc:chgData name="Sahaaya Arul Mary S A" userId="5e9c2bd099f20264" providerId="LiveId" clId="{B6938361-616B-4703-96CD-0941F5E2DE98}" dt="2023-06-25T09:09:26.593" v="52" actId="47"/>
        <pc:sldMkLst>
          <pc:docMk/>
          <pc:sldMk cId="3803485347" sldId="345"/>
        </pc:sldMkLst>
      </pc:sldChg>
      <pc:sldChg chg="del">
        <pc:chgData name="Sahaaya Arul Mary S A" userId="5e9c2bd099f20264" providerId="LiveId" clId="{B6938361-616B-4703-96CD-0941F5E2DE98}" dt="2023-06-25T09:09:28.419" v="56" actId="47"/>
        <pc:sldMkLst>
          <pc:docMk/>
          <pc:sldMk cId="4146962393" sldId="346"/>
        </pc:sldMkLst>
      </pc:sldChg>
      <pc:sldChg chg="del">
        <pc:chgData name="Sahaaya Arul Mary S A" userId="5e9c2bd099f20264" providerId="LiveId" clId="{B6938361-616B-4703-96CD-0941F5E2DE98}" dt="2023-06-25T09:09:29.606" v="59" actId="47"/>
        <pc:sldMkLst>
          <pc:docMk/>
          <pc:sldMk cId="353035047" sldId="352"/>
        </pc:sldMkLst>
      </pc:sldChg>
      <pc:sldChg chg="del">
        <pc:chgData name="Sahaaya Arul Mary S A" userId="5e9c2bd099f20264" providerId="LiveId" clId="{B6938361-616B-4703-96CD-0941F5E2DE98}" dt="2023-06-25T09:09:32.607" v="60" actId="47"/>
        <pc:sldMkLst>
          <pc:docMk/>
          <pc:sldMk cId="1089070877" sldId="360"/>
        </pc:sldMkLst>
      </pc:sldChg>
      <pc:sldChg chg="del">
        <pc:chgData name="Sahaaya Arul Mary S A" userId="5e9c2bd099f20264" providerId="LiveId" clId="{B6938361-616B-4703-96CD-0941F5E2DE98}" dt="2023-06-25T09:09:33.257" v="61" actId="47"/>
        <pc:sldMkLst>
          <pc:docMk/>
          <pc:sldMk cId="2458409291" sldId="361"/>
        </pc:sldMkLst>
      </pc:sldChg>
      <pc:sldChg chg="del">
        <pc:chgData name="Sahaaya Arul Mary S A" userId="5e9c2bd099f20264" providerId="LiveId" clId="{B6938361-616B-4703-96CD-0941F5E2DE98}" dt="2023-06-25T09:09:36.308" v="62" actId="47"/>
        <pc:sldMkLst>
          <pc:docMk/>
          <pc:sldMk cId="2976168169" sldId="362"/>
        </pc:sldMkLst>
      </pc:sldChg>
      <pc:sldChg chg="del">
        <pc:chgData name="Sahaaya Arul Mary S A" userId="5e9c2bd099f20264" providerId="LiveId" clId="{B6938361-616B-4703-96CD-0941F5E2DE98}" dt="2023-06-25T09:09:37.303" v="63" actId="47"/>
        <pc:sldMkLst>
          <pc:docMk/>
          <pc:sldMk cId="2646776566" sldId="3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4019C-9318-4E28-AB6A-10DD60EFFDB4}" type="datetimeFigureOut">
              <a:rPr lang="en-IN" smtClean="0"/>
              <a:t>25-06-2023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2D8D0-E1BF-482E-A38E-15F196D87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228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000" y="737743"/>
            <a:ext cx="6767195" cy="544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710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00219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715435" cy="6643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8429684" cy="6215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04" y="1033983"/>
            <a:ext cx="3375025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b="1" spc="-25" dirty="0">
                <a:latin typeface="Calibri"/>
                <a:cs typeface="Calibri"/>
              </a:rPr>
              <a:t>Control</a:t>
            </a:r>
            <a:r>
              <a:rPr sz="5000" b="1" spc="-45" dirty="0">
                <a:latin typeface="Calibri"/>
                <a:cs typeface="Calibri"/>
              </a:rPr>
              <a:t> </a:t>
            </a:r>
            <a:r>
              <a:rPr sz="5000" b="1" spc="-10" dirty="0">
                <a:latin typeface="Calibri"/>
                <a:cs typeface="Calibri"/>
              </a:rPr>
              <a:t>Flow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2339706"/>
            <a:ext cx="6627495" cy="17824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spc="-10" dirty="0">
                <a:latin typeface="Constantia"/>
                <a:cs typeface="Constantia"/>
              </a:rPr>
              <a:t>boolean</a:t>
            </a:r>
            <a:r>
              <a:rPr sz="3200" spc="-95" dirty="0">
                <a:latin typeface="Constantia"/>
                <a:cs typeface="Constantia"/>
              </a:rPr>
              <a:t> </a:t>
            </a:r>
            <a:r>
              <a:rPr sz="3200" spc="-15" dirty="0">
                <a:latin typeface="Constantia"/>
                <a:cs typeface="Constantia"/>
              </a:rPr>
              <a:t>expressions</a:t>
            </a:r>
            <a:r>
              <a:rPr sz="3200" spc="-114" dirty="0">
                <a:latin typeface="Constantia"/>
                <a:cs typeface="Constantia"/>
              </a:rPr>
              <a:t> </a:t>
            </a:r>
            <a:r>
              <a:rPr sz="3200" spc="-20" dirty="0">
                <a:latin typeface="Constantia"/>
                <a:cs typeface="Constantia"/>
              </a:rPr>
              <a:t>are</a:t>
            </a:r>
            <a:r>
              <a:rPr sz="3200" spc="-160" dirty="0">
                <a:latin typeface="Constantia"/>
                <a:cs typeface="Constantia"/>
              </a:rPr>
              <a:t> </a:t>
            </a:r>
            <a:r>
              <a:rPr sz="3200" spc="-15" dirty="0">
                <a:latin typeface="Constantia"/>
                <a:cs typeface="Constantia"/>
              </a:rPr>
              <a:t>often</a:t>
            </a:r>
            <a:r>
              <a:rPr sz="3200" spc="-95" dirty="0">
                <a:latin typeface="Constantia"/>
                <a:cs typeface="Constantia"/>
              </a:rPr>
              <a:t> </a:t>
            </a:r>
            <a:r>
              <a:rPr sz="3200" spc="-5" dirty="0">
                <a:latin typeface="Constantia"/>
                <a:cs typeface="Constantia"/>
              </a:rPr>
              <a:t>used</a:t>
            </a:r>
            <a:r>
              <a:rPr sz="3200" spc="-55" dirty="0">
                <a:latin typeface="Constantia"/>
                <a:cs typeface="Constantia"/>
              </a:rPr>
              <a:t> </a:t>
            </a:r>
            <a:r>
              <a:rPr sz="3200" spc="-20" dirty="0">
                <a:latin typeface="Constantia"/>
                <a:cs typeface="Constantia"/>
              </a:rPr>
              <a:t>to:</a:t>
            </a:r>
            <a:endParaRPr sz="3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5312"/>
              <a:buFont typeface="Segoe UI Symbol"/>
              <a:buChar char="⚫"/>
              <a:tabLst>
                <a:tab pos="287020" algn="l"/>
              </a:tabLst>
            </a:pPr>
            <a:r>
              <a:rPr sz="3200" i="1" spc="-20" dirty="0">
                <a:latin typeface="Constantia"/>
                <a:cs typeface="Constantia"/>
              </a:rPr>
              <a:t>Alter</a:t>
            </a:r>
            <a:r>
              <a:rPr sz="3200" i="1" spc="10" dirty="0">
                <a:latin typeface="Constantia"/>
                <a:cs typeface="Constantia"/>
              </a:rPr>
              <a:t> </a:t>
            </a:r>
            <a:r>
              <a:rPr sz="3200" i="1" spc="-25" dirty="0">
                <a:latin typeface="Constantia"/>
                <a:cs typeface="Constantia"/>
              </a:rPr>
              <a:t>the</a:t>
            </a:r>
            <a:r>
              <a:rPr sz="3200" i="1" spc="-20" dirty="0">
                <a:latin typeface="Constantia"/>
                <a:cs typeface="Constantia"/>
              </a:rPr>
              <a:t> </a:t>
            </a:r>
            <a:r>
              <a:rPr sz="3200" i="1" spc="50" dirty="0">
                <a:latin typeface="Constantia"/>
                <a:cs typeface="Constantia"/>
              </a:rPr>
              <a:t>flow</a:t>
            </a:r>
            <a:r>
              <a:rPr sz="3200" i="1" spc="-15" dirty="0">
                <a:latin typeface="Constantia"/>
                <a:cs typeface="Constantia"/>
              </a:rPr>
              <a:t> </a:t>
            </a:r>
            <a:r>
              <a:rPr sz="3200" i="1" spc="-5" dirty="0">
                <a:latin typeface="Constantia"/>
                <a:cs typeface="Constantia"/>
              </a:rPr>
              <a:t>of</a:t>
            </a:r>
            <a:r>
              <a:rPr sz="3200" i="1" spc="-15" dirty="0">
                <a:latin typeface="Constantia"/>
                <a:cs typeface="Constantia"/>
              </a:rPr>
              <a:t> control.</a:t>
            </a:r>
            <a:endParaRPr sz="3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5312"/>
              <a:buFont typeface="Segoe UI Symbol"/>
              <a:buChar char="⚫"/>
              <a:tabLst>
                <a:tab pos="287020" algn="l"/>
              </a:tabLst>
            </a:pPr>
            <a:r>
              <a:rPr sz="3200" i="1" spc="-30" dirty="0">
                <a:latin typeface="Constantia"/>
                <a:cs typeface="Constantia"/>
              </a:rPr>
              <a:t>Compute</a:t>
            </a:r>
            <a:r>
              <a:rPr sz="3200" i="1" spc="30" dirty="0">
                <a:latin typeface="Constantia"/>
                <a:cs typeface="Constantia"/>
              </a:rPr>
              <a:t> </a:t>
            </a:r>
            <a:r>
              <a:rPr sz="3200" i="1" spc="-10" dirty="0">
                <a:latin typeface="Constantia"/>
                <a:cs typeface="Constantia"/>
              </a:rPr>
              <a:t>logical</a:t>
            </a:r>
            <a:r>
              <a:rPr sz="3200" i="1" spc="5" dirty="0">
                <a:latin typeface="Constantia"/>
                <a:cs typeface="Constantia"/>
              </a:rPr>
              <a:t> </a:t>
            </a:r>
            <a:r>
              <a:rPr sz="3200" i="1" spc="-20" dirty="0">
                <a:latin typeface="Constantia"/>
                <a:cs typeface="Constantia"/>
              </a:rPr>
              <a:t>values.</a:t>
            </a:r>
            <a:endParaRPr sz="3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504" y="1033983"/>
            <a:ext cx="4791075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0" b="1" spc="-10" dirty="0">
                <a:latin typeface="Calibri"/>
                <a:cs typeface="Calibri"/>
              </a:rPr>
              <a:t>Short-Circuit</a:t>
            </a:r>
            <a:r>
              <a:rPr sz="5000" b="1" spc="-35" dirty="0">
                <a:latin typeface="Calibri"/>
                <a:cs typeface="Calibri"/>
              </a:rPr>
              <a:t> </a:t>
            </a:r>
            <a:r>
              <a:rPr sz="5000" b="1" spc="-10" dirty="0">
                <a:latin typeface="Calibri"/>
                <a:cs typeface="Calibri"/>
              </a:rPr>
              <a:t>Code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57400"/>
            <a:ext cx="7315200" cy="3779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2971797"/>
            <a:ext cx="5464595" cy="21305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6244" y="1962734"/>
            <a:ext cx="199390" cy="1354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910" dirty="0">
                <a:solidFill>
                  <a:srgbClr val="0AD0D9"/>
                </a:solidFill>
                <a:latin typeface="Segoe UI Symbol"/>
                <a:cs typeface="Segoe UI Symbol"/>
              </a:rPr>
              <a:t>⚫</a:t>
            </a:r>
            <a:endParaRPr sz="24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2450" spc="-915" dirty="0">
                <a:solidFill>
                  <a:srgbClr val="0AD0D9"/>
                </a:solidFill>
                <a:latin typeface="Segoe UI Symbol"/>
                <a:cs typeface="Segoe UI Symbol"/>
              </a:rPr>
              <a:t>⚫</a:t>
            </a:r>
            <a:endParaRPr sz="24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734" y="-62110"/>
            <a:ext cx="7527925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1800" b="1" spc="-5" dirty="0"/>
              <a:t>Translation of Boolean expression  (or)</a:t>
            </a:r>
            <a:br>
              <a:rPr lang="en-IN" sz="1800" b="1" spc="-5" dirty="0"/>
            </a:br>
            <a:r>
              <a:rPr lang="en-IN" sz="1800" b="1" spc="-5" dirty="0"/>
              <a:t>Control flow translations with Boolean expressions (or)</a:t>
            </a:r>
            <a:br>
              <a:rPr lang="en-IN" sz="1800" b="1" spc="-5" dirty="0"/>
            </a:br>
            <a:r>
              <a:rPr lang="en-IN" sz="1800" b="1" spc="-5" dirty="0"/>
              <a:t>SDD of Three address code for Boolean expressions  (or)</a:t>
            </a:r>
            <a:br>
              <a:rPr lang="en-IN" sz="1800" b="1" spc="-5" dirty="0"/>
            </a:br>
            <a:r>
              <a:rPr sz="1800" b="1" spc="-5" dirty="0"/>
              <a:t>Generating</a:t>
            </a:r>
            <a:r>
              <a:rPr sz="1800" b="1" spc="-85" dirty="0"/>
              <a:t> </a:t>
            </a:r>
            <a:r>
              <a:rPr sz="1800" b="1" spc="-5" dirty="0"/>
              <a:t>three-address</a:t>
            </a:r>
            <a:r>
              <a:rPr sz="1800" b="1" spc="-110" dirty="0"/>
              <a:t> </a:t>
            </a:r>
            <a:r>
              <a:rPr sz="1800" b="1" spc="-5" dirty="0"/>
              <a:t>code</a:t>
            </a:r>
            <a:r>
              <a:rPr sz="1800" b="1" spc="-25" dirty="0"/>
              <a:t> for</a:t>
            </a:r>
            <a:r>
              <a:rPr sz="1800" b="1" spc="-10" dirty="0"/>
              <a:t> </a:t>
            </a:r>
            <a:r>
              <a:rPr sz="1800" b="1" spc="5" dirty="0"/>
              <a:t>booleans</a:t>
            </a:r>
            <a:endParaRPr sz="1800" b="1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99" y="1124744"/>
            <a:ext cx="6037860" cy="55226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504" y="1161999"/>
            <a:ext cx="76003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15" dirty="0"/>
              <a:t>translation</a:t>
            </a:r>
            <a:r>
              <a:rPr sz="4200" spc="20" dirty="0"/>
              <a:t> </a:t>
            </a:r>
            <a:r>
              <a:rPr sz="4200" spc="-5" dirty="0"/>
              <a:t>of</a:t>
            </a:r>
            <a:r>
              <a:rPr sz="4200" spc="-15" dirty="0"/>
              <a:t> </a:t>
            </a:r>
            <a:r>
              <a:rPr sz="4200" dirty="0"/>
              <a:t>a</a:t>
            </a:r>
            <a:r>
              <a:rPr sz="4200" spc="5" dirty="0"/>
              <a:t> </a:t>
            </a:r>
            <a:r>
              <a:rPr sz="4200" spc="-5" dirty="0"/>
              <a:t>simple</a:t>
            </a:r>
            <a:r>
              <a:rPr sz="4200" spc="-30" dirty="0"/>
              <a:t> </a:t>
            </a:r>
            <a:r>
              <a:rPr sz="4200" spc="-20" dirty="0"/>
              <a:t>if-statement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536244" y="1962734"/>
            <a:ext cx="199390" cy="1354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910" dirty="0">
                <a:solidFill>
                  <a:srgbClr val="0AD0D9"/>
                </a:solidFill>
                <a:latin typeface="Segoe UI Symbol"/>
                <a:cs typeface="Segoe UI Symbol"/>
              </a:rPr>
              <a:t>⚫</a:t>
            </a:r>
            <a:endParaRPr sz="24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2450" spc="-915" dirty="0">
                <a:solidFill>
                  <a:srgbClr val="0AD0D9"/>
                </a:solidFill>
                <a:latin typeface="Segoe UI Symbol"/>
                <a:cs typeface="Segoe UI Symbol"/>
              </a:rPr>
              <a:t>⚫</a:t>
            </a:r>
            <a:endParaRPr sz="2450">
              <a:latin typeface="Segoe UI Symbol"/>
              <a:cs typeface="Segoe UI Symbo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2057407"/>
            <a:ext cx="6272315" cy="3504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048000"/>
            <a:ext cx="350520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042691-14D8-A399-C3F5-4A27E2F79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0E8993-7D6C-B38B-9CB0-419915B1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140968"/>
            <a:ext cx="3317317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72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30999-B535-912F-569F-6FB891B0F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692696"/>
            <a:ext cx="8367485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75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8FECF-C0A6-8AB8-8FDC-05EAB23EE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16632"/>
            <a:ext cx="4445311" cy="2877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CB602A-2311-0D99-EE54-01A502059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815" y="116632"/>
            <a:ext cx="4195649" cy="28313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A0C2C6-0E3F-92D7-024A-07EA6C80E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79" y="3068960"/>
            <a:ext cx="8367485" cy="35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74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04" y="1033983"/>
            <a:ext cx="3447415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spc="-15" dirty="0"/>
              <a:t>Backpatching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36244" y="1898726"/>
            <a:ext cx="7985125" cy="384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160"/>
              </a:lnSpc>
              <a:spcBef>
                <a:spcPts val="9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10" dirty="0">
                <a:latin typeface="Constantia"/>
                <a:cs typeface="Constantia"/>
              </a:rPr>
              <a:t>Previous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codes</a:t>
            </a:r>
            <a:r>
              <a:rPr sz="2000" spc="-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for</a:t>
            </a:r>
            <a:r>
              <a:rPr sz="2000" spc="44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Boolean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expressions</a:t>
            </a:r>
            <a:r>
              <a:rPr sz="2000" spc="-3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insert</a:t>
            </a:r>
            <a:r>
              <a:rPr sz="2000" spc="-10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symbolic</a:t>
            </a:r>
            <a:r>
              <a:rPr sz="2000" spc="-2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labels</a:t>
            </a:r>
            <a:r>
              <a:rPr sz="2000" spc="-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for</a:t>
            </a:r>
            <a:endParaRPr sz="2000">
              <a:latin typeface="Constantia"/>
              <a:cs typeface="Constantia"/>
            </a:endParaRPr>
          </a:p>
          <a:p>
            <a:pPr marL="287020">
              <a:lnSpc>
                <a:spcPts val="2160"/>
              </a:lnSpc>
            </a:pPr>
            <a:r>
              <a:rPr sz="2000" spc="-15" dirty="0">
                <a:latin typeface="Constantia"/>
                <a:cs typeface="Constantia"/>
              </a:rPr>
              <a:t>jumps</a:t>
            </a:r>
            <a:endParaRPr sz="20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35" dirty="0">
                <a:latin typeface="Constantia"/>
                <a:cs typeface="Constantia"/>
              </a:rPr>
              <a:t>It</a:t>
            </a:r>
            <a:r>
              <a:rPr sz="2000" spc="-80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therefore</a:t>
            </a:r>
            <a:r>
              <a:rPr sz="2000" spc="-4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needs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</a:t>
            </a:r>
            <a:r>
              <a:rPr sz="2000" spc="-6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separate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pass</a:t>
            </a:r>
            <a:r>
              <a:rPr sz="2000" spc="-3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to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set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them</a:t>
            </a:r>
            <a:r>
              <a:rPr sz="2000" spc="-1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to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appropriate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addresses</a:t>
            </a:r>
            <a:endParaRPr sz="20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75" dirty="0">
                <a:latin typeface="Constantia"/>
                <a:cs typeface="Constantia"/>
              </a:rPr>
              <a:t>We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can</a:t>
            </a:r>
            <a:r>
              <a:rPr sz="2000" spc="-5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use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technique</a:t>
            </a:r>
            <a:r>
              <a:rPr sz="2000" spc="-2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named</a:t>
            </a:r>
            <a:r>
              <a:rPr sz="2000" spc="25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backpatching</a:t>
            </a:r>
            <a:r>
              <a:rPr sz="2000" spc="70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to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avoid</a:t>
            </a:r>
            <a:r>
              <a:rPr sz="2000" spc="-5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this</a:t>
            </a:r>
            <a:endParaRPr sz="2000">
              <a:latin typeface="Constantia"/>
              <a:cs typeface="Constantia"/>
            </a:endParaRPr>
          </a:p>
          <a:p>
            <a:pPr marL="287020" indent="-274320">
              <a:lnSpc>
                <a:spcPts val="2160"/>
              </a:lnSpc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75" dirty="0">
                <a:latin typeface="Constantia"/>
                <a:cs typeface="Constantia"/>
              </a:rPr>
              <a:t>We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assume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30" dirty="0">
                <a:latin typeface="Constantia"/>
                <a:cs typeface="Constantia"/>
              </a:rPr>
              <a:t>we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30" dirty="0">
                <a:latin typeface="Constantia"/>
                <a:cs typeface="Constantia"/>
              </a:rPr>
              <a:t>save</a:t>
            </a:r>
            <a:r>
              <a:rPr sz="2000" spc="-4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instructions</a:t>
            </a:r>
            <a:r>
              <a:rPr sz="2000" spc="-20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into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an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array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and</a:t>
            </a:r>
            <a:r>
              <a:rPr sz="2000" spc="2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labels</a:t>
            </a:r>
            <a:r>
              <a:rPr sz="2000" spc="-6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will </a:t>
            </a:r>
            <a:r>
              <a:rPr sz="2000" spc="-10" dirty="0">
                <a:latin typeface="Constantia"/>
                <a:cs typeface="Constantia"/>
              </a:rPr>
              <a:t>be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indices</a:t>
            </a:r>
            <a:endParaRPr sz="2000">
              <a:latin typeface="Constantia"/>
              <a:cs typeface="Constantia"/>
            </a:endParaRPr>
          </a:p>
          <a:p>
            <a:pPr marL="287020">
              <a:lnSpc>
                <a:spcPts val="2160"/>
              </a:lnSpc>
            </a:pPr>
            <a:r>
              <a:rPr sz="2000" dirty="0">
                <a:latin typeface="Constantia"/>
                <a:cs typeface="Constantia"/>
              </a:rPr>
              <a:t>in</a:t>
            </a:r>
            <a:r>
              <a:rPr sz="2000" spc="-8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the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array</a:t>
            </a:r>
            <a:endParaRPr sz="2000">
              <a:latin typeface="Constantia"/>
              <a:cs typeface="Constantia"/>
            </a:endParaRPr>
          </a:p>
          <a:p>
            <a:pPr marL="287020" indent="-274320">
              <a:lnSpc>
                <a:spcPts val="2160"/>
              </a:lnSpc>
              <a:spcBef>
                <a:spcPts val="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30" dirty="0">
                <a:latin typeface="Constantia"/>
                <a:cs typeface="Constantia"/>
              </a:rPr>
              <a:t>For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nonterminal</a:t>
            </a:r>
            <a:r>
              <a:rPr sz="2000" spc="4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B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30" dirty="0">
                <a:latin typeface="Constantia"/>
                <a:cs typeface="Constantia"/>
              </a:rPr>
              <a:t>we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use</a:t>
            </a:r>
            <a:r>
              <a:rPr sz="2000" spc="-6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two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attributes</a:t>
            </a:r>
            <a:r>
              <a:rPr sz="2000" spc="-3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B.truelist</a:t>
            </a:r>
            <a:r>
              <a:rPr sz="2000" spc="-8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and</a:t>
            </a:r>
            <a:r>
              <a:rPr sz="200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B.falselist</a:t>
            </a:r>
            <a:endParaRPr sz="2000">
              <a:latin typeface="Constantia"/>
              <a:cs typeface="Constantia"/>
            </a:endParaRPr>
          </a:p>
          <a:p>
            <a:pPr marL="287020">
              <a:lnSpc>
                <a:spcPts val="2160"/>
              </a:lnSpc>
            </a:pPr>
            <a:r>
              <a:rPr sz="2000" spc="-20" dirty="0">
                <a:latin typeface="Constantia"/>
                <a:cs typeface="Constantia"/>
              </a:rPr>
              <a:t>together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with</a:t>
            </a:r>
            <a:r>
              <a:rPr sz="2000" spc="-25" dirty="0">
                <a:latin typeface="Constantia"/>
                <a:cs typeface="Constantia"/>
              </a:rPr>
              <a:t> </a:t>
            </a:r>
            <a:r>
              <a:rPr sz="2000" spc="-15" dirty="0">
                <a:latin typeface="Constantia"/>
                <a:cs typeface="Constantia"/>
              </a:rPr>
              <a:t>following</a:t>
            </a:r>
            <a:r>
              <a:rPr sz="200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functions:</a:t>
            </a:r>
            <a:endParaRPr sz="2000">
              <a:latin typeface="Constantia"/>
              <a:cs typeface="Constantia"/>
            </a:endParaRPr>
          </a:p>
          <a:p>
            <a:pPr marL="652780" marR="155575" lvl="1" indent="-247015">
              <a:lnSpc>
                <a:spcPts val="1820"/>
              </a:lnSpc>
              <a:spcBef>
                <a:spcPts val="450"/>
              </a:spcBef>
              <a:buClr>
                <a:srgbClr val="0E6EC5"/>
              </a:buClr>
              <a:buSzPct val="84210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1900" spc="-10" dirty="0">
                <a:latin typeface="Constantia"/>
                <a:cs typeface="Constantia"/>
              </a:rPr>
              <a:t>makelist(i):</a:t>
            </a:r>
            <a:r>
              <a:rPr sz="1900" spc="20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create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a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new</a:t>
            </a:r>
            <a:r>
              <a:rPr sz="1900" spc="-4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list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containing</a:t>
            </a:r>
            <a:r>
              <a:rPr sz="1900" spc="-1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only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I,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an</a:t>
            </a:r>
            <a:r>
              <a:rPr sz="1900" spc="-2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index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into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the</a:t>
            </a:r>
            <a:r>
              <a:rPr sz="1900" spc="-85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array </a:t>
            </a:r>
            <a:r>
              <a:rPr sz="1900" spc="-46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of</a:t>
            </a:r>
            <a:r>
              <a:rPr sz="1900" spc="2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instructions</a:t>
            </a:r>
            <a:endParaRPr sz="1900">
              <a:latin typeface="Constantia"/>
              <a:cs typeface="Constantia"/>
            </a:endParaRPr>
          </a:p>
          <a:p>
            <a:pPr marL="652780" lvl="1" indent="-247015">
              <a:lnSpc>
                <a:spcPts val="2055"/>
              </a:lnSpc>
              <a:spcBef>
                <a:spcPts val="20"/>
              </a:spcBef>
              <a:buClr>
                <a:srgbClr val="0E6EC5"/>
              </a:buClr>
              <a:buSzPct val="84210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1900" spc="-15" dirty="0">
                <a:latin typeface="Constantia"/>
                <a:cs typeface="Constantia"/>
              </a:rPr>
              <a:t>Merge(p1,p2):</a:t>
            </a:r>
            <a:r>
              <a:rPr sz="1900" spc="-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concatenates</a:t>
            </a:r>
            <a:r>
              <a:rPr sz="1900" spc="-1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the</a:t>
            </a:r>
            <a:r>
              <a:rPr sz="1900" spc="-3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lists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pointed</a:t>
            </a:r>
            <a:r>
              <a:rPr sz="1900" spc="10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by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p1</a:t>
            </a:r>
            <a:r>
              <a:rPr sz="1900" spc="-1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and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p2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and </a:t>
            </a:r>
            <a:r>
              <a:rPr sz="1900" spc="-10" dirty="0">
                <a:latin typeface="Constantia"/>
                <a:cs typeface="Constantia"/>
              </a:rPr>
              <a:t>returns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a</a:t>
            </a:r>
            <a:endParaRPr sz="1900">
              <a:latin typeface="Constantia"/>
              <a:cs typeface="Constantia"/>
            </a:endParaRPr>
          </a:p>
          <a:p>
            <a:pPr marL="652780">
              <a:lnSpc>
                <a:spcPts val="2055"/>
              </a:lnSpc>
            </a:pPr>
            <a:r>
              <a:rPr sz="1900" spc="-5" dirty="0">
                <a:latin typeface="Constantia"/>
                <a:cs typeface="Constantia"/>
              </a:rPr>
              <a:t>pointer</a:t>
            </a:r>
            <a:r>
              <a:rPr sz="1900" spc="-85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to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the</a:t>
            </a:r>
            <a:r>
              <a:rPr sz="1900" spc="-95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concatenated</a:t>
            </a:r>
            <a:r>
              <a:rPr sz="1900" spc="2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list</a:t>
            </a:r>
            <a:endParaRPr sz="1900">
              <a:latin typeface="Constantia"/>
              <a:cs typeface="Constantia"/>
            </a:endParaRPr>
          </a:p>
          <a:p>
            <a:pPr marL="652780" lvl="1" indent="-247015">
              <a:lnSpc>
                <a:spcPts val="2055"/>
              </a:lnSpc>
              <a:buClr>
                <a:srgbClr val="0E6EC5"/>
              </a:buClr>
              <a:buSzPct val="84210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1900" spc="-10" dirty="0">
                <a:latin typeface="Constantia"/>
                <a:cs typeface="Constantia"/>
              </a:rPr>
              <a:t>Ba</a:t>
            </a:r>
            <a:r>
              <a:rPr sz="1900" spc="-15" dirty="0">
                <a:latin typeface="Constantia"/>
                <a:cs typeface="Constantia"/>
              </a:rPr>
              <a:t>c</a:t>
            </a:r>
            <a:r>
              <a:rPr sz="1900" spc="-5" dirty="0">
                <a:latin typeface="Constantia"/>
                <a:cs typeface="Constantia"/>
              </a:rPr>
              <a:t>k</a:t>
            </a:r>
            <a:r>
              <a:rPr sz="1900" spc="-15" dirty="0">
                <a:latin typeface="Constantia"/>
                <a:cs typeface="Constantia"/>
              </a:rPr>
              <a:t>p</a:t>
            </a:r>
            <a:r>
              <a:rPr sz="1900" spc="-5" dirty="0">
                <a:latin typeface="Constantia"/>
                <a:cs typeface="Constantia"/>
              </a:rPr>
              <a:t>a</a:t>
            </a:r>
            <a:r>
              <a:rPr sz="1900" spc="-25" dirty="0">
                <a:latin typeface="Constantia"/>
                <a:cs typeface="Constantia"/>
              </a:rPr>
              <a:t>t</a:t>
            </a:r>
            <a:r>
              <a:rPr sz="1900" spc="-20" dirty="0">
                <a:latin typeface="Constantia"/>
                <a:cs typeface="Constantia"/>
              </a:rPr>
              <a:t>c</a:t>
            </a:r>
            <a:r>
              <a:rPr sz="1900" spc="-5" dirty="0">
                <a:latin typeface="Constantia"/>
                <a:cs typeface="Constantia"/>
              </a:rPr>
              <a:t>h(</a:t>
            </a:r>
            <a:r>
              <a:rPr sz="1900" spc="-55" dirty="0">
                <a:latin typeface="Constantia"/>
                <a:cs typeface="Constantia"/>
              </a:rPr>
              <a:t>p</a:t>
            </a:r>
            <a:r>
              <a:rPr sz="1900" spc="-15" dirty="0">
                <a:latin typeface="Constantia"/>
                <a:cs typeface="Constantia"/>
              </a:rPr>
              <a:t>,i</a:t>
            </a:r>
            <a:r>
              <a:rPr sz="1900" spc="-5" dirty="0">
                <a:latin typeface="Constantia"/>
                <a:cs typeface="Constantia"/>
              </a:rPr>
              <a:t>):</a:t>
            </a:r>
            <a:r>
              <a:rPr sz="1900" spc="65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i</a:t>
            </a:r>
            <a:r>
              <a:rPr sz="1900" spc="-10" dirty="0">
                <a:latin typeface="Constantia"/>
                <a:cs typeface="Constantia"/>
              </a:rPr>
              <a:t>ns</a:t>
            </a:r>
            <a:r>
              <a:rPr sz="1900" dirty="0">
                <a:latin typeface="Constantia"/>
                <a:cs typeface="Constantia"/>
              </a:rPr>
              <a:t>e</a:t>
            </a:r>
            <a:r>
              <a:rPr sz="1900" spc="-10" dirty="0">
                <a:latin typeface="Constantia"/>
                <a:cs typeface="Constantia"/>
              </a:rPr>
              <a:t>rt</a:t>
            </a:r>
            <a:r>
              <a:rPr sz="1900" spc="-5" dirty="0">
                <a:latin typeface="Constantia"/>
                <a:cs typeface="Constantia"/>
              </a:rPr>
              <a:t>s</a:t>
            </a:r>
            <a:r>
              <a:rPr sz="190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i</a:t>
            </a:r>
            <a:r>
              <a:rPr sz="1900" spc="-5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as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t</a:t>
            </a:r>
            <a:r>
              <a:rPr sz="1900" spc="-5" dirty="0">
                <a:latin typeface="Constantia"/>
                <a:cs typeface="Constantia"/>
              </a:rPr>
              <a:t>he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t</a:t>
            </a:r>
            <a:r>
              <a:rPr sz="1900" dirty="0">
                <a:latin typeface="Constantia"/>
                <a:cs typeface="Constantia"/>
              </a:rPr>
              <a:t>a</a:t>
            </a:r>
            <a:r>
              <a:rPr sz="1900" spc="-35" dirty="0">
                <a:latin typeface="Constantia"/>
                <a:cs typeface="Constantia"/>
              </a:rPr>
              <a:t>r</a:t>
            </a:r>
            <a:r>
              <a:rPr sz="1900" spc="-55" dirty="0">
                <a:latin typeface="Constantia"/>
                <a:cs typeface="Constantia"/>
              </a:rPr>
              <a:t>g</a:t>
            </a:r>
            <a:r>
              <a:rPr sz="1900" spc="-5" dirty="0">
                <a:latin typeface="Constantia"/>
                <a:cs typeface="Constantia"/>
              </a:rPr>
              <a:t>et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lab</a:t>
            </a:r>
            <a:r>
              <a:rPr sz="1900" dirty="0">
                <a:latin typeface="Constantia"/>
                <a:cs typeface="Constantia"/>
              </a:rPr>
              <a:t>e</a:t>
            </a:r>
            <a:r>
              <a:rPr sz="1900" spc="-5" dirty="0">
                <a:latin typeface="Constantia"/>
                <a:cs typeface="Constantia"/>
              </a:rPr>
              <a:t>l</a:t>
            </a:r>
            <a:r>
              <a:rPr sz="1900" dirty="0">
                <a:latin typeface="Constantia"/>
                <a:cs typeface="Constantia"/>
              </a:rPr>
              <a:t> </a:t>
            </a:r>
            <a:r>
              <a:rPr sz="1900" spc="-45" dirty="0">
                <a:latin typeface="Constantia"/>
                <a:cs typeface="Constantia"/>
              </a:rPr>
              <a:t>f</a:t>
            </a:r>
            <a:r>
              <a:rPr sz="1900" dirty="0">
                <a:latin typeface="Constantia"/>
                <a:cs typeface="Constantia"/>
              </a:rPr>
              <a:t>o</a:t>
            </a:r>
            <a:r>
              <a:rPr sz="1900" spc="-5" dirty="0">
                <a:latin typeface="Constantia"/>
                <a:cs typeface="Constantia"/>
              </a:rPr>
              <a:t>r</a:t>
            </a:r>
            <a:r>
              <a:rPr sz="1900" spc="-10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e</a:t>
            </a:r>
            <a:r>
              <a:rPr sz="1900" dirty="0">
                <a:latin typeface="Constantia"/>
                <a:cs typeface="Constantia"/>
              </a:rPr>
              <a:t>a</a:t>
            </a:r>
            <a:r>
              <a:rPr sz="1900" spc="-20" dirty="0">
                <a:latin typeface="Constantia"/>
                <a:cs typeface="Constantia"/>
              </a:rPr>
              <a:t>c</a:t>
            </a:r>
            <a:r>
              <a:rPr sz="1900" spc="-5" dirty="0">
                <a:latin typeface="Constantia"/>
                <a:cs typeface="Constantia"/>
              </a:rPr>
              <a:t>h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</a:t>
            </a:r>
            <a:r>
              <a:rPr sz="1900" spc="-5" dirty="0">
                <a:latin typeface="Constantia"/>
                <a:cs typeface="Constantia"/>
              </a:rPr>
              <a:t>f</a:t>
            </a:r>
            <a:r>
              <a:rPr sz="1900" spc="3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t</a:t>
            </a:r>
            <a:r>
              <a:rPr sz="1900" spc="-5" dirty="0">
                <a:latin typeface="Constantia"/>
                <a:cs typeface="Constantia"/>
              </a:rPr>
              <a:t>he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i</a:t>
            </a:r>
            <a:r>
              <a:rPr sz="1900" spc="-10" dirty="0">
                <a:latin typeface="Constantia"/>
                <a:cs typeface="Constantia"/>
              </a:rPr>
              <a:t>ns</a:t>
            </a:r>
            <a:r>
              <a:rPr sz="1900" dirty="0">
                <a:latin typeface="Constantia"/>
                <a:cs typeface="Constantia"/>
              </a:rPr>
              <a:t>t</a:t>
            </a:r>
            <a:r>
              <a:rPr sz="1900" spc="-10" dirty="0">
                <a:latin typeface="Constantia"/>
                <a:cs typeface="Constantia"/>
              </a:rPr>
              <a:t>ru</a:t>
            </a:r>
            <a:r>
              <a:rPr sz="1900" spc="-20" dirty="0">
                <a:latin typeface="Constantia"/>
                <a:cs typeface="Constantia"/>
              </a:rPr>
              <a:t>c</a:t>
            </a:r>
            <a:r>
              <a:rPr sz="1900" spc="-10" dirty="0">
                <a:latin typeface="Constantia"/>
                <a:cs typeface="Constantia"/>
              </a:rPr>
              <a:t>tion</a:t>
            </a:r>
            <a:endParaRPr sz="1900">
              <a:latin typeface="Constantia"/>
              <a:cs typeface="Constantia"/>
            </a:endParaRPr>
          </a:p>
          <a:p>
            <a:pPr marL="652780">
              <a:lnSpc>
                <a:spcPts val="2055"/>
              </a:lnSpc>
            </a:pPr>
            <a:r>
              <a:rPr sz="1900" dirty="0">
                <a:latin typeface="Constantia"/>
                <a:cs typeface="Constantia"/>
              </a:rPr>
              <a:t>on</a:t>
            </a:r>
            <a:r>
              <a:rPr sz="1900" spc="-8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the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list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pointed</a:t>
            </a:r>
            <a:r>
              <a:rPr sz="1900" spc="-25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to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spc="-15" dirty="0">
                <a:latin typeface="Constantia"/>
                <a:cs typeface="Constantia"/>
              </a:rPr>
              <a:t>by</a:t>
            </a:r>
            <a:r>
              <a:rPr sz="1900" spc="-75" dirty="0">
                <a:latin typeface="Constantia"/>
                <a:cs typeface="Constantia"/>
              </a:rPr>
              <a:t> </a:t>
            </a:r>
            <a:r>
              <a:rPr sz="1900" spc="-5" dirty="0">
                <a:latin typeface="Constantia"/>
                <a:cs typeface="Constantia"/>
              </a:rPr>
              <a:t>p</a:t>
            </a:r>
            <a:endParaRPr sz="19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BCDF91-8E1B-6FE5-41A0-D4E86AEC5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4" y="25870"/>
            <a:ext cx="9117505" cy="6817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13F6AF-DE22-B776-C437-AA504F190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22" y="3100879"/>
            <a:ext cx="4261684" cy="300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4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2E168-A699-3AE5-F36B-FFC2AFAB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345"/>
            <a:ext cx="9144000" cy="604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3A5AA-2C16-7197-3C1F-F2831092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03"/>
            <a:ext cx="9144000" cy="612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79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9419D-9228-A379-6E9C-3815592AB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6632"/>
            <a:ext cx="8784975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19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Backpatching</a:t>
            </a:r>
            <a:r>
              <a:rPr spc="-25" dirty="0"/>
              <a:t> </a:t>
            </a:r>
            <a:r>
              <a:rPr spc="-15" dirty="0"/>
              <a:t>for</a:t>
            </a:r>
            <a:r>
              <a:rPr spc="5" dirty="0"/>
              <a:t> </a:t>
            </a:r>
            <a:r>
              <a:rPr dirty="0"/>
              <a:t>Boolean</a:t>
            </a:r>
            <a:r>
              <a:rPr spc="20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944" y="961883"/>
            <a:ext cx="174625" cy="1196340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64"/>
              </a:spcBef>
            </a:pPr>
            <a:r>
              <a:rPr sz="2450" spc="-910" dirty="0">
                <a:solidFill>
                  <a:srgbClr val="0AD0D9"/>
                </a:solidFill>
                <a:latin typeface="Segoe UI Symbol"/>
                <a:cs typeface="Segoe UI Symbol"/>
              </a:rPr>
              <a:t>⚫</a:t>
            </a:r>
            <a:endParaRPr sz="24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r>
              <a:rPr sz="2450" spc="-910" dirty="0">
                <a:solidFill>
                  <a:srgbClr val="0AD0D9"/>
                </a:solidFill>
                <a:latin typeface="Segoe UI Symbol"/>
                <a:cs typeface="Segoe UI Symbol"/>
              </a:rPr>
              <a:t>⚫</a:t>
            </a:r>
            <a:endParaRPr sz="2450">
              <a:latin typeface="Segoe UI Symbol"/>
              <a:cs typeface="Segoe UI Symbo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1295406"/>
            <a:ext cx="7668077" cy="5482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199" y="1904969"/>
            <a:ext cx="6845444" cy="49530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804" y="1290015"/>
            <a:ext cx="6782434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00" b="1" spc="-10" dirty="0">
                <a:latin typeface="Calibri"/>
                <a:cs typeface="Calibri"/>
              </a:rPr>
              <a:t>Backpatching</a:t>
            </a:r>
            <a:r>
              <a:rPr sz="3400" b="1" spc="-40" dirty="0">
                <a:latin typeface="Calibri"/>
                <a:cs typeface="Calibri"/>
              </a:rPr>
              <a:t> </a:t>
            </a:r>
            <a:r>
              <a:rPr sz="3400" b="1" spc="-20" dirty="0">
                <a:latin typeface="Calibri"/>
                <a:cs typeface="Calibri"/>
              </a:rPr>
              <a:t>for</a:t>
            </a:r>
            <a:r>
              <a:rPr sz="3400" b="1" spc="-10" dirty="0">
                <a:latin typeface="Calibri"/>
                <a:cs typeface="Calibri"/>
              </a:rPr>
              <a:t> </a:t>
            </a:r>
            <a:r>
              <a:rPr sz="3400" b="1" dirty="0">
                <a:latin typeface="Calibri"/>
                <a:cs typeface="Calibri"/>
              </a:rPr>
              <a:t>Boolean</a:t>
            </a:r>
            <a:r>
              <a:rPr sz="3400" b="1" spc="-1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Expressions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947494"/>
            <a:ext cx="760730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5" dirty="0">
                <a:latin typeface="Constantia"/>
                <a:cs typeface="Constantia"/>
              </a:rPr>
              <a:t>Annotated</a:t>
            </a:r>
            <a:r>
              <a:rPr sz="2600" spc="-10" dirty="0">
                <a:latin typeface="Constantia"/>
                <a:cs typeface="Constantia"/>
              </a:rPr>
              <a:t> parse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tree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for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x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&lt; 100</a:t>
            </a:r>
            <a:r>
              <a:rPr sz="2600" spc="-1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||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x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&gt; </a:t>
            </a:r>
            <a:r>
              <a:rPr sz="2600" spc="-10" dirty="0">
                <a:latin typeface="Constantia"/>
                <a:cs typeface="Constantia"/>
              </a:rPr>
              <a:t>200</a:t>
            </a:r>
            <a:r>
              <a:rPr sz="2600" spc="1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&amp;&amp;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x</a:t>
            </a:r>
            <a:r>
              <a:rPr sz="2600" spc="-3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!</a:t>
            </a:r>
            <a:r>
              <a:rPr sz="2600" spc="-2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=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y</a:t>
            </a:r>
            <a:endParaRPr sz="2600">
              <a:latin typeface="Constantia"/>
              <a:cs typeface="Constant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9" y="2438495"/>
            <a:ext cx="7462624" cy="38800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535" y="533527"/>
            <a:ext cx="60064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5" dirty="0"/>
              <a:t>Flow-of-Control </a:t>
            </a:r>
            <a:r>
              <a:rPr sz="4200" spc="-20" dirty="0"/>
              <a:t>Statements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9" y="1222229"/>
            <a:ext cx="5551577" cy="55593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" y="3529582"/>
            <a:ext cx="3165462" cy="2590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2836</TotalTime>
  <Words>226</Words>
  <Application>Microsoft Office PowerPoint</Application>
  <PresentationFormat>On-screen Show (4:3)</PresentationFormat>
  <Paragraphs>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Constantia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Flow</vt:lpstr>
      <vt:lpstr>Short-Circuit Code</vt:lpstr>
      <vt:lpstr>Translation of Boolean expression  (or) Control flow translations with Boolean expressions (or) SDD of Three address code for Boolean expressions  (or) Generating three-address code for booleans</vt:lpstr>
      <vt:lpstr>translation of a simple if-statement</vt:lpstr>
      <vt:lpstr>PowerPoint Presentation</vt:lpstr>
      <vt:lpstr>PowerPoint Presentation</vt:lpstr>
      <vt:lpstr>PowerPoint Presentation</vt:lpstr>
      <vt:lpstr>Backpatching</vt:lpstr>
      <vt:lpstr>PowerPoint Presentation</vt:lpstr>
      <vt:lpstr>PowerPoint Presentation</vt:lpstr>
      <vt:lpstr>PowerPoint Presentation</vt:lpstr>
      <vt:lpstr>PowerPoint Presentation</vt:lpstr>
      <vt:lpstr>Backpatching for Boolean Expressions</vt:lpstr>
      <vt:lpstr>Backpatching for Boolean Expressions</vt:lpstr>
      <vt:lpstr>Flow-of-Control Statements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</dc:creator>
  <cp:lastModifiedBy>Sahaaya Arul Mary S A</cp:lastModifiedBy>
  <cp:revision>76</cp:revision>
  <dcterms:created xsi:type="dcterms:W3CDTF">2020-02-24T00:31:46Z</dcterms:created>
  <dcterms:modified xsi:type="dcterms:W3CDTF">2023-06-25T09:09:39Z</dcterms:modified>
</cp:coreProperties>
</file>