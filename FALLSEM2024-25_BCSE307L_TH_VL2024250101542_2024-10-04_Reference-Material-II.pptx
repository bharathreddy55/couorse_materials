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335" r:id="rId2"/>
    <p:sldId id="336"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81" r:id="rId18"/>
    <p:sldId id="284" r:id="rId19"/>
    <p:sldId id="285" r:id="rId20"/>
    <p:sldId id="286" r:id="rId21"/>
    <p:sldId id="287" r:id="rId22"/>
    <p:sldId id="294" r:id="rId23"/>
    <p:sldId id="288" r:id="rId24"/>
    <p:sldId id="289" r:id="rId25"/>
    <p:sldId id="290" r:id="rId26"/>
    <p:sldId id="291" r:id="rId27"/>
    <p:sldId id="292" r:id="rId28"/>
    <p:sldId id="295" r:id="rId29"/>
    <p:sldId id="293"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7" d="100"/>
          <a:sy n="87" d="100"/>
        </p:scale>
        <p:origin x="125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aya Arul Mary S A" userId="5e9c2bd099f20264" providerId="LiveId" clId="{3D4F0F2E-3CB5-4CB0-BE49-957B13A5F587}"/>
    <pc:docChg chg="undo custSel addSld delSld">
      <pc:chgData name="Sahaaya Arul Mary S A" userId="5e9c2bd099f20264" providerId="LiveId" clId="{3D4F0F2E-3CB5-4CB0-BE49-957B13A5F587}" dt="2023-06-25T08:58:41.759" v="60" actId="47"/>
      <pc:docMkLst>
        <pc:docMk/>
      </pc:docMkLst>
      <pc:sldChg chg="del">
        <pc:chgData name="Sahaaya Arul Mary S A" userId="5e9c2bd099f20264" providerId="LiveId" clId="{3D4F0F2E-3CB5-4CB0-BE49-957B13A5F587}" dt="2023-06-25T08:56:56.173" v="1" actId="47"/>
        <pc:sldMkLst>
          <pc:docMk/>
          <pc:sldMk cId="450768590" sldId="256"/>
        </pc:sldMkLst>
      </pc:sldChg>
      <pc:sldChg chg="del">
        <pc:chgData name="Sahaaya Arul Mary S A" userId="5e9c2bd099f20264" providerId="LiveId" clId="{3D4F0F2E-3CB5-4CB0-BE49-957B13A5F587}" dt="2023-06-25T08:56:57.301" v="3" actId="47"/>
        <pc:sldMkLst>
          <pc:docMk/>
          <pc:sldMk cId="0" sldId="257"/>
        </pc:sldMkLst>
      </pc:sldChg>
      <pc:sldChg chg="del">
        <pc:chgData name="Sahaaya Arul Mary S A" userId="5e9c2bd099f20264" providerId="LiveId" clId="{3D4F0F2E-3CB5-4CB0-BE49-957B13A5F587}" dt="2023-06-25T08:56:57.898" v="4" actId="47"/>
        <pc:sldMkLst>
          <pc:docMk/>
          <pc:sldMk cId="0" sldId="258"/>
        </pc:sldMkLst>
      </pc:sldChg>
      <pc:sldChg chg="del">
        <pc:chgData name="Sahaaya Arul Mary S A" userId="5e9c2bd099f20264" providerId="LiveId" clId="{3D4F0F2E-3CB5-4CB0-BE49-957B13A5F587}" dt="2023-06-25T08:56:58.456" v="5" actId="47"/>
        <pc:sldMkLst>
          <pc:docMk/>
          <pc:sldMk cId="0" sldId="259"/>
        </pc:sldMkLst>
      </pc:sldChg>
      <pc:sldChg chg="del">
        <pc:chgData name="Sahaaya Arul Mary S A" userId="5e9c2bd099f20264" providerId="LiveId" clId="{3D4F0F2E-3CB5-4CB0-BE49-957B13A5F587}" dt="2023-06-25T08:56:59.514" v="7" actId="47"/>
        <pc:sldMkLst>
          <pc:docMk/>
          <pc:sldMk cId="0" sldId="262"/>
        </pc:sldMkLst>
      </pc:sldChg>
      <pc:sldChg chg="del">
        <pc:chgData name="Sahaaya Arul Mary S A" userId="5e9c2bd099f20264" providerId="LiveId" clId="{3D4F0F2E-3CB5-4CB0-BE49-957B13A5F587}" dt="2023-06-25T08:57:00.256" v="8" actId="47"/>
        <pc:sldMkLst>
          <pc:docMk/>
          <pc:sldMk cId="0" sldId="263"/>
        </pc:sldMkLst>
      </pc:sldChg>
      <pc:sldChg chg="del">
        <pc:chgData name="Sahaaya Arul Mary S A" userId="5e9c2bd099f20264" providerId="LiveId" clId="{3D4F0F2E-3CB5-4CB0-BE49-957B13A5F587}" dt="2023-06-25T08:58:12.779" v="35" actId="47"/>
        <pc:sldMkLst>
          <pc:docMk/>
          <pc:sldMk cId="2900219586" sldId="264"/>
        </pc:sldMkLst>
      </pc:sldChg>
      <pc:sldChg chg="del">
        <pc:chgData name="Sahaaya Arul Mary S A" userId="5e9c2bd099f20264" providerId="LiveId" clId="{3D4F0F2E-3CB5-4CB0-BE49-957B13A5F587}" dt="2023-06-25T08:56:55.240" v="0" actId="47"/>
        <pc:sldMkLst>
          <pc:docMk/>
          <pc:sldMk cId="0" sldId="283"/>
        </pc:sldMkLst>
      </pc:sldChg>
      <pc:sldChg chg="add del">
        <pc:chgData name="Sahaaya Arul Mary S A" userId="5e9c2bd099f20264" providerId="LiveId" clId="{3D4F0F2E-3CB5-4CB0-BE49-957B13A5F587}" dt="2023-06-25T08:58:36.316" v="58" actId="47"/>
        <pc:sldMkLst>
          <pc:docMk/>
          <pc:sldMk cId="0" sldId="293"/>
        </pc:sldMkLst>
      </pc:sldChg>
      <pc:sldChg chg="add del">
        <pc:chgData name="Sahaaya Arul Mary S A" userId="5e9c2bd099f20264" providerId="LiveId" clId="{3D4F0F2E-3CB5-4CB0-BE49-957B13A5F587}" dt="2023-06-25T08:58:34.679" v="57" actId="47"/>
        <pc:sldMkLst>
          <pc:docMk/>
          <pc:sldMk cId="0" sldId="295"/>
        </pc:sldMkLst>
      </pc:sldChg>
      <pc:sldChg chg="del">
        <pc:chgData name="Sahaaya Arul Mary S A" userId="5e9c2bd099f20264" providerId="LiveId" clId="{3D4F0F2E-3CB5-4CB0-BE49-957B13A5F587}" dt="2023-06-25T08:58:01.129" v="16" actId="47"/>
        <pc:sldMkLst>
          <pc:docMk/>
          <pc:sldMk cId="0" sldId="296"/>
        </pc:sldMkLst>
      </pc:sldChg>
      <pc:sldChg chg="del">
        <pc:chgData name="Sahaaya Arul Mary S A" userId="5e9c2bd099f20264" providerId="LiveId" clId="{3D4F0F2E-3CB5-4CB0-BE49-957B13A5F587}" dt="2023-06-25T08:58:14.525" v="38" actId="47"/>
        <pc:sldMkLst>
          <pc:docMk/>
          <pc:sldMk cId="0" sldId="299"/>
        </pc:sldMkLst>
      </pc:sldChg>
      <pc:sldChg chg="del">
        <pc:chgData name="Sahaaya Arul Mary S A" userId="5e9c2bd099f20264" providerId="LiveId" clId="{3D4F0F2E-3CB5-4CB0-BE49-957B13A5F587}" dt="2023-06-25T08:58:15.061" v="39" actId="47"/>
        <pc:sldMkLst>
          <pc:docMk/>
          <pc:sldMk cId="0" sldId="300"/>
        </pc:sldMkLst>
      </pc:sldChg>
      <pc:sldChg chg="del">
        <pc:chgData name="Sahaaya Arul Mary S A" userId="5e9c2bd099f20264" providerId="LiveId" clId="{3D4F0F2E-3CB5-4CB0-BE49-957B13A5F587}" dt="2023-06-25T08:56:56.786" v="2" actId="47"/>
        <pc:sldMkLst>
          <pc:docMk/>
          <pc:sldMk cId="0" sldId="301"/>
        </pc:sldMkLst>
      </pc:sldChg>
      <pc:sldChg chg="del">
        <pc:chgData name="Sahaaya Arul Mary S A" userId="5e9c2bd099f20264" providerId="LiveId" clId="{3D4F0F2E-3CB5-4CB0-BE49-957B13A5F587}" dt="2023-06-25T08:56:59.005" v="6" actId="47"/>
        <pc:sldMkLst>
          <pc:docMk/>
          <pc:sldMk cId="0" sldId="303"/>
        </pc:sldMkLst>
      </pc:sldChg>
      <pc:sldChg chg="del">
        <pc:chgData name="Sahaaya Arul Mary S A" userId="5e9c2bd099f20264" providerId="LiveId" clId="{3D4F0F2E-3CB5-4CB0-BE49-957B13A5F587}" dt="2023-06-25T08:58:16.728" v="40" actId="47"/>
        <pc:sldMkLst>
          <pc:docMk/>
          <pc:sldMk cId="0" sldId="310"/>
        </pc:sldMkLst>
      </pc:sldChg>
      <pc:sldChg chg="del">
        <pc:chgData name="Sahaaya Arul Mary S A" userId="5e9c2bd099f20264" providerId="LiveId" clId="{3D4F0F2E-3CB5-4CB0-BE49-957B13A5F587}" dt="2023-06-25T08:58:17.274" v="41" actId="47"/>
        <pc:sldMkLst>
          <pc:docMk/>
          <pc:sldMk cId="0" sldId="311"/>
        </pc:sldMkLst>
      </pc:sldChg>
      <pc:sldChg chg="del">
        <pc:chgData name="Sahaaya Arul Mary S A" userId="5e9c2bd099f20264" providerId="LiveId" clId="{3D4F0F2E-3CB5-4CB0-BE49-957B13A5F587}" dt="2023-06-25T08:58:17.788" v="42" actId="47"/>
        <pc:sldMkLst>
          <pc:docMk/>
          <pc:sldMk cId="0" sldId="314"/>
        </pc:sldMkLst>
      </pc:sldChg>
      <pc:sldChg chg="del">
        <pc:chgData name="Sahaaya Arul Mary S A" userId="5e9c2bd099f20264" providerId="LiveId" clId="{3D4F0F2E-3CB5-4CB0-BE49-957B13A5F587}" dt="2023-06-25T08:58:18.303" v="43" actId="47"/>
        <pc:sldMkLst>
          <pc:docMk/>
          <pc:sldMk cId="0" sldId="315"/>
        </pc:sldMkLst>
      </pc:sldChg>
      <pc:sldChg chg="del">
        <pc:chgData name="Sahaaya Arul Mary S A" userId="5e9c2bd099f20264" providerId="LiveId" clId="{3D4F0F2E-3CB5-4CB0-BE49-957B13A5F587}" dt="2023-06-25T08:58:20.828" v="47" actId="47"/>
        <pc:sldMkLst>
          <pc:docMk/>
          <pc:sldMk cId="0" sldId="316"/>
        </pc:sldMkLst>
      </pc:sldChg>
      <pc:sldChg chg="del">
        <pc:chgData name="Sahaaya Arul Mary S A" userId="5e9c2bd099f20264" providerId="LiveId" clId="{3D4F0F2E-3CB5-4CB0-BE49-957B13A5F587}" dt="2023-06-25T08:58:24.451" v="52" actId="47"/>
        <pc:sldMkLst>
          <pc:docMk/>
          <pc:sldMk cId="0" sldId="317"/>
        </pc:sldMkLst>
      </pc:sldChg>
      <pc:sldChg chg="del">
        <pc:chgData name="Sahaaya Arul Mary S A" userId="5e9c2bd099f20264" providerId="LiveId" clId="{3D4F0F2E-3CB5-4CB0-BE49-957B13A5F587}" dt="2023-06-25T08:58:25.114" v="53" actId="47"/>
        <pc:sldMkLst>
          <pc:docMk/>
          <pc:sldMk cId="0" sldId="318"/>
        </pc:sldMkLst>
      </pc:sldChg>
      <pc:sldChg chg="add del">
        <pc:chgData name="Sahaaya Arul Mary S A" userId="5e9c2bd099f20264" providerId="LiveId" clId="{3D4F0F2E-3CB5-4CB0-BE49-957B13A5F587}" dt="2023-06-25T08:58:41.759" v="60" actId="47"/>
        <pc:sldMkLst>
          <pc:docMk/>
          <pc:sldMk cId="0" sldId="319"/>
        </pc:sldMkLst>
      </pc:sldChg>
      <pc:sldChg chg="del">
        <pc:chgData name="Sahaaya Arul Mary S A" userId="5e9c2bd099f20264" providerId="LiveId" clId="{3D4F0F2E-3CB5-4CB0-BE49-957B13A5F587}" dt="2023-06-25T08:58:01.806" v="17" actId="47"/>
        <pc:sldMkLst>
          <pc:docMk/>
          <pc:sldMk cId="0" sldId="321"/>
        </pc:sldMkLst>
      </pc:sldChg>
      <pc:sldChg chg="del">
        <pc:chgData name="Sahaaya Arul Mary S A" userId="5e9c2bd099f20264" providerId="LiveId" clId="{3D4F0F2E-3CB5-4CB0-BE49-957B13A5F587}" dt="2023-06-25T08:58:02.406" v="18" actId="47"/>
        <pc:sldMkLst>
          <pc:docMk/>
          <pc:sldMk cId="0" sldId="322"/>
        </pc:sldMkLst>
      </pc:sldChg>
      <pc:sldChg chg="del">
        <pc:chgData name="Sahaaya Arul Mary S A" userId="5e9c2bd099f20264" providerId="LiveId" clId="{3D4F0F2E-3CB5-4CB0-BE49-957B13A5F587}" dt="2023-06-25T08:58:03.005" v="19" actId="47"/>
        <pc:sldMkLst>
          <pc:docMk/>
          <pc:sldMk cId="0" sldId="323"/>
        </pc:sldMkLst>
      </pc:sldChg>
      <pc:sldChg chg="del">
        <pc:chgData name="Sahaaya Arul Mary S A" userId="5e9c2bd099f20264" providerId="LiveId" clId="{3D4F0F2E-3CB5-4CB0-BE49-957B13A5F587}" dt="2023-06-25T08:58:03.578" v="20" actId="47"/>
        <pc:sldMkLst>
          <pc:docMk/>
          <pc:sldMk cId="0" sldId="324"/>
        </pc:sldMkLst>
      </pc:sldChg>
      <pc:sldChg chg="del">
        <pc:chgData name="Sahaaya Arul Mary S A" userId="5e9c2bd099f20264" providerId="LiveId" clId="{3D4F0F2E-3CB5-4CB0-BE49-957B13A5F587}" dt="2023-06-25T08:58:04.198" v="21" actId="47"/>
        <pc:sldMkLst>
          <pc:docMk/>
          <pc:sldMk cId="0" sldId="325"/>
        </pc:sldMkLst>
      </pc:sldChg>
      <pc:sldChg chg="del">
        <pc:chgData name="Sahaaya Arul Mary S A" userId="5e9c2bd099f20264" providerId="LiveId" clId="{3D4F0F2E-3CB5-4CB0-BE49-957B13A5F587}" dt="2023-06-25T08:58:13.392" v="36" actId="47"/>
        <pc:sldMkLst>
          <pc:docMk/>
          <pc:sldMk cId="0" sldId="326"/>
        </pc:sldMkLst>
      </pc:sldChg>
      <pc:sldChg chg="del">
        <pc:chgData name="Sahaaya Arul Mary S A" userId="5e9c2bd099f20264" providerId="LiveId" clId="{3D4F0F2E-3CB5-4CB0-BE49-957B13A5F587}" dt="2023-06-25T08:58:13.958" v="37" actId="47"/>
        <pc:sldMkLst>
          <pc:docMk/>
          <pc:sldMk cId="0" sldId="327"/>
        </pc:sldMkLst>
      </pc:sldChg>
      <pc:sldChg chg="del">
        <pc:chgData name="Sahaaya Arul Mary S A" userId="5e9c2bd099f20264" providerId="LiveId" clId="{3D4F0F2E-3CB5-4CB0-BE49-957B13A5F587}" dt="2023-06-25T08:57:01.898" v="9" actId="47"/>
        <pc:sldMkLst>
          <pc:docMk/>
          <pc:sldMk cId="2814100229" sldId="328"/>
        </pc:sldMkLst>
      </pc:sldChg>
      <pc:sldChg chg="del">
        <pc:chgData name="Sahaaya Arul Mary S A" userId="5e9c2bd099f20264" providerId="LiveId" clId="{3D4F0F2E-3CB5-4CB0-BE49-957B13A5F587}" dt="2023-06-25T08:57:02.983" v="11" actId="47"/>
        <pc:sldMkLst>
          <pc:docMk/>
          <pc:sldMk cId="2133308261" sldId="329"/>
        </pc:sldMkLst>
      </pc:sldChg>
      <pc:sldChg chg="del">
        <pc:chgData name="Sahaaya Arul Mary S A" userId="5e9c2bd099f20264" providerId="LiveId" clId="{3D4F0F2E-3CB5-4CB0-BE49-957B13A5F587}" dt="2023-06-25T08:57:02.447" v="10" actId="47"/>
        <pc:sldMkLst>
          <pc:docMk/>
          <pc:sldMk cId="1695215987" sldId="330"/>
        </pc:sldMkLst>
      </pc:sldChg>
      <pc:sldChg chg="del">
        <pc:chgData name="Sahaaya Arul Mary S A" userId="5e9c2bd099f20264" providerId="LiveId" clId="{3D4F0F2E-3CB5-4CB0-BE49-957B13A5F587}" dt="2023-06-25T08:57:04" v="12" actId="47"/>
        <pc:sldMkLst>
          <pc:docMk/>
          <pc:sldMk cId="1336804558" sldId="331"/>
        </pc:sldMkLst>
      </pc:sldChg>
      <pc:sldChg chg="del">
        <pc:chgData name="Sahaaya Arul Mary S A" userId="5e9c2bd099f20264" providerId="LiveId" clId="{3D4F0F2E-3CB5-4CB0-BE49-957B13A5F587}" dt="2023-06-25T08:57:04.625" v="13" actId="47"/>
        <pc:sldMkLst>
          <pc:docMk/>
          <pc:sldMk cId="1302958106" sldId="332"/>
        </pc:sldMkLst>
      </pc:sldChg>
      <pc:sldChg chg="del">
        <pc:chgData name="Sahaaya Arul Mary S A" userId="5e9c2bd099f20264" providerId="LiveId" clId="{3D4F0F2E-3CB5-4CB0-BE49-957B13A5F587}" dt="2023-06-25T08:57:05.288" v="14" actId="47"/>
        <pc:sldMkLst>
          <pc:docMk/>
          <pc:sldMk cId="3352916690" sldId="333"/>
        </pc:sldMkLst>
      </pc:sldChg>
      <pc:sldChg chg="del">
        <pc:chgData name="Sahaaya Arul Mary S A" userId="5e9c2bd099f20264" providerId="LiveId" clId="{3D4F0F2E-3CB5-4CB0-BE49-957B13A5F587}" dt="2023-06-25T08:57:05.942" v="15" actId="47"/>
        <pc:sldMkLst>
          <pc:docMk/>
          <pc:sldMk cId="502753161" sldId="334"/>
        </pc:sldMkLst>
      </pc:sldChg>
      <pc:sldChg chg="del">
        <pc:chgData name="Sahaaya Arul Mary S A" userId="5e9c2bd099f20264" providerId="LiveId" clId="{3D4F0F2E-3CB5-4CB0-BE49-957B13A5F587}" dt="2023-06-25T08:58:05.979" v="24" actId="47"/>
        <pc:sldMkLst>
          <pc:docMk/>
          <pc:sldMk cId="567342230" sldId="337"/>
        </pc:sldMkLst>
      </pc:sldChg>
      <pc:sldChg chg="del">
        <pc:chgData name="Sahaaya Arul Mary S A" userId="5e9c2bd099f20264" providerId="LiveId" clId="{3D4F0F2E-3CB5-4CB0-BE49-957B13A5F587}" dt="2023-06-25T08:58:09.099" v="29" actId="47"/>
        <pc:sldMkLst>
          <pc:docMk/>
          <pc:sldMk cId="3158031212" sldId="338"/>
        </pc:sldMkLst>
      </pc:sldChg>
      <pc:sldChg chg="del">
        <pc:chgData name="Sahaaya Arul Mary S A" userId="5e9c2bd099f20264" providerId="LiveId" clId="{3D4F0F2E-3CB5-4CB0-BE49-957B13A5F587}" dt="2023-06-25T08:58:08.392" v="28" actId="47"/>
        <pc:sldMkLst>
          <pc:docMk/>
          <pc:sldMk cId="2521942761" sldId="340"/>
        </pc:sldMkLst>
      </pc:sldChg>
      <pc:sldChg chg="del">
        <pc:chgData name="Sahaaya Arul Mary S A" userId="5e9c2bd099f20264" providerId="LiveId" clId="{3D4F0F2E-3CB5-4CB0-BE49-957B13A5F587}" dt="2023-06-25T08:58:07.198" v="26" actId="47"/>
        <pc:sldMkLst>
          <pc:docMk/>
          <pc:sldMk cId="2876986772" sldId="342"/>
        </pc:sldMkLst>
      </pc:sldChg>
      <pc:sldChg chg="del">
        <pc:chgData name="Sahaaya Arul Mary S A" userId="5e9c2bd099f20264" providerId="LiveId" clId="{3D4F0F2E-3CB5-4CB0-BE49-957B13A5F587}" dt="2023-06-25T08:58:06.534" v="25" actId="47"/>
        <pc:sldMkLst>
          <pc:docMk/>
          <pc:sldMk cId="3896350668" sldId="343"/>
        </pc:sldMkLst>
      </pc:sldChg>
      <pc:sldChg chg="del">
        <pc:chgData name="Sahaaya Arul Mary S A" userId="5e9c2bd099f20264" providerId="LiveId" clId="{3D4F0F2E-3CB5-4CB0-BE49-957B13A5F587}" dt="2023-06-25T08:58:04.762" v="22" actId="47"/>
        <pc:sldMkLst>
          <pc:docMk/>
          <pc:sldMk cId="1353444673" sldId="344"/>
        </pc:sldMkLst>
      </pc:sldChg>
      <pc:sldChg chg="del">
        <pc:chgData name="Sahaaya Arul Mary S A" userId="5e9c2bd099f20264" providerId="LiveId" clId="{3D4F0F2E-3CB5-4CB0-BE49-957B13A5F587}" dt="2023-06-25T08:58:05.298" v="23" actId="47"/>
        <pc:sldMkLst>
          <pc:docMk/>
          <pc:sldMk cId="3803485347" sldId="345"/>
        </pc:sldMkLst>
      </pc:sldChg>
      <pc:sldChg chg="del">
        <pc:chgData name="Sahaaya Arul Mary S A" userId="5e9c2bd099f20264" providerId="LiveId" clId="{3D4F0F2E-3CB5-4CB0-BE49-957B13A5F587}" dt="2023-06-25T08:58:07.769" v="27" actId="47"/>
        <pc:sldMkLst>
          <pc:docMk/>
          <pc:sldMk cId="4146962393" sldId="346"/>
        </pc:sldMkLst>
      </pc:sldChg>
      <pc:sldChg chg="del">
        <pc:chgData name="Sahaaya Arul Mary S A" userId="5e9c2bd099f20264" providerId="LiveId" clId="{3D4F0F2E-3CB5-4CB0-BE49-957B13A5F587}" dt="2023-06-25T08:58:09.700" v="30" actId="47"/>
        <pc:sldMkLst>
          <pc:docMk/>
          <pc:sldMk cId="353035047" sldId="352"/>
        </pc:sldMkLst>
      </pc:sldChg>
      <pc:sldChg chg="del">
        <pc:chgData name="Sahaaya Arul Mary S A" userId="5e9c2bd099f20264" providerId="LiveId" clId="{3D4F0F2E-3CB5-4CB0-BE49-957B13A5F587}" dt="2023-06-25T08:58:18.979" v="44" actId="47"/>
        <pc:sldMkLst>
          <pc:docMk/>
          <pc:sldMk cId="1836872715" sldId="353"/>
        </pc:sldMkLst>
      </pc:sldChg>
      <pc:sldChg chg="del">
        <pc:chgData name="Sahaaya Arul Mary S A" userId="5e9c2bd099f20264" providerId="LiveId" clId="{3D4F0F2E-3CB5-4CB0-BE49-957B13A5F587}" dt="2023-06-25T08:58:19.566" v="45" actId="47"/>
        <pc:sldMkLst>
          <pc:docMk/>
          <pc:sldMk cId="2668275019" sldId="354"/>
        </pc:sldMkLst>
      </pc:sldChg>
      <pc:sldChg chg="del">
        <pc:chgData name="Sahaaya Arul Mary S A" userId="5e9c2bd099f20264" providerId="LiveId" clId="{3D4F0F2E-3CB5-4CB0-BE49-957B13A5F587}" dt="2023-06-25T08:58:20.198" v="46" actId="47"/>
        <pc:sldMkLst>
          <pc:docMk/>
          <pc:sldMk cId="1494974650" sldId="355"/>
        </pc:sldMkLst>
      </pc:sldChg>
      <pc:sldChg chg="del">
        <pc:chgData name="Sahaaya Arul Mary S A" userId="5e9c2bd099f20264" providerId="LiveId" clId="{3D4F0F2E-3CB5-4CB0-BE49-957B13A5F587}" dt="2023-06-25T08:58:21.507" v="48" actId="47"/>
        <pc:sldMkLst>
          <pc:docMk/>
          <pc:sldMk cId="1547441956" sldId="356"/>
        </pc:sldMkLst>
      </pc:sldChg>
      <pc:sldChg chg="del">
        <pc:chgData name="Sahaaya Arul Mary S A" userId="5e9c2bd099f20264" providerId="LiveId" clId="{3D4F0F2E-3CB5-4CB0-BE49-957B13A5F587}" dt="2023-06-25T08:58:22.121" v="49" actId="47"/>
        <pc:sldMkLst>
          <pc:docMk/>
          <pc:sldMk cId="3177362474" sldId="357"/>
        </pc:sldMkLst>
      </pc:sldChg>
      <pc:sldChg chg="del">
        <pc:chgData name="Sahaaya Arul Mary S A" userId="5e9c2bd099f20264" providerId="LiveId" clId="{3D4F0F2E-3CB5-4CB0-BE49-957B13A5F587}" dt="2023-06-25T08:58:22.785" v="50" actId="47"/>
        <pc:sldMkLst>
          <pc:docMk/>
          <pc:sldMk cId="3606279911" sldId="358"/>
        </pc:sldMkLst>
      </pc:sldChg>
      <pc:sldChg chg="del">
        <pc:chgData name="Sahaaya Arul Mary S A" userId="5e9c2bd099f20264" providerId="LiveId" clId="{3D4F0F2E-3CB5-4CB0-BE49-957B13A5F587}" dt="2023-06-25T08:58:23.475" v="51" actId="47"/>
        <pc:sldMkLst>
          <pc:docMk/>
          <pc:sldMk cId="2370019048" sldId="359"/>
        </pc:sldMkLst>
      </pc:sldChg>
      <pc:sldChg chg="del">
        <pc:chgData name="Sahaaya Arul Mary S A" userId="5e9c2bd099f20264" providerId="LiveId" clId="{3D4F0F2E-3CB5-4CB0-BE49-957B13A5F587}" dt="2023-06-25T08:58:10.251" v="31" actId="47"/>
        <pc:sldMkLst>
          <pc:docMk/>
          <pc:sldMk cId="1089070877" sldId="360"/>
        </pc:sldMkLst>
      </pc:sldChg>
      <pc:sldChg chg="del">
        <pc:chgData name="Sahaaya Arul Mary S A" userId="5e9c2bd099f20264" providerId="LiveId" clId="{3D4F0F2E-3CB5-4CB0-BE49-957B13A5F587}" dt="2023-06-25T08:58:10.821" v="32" actId="47"/>
        <pc:sldMkLst>
          <pc:docMk/>
          <pc:sldMk cId="2458409291" sldId="361"/>
        </pc:sldMkLst>
      </pc:sldChg>
      <pc:sldChg chg="del">
        <pc:chgData name="Sahaaya Arul Mary S A" userId="5e9c2bd099f20264" providerId="LiveId" clId="{3D4F0F2E-3CB5-4CB0-BE49-957B13A5F587}" dt="2023-06-25T08:58:11.437" v="33" actId="47"/>
        <pc:sldMkLst>
          <pc:docMk/>
          <pc:sldMk cId="2976168169" sldId="362"/>
        </pc:sldMkLst>
      </pc:sldChg>
      <pc:sldChg chg="del">
        <pc:chgData name="Sahaaya Arul Mary S A" userId="5e9c2bd099f20264" providerId="LiveId" clId="{3D4F0F2E-3CB5-4CB0-BE49-957B13A5F587}" dt="2023-06-25T08:58:12.201" v="34" actId="47"/>
        <pc:sldMkLst>
          <pc:docMk/>
          <pc:sldMk cId="2646776566" sldId="363"/>
        </pc:sldMkLst>
      </pc:sldChg>
      <pc:sldMasterChg chg="delSldLayout">
        <pc:chgData name="Sahaaya Arul Mary S A" userId="5e9c2bd099f20264" providerId="LiveId" clId="{3D4F0F2E-3CB5-4CB0-BE49-957B13A5F587}" dt="2023-06-25T08:58:24.451" v="52" actId="47"/>
        <pc:sldMasterMkLst>
          <pc:docMk/>
          <pc:sldMasterMk cId="0" sldId="2147483648"/>
        </pc:sldMasterMkLst>
        <pc:sldLayoutChg chg="del">
          <pc:chgData name="Sahaaya Arul Mary S A" userId="5e9c2bd099f20264" providerId="LiveId" clId="{3D4F0F2E-3CB5-4CB0-BE49-957B13A5F587}" dt="2023-06-25T08:58:24.451" v="52" actId="47"/>
          <pc:sldLayoutMkLst>
            <pc:docMk/>
            <pc:sldMasterMk cId="0" sldId="2147483648"/>
            <pc:sldLayoutMk cId="1047109248"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C4019C-9318-4E28-AB6A-10DD60EFFDB4}" type="datetimeFigureOut">
              <a:rPr lang="en-IN" smtClean="0"/>
              <a:t>25-06-2023</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2D8D0-E1BF-482E-A38E-15F196D87CF8}" type="slidenum">
              <a:rPr lang="en-IN" smtClean="0"/>
              <a:t>‹#›</a:t>
            </a:fld>
            <a:endParaRPr lang="en-IN"/>
          </a:p>
        </p:txBody>
      </p:sp>
    </p:spTree>
    <p:extLst>
      <p:ext uri="{BB962C8B-B14F-4D97-AF65-F5344CB8AC3E}">
        <p14:creationId xmlns:p14="http://schemas.microsoft.com/office/powerpoint/2010/main" val="2005228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1192F8C-452B-4963-8803-62AD661A5C4C}" type="datetimeFigureOut">
              <a:rPr lang="en-US" smtClean="0"/>
              <a:pPr/>
              <a:t>6/25/2023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411D1C-C377-450F-94F6-C73DD5088F8C}"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1192F8C-452B-4963-8803-62AD661A5C4C}" type="datetimeFigureOut">
              <a:rPr lang="en-US" smtClean="0"/>
              <a:pPr/>
              <a:t>6/25/2023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411D1C-C377-450F-94F6-C73DD5088F8C}"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192F8C-452B-4963-8803-62AD661A5C4C}" type="datetimeFigureOut">
              <a:rPr lang="en-US" smtClean="0"/>
              <a:pPr/>
              <a:t>6/25/2023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411D1C-C377-450F-94F6-C73DD5088F8C}"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1192F8C-452B-4963-8803-62AD661A5C4C}" type="datetimeFigureOut">
              <a:rPr lang="en-US" smtClean="0"/>
              <a:pPr/>
              <a:t>6/25/2023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411D1C-C377-450F-94F6-C73DD5088F8C}"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1192F8C-452B-4963-8803-62AD661A5C4C}" type="datetimeFigureOut">
              <a:rPr lang="en-US" smtClean="0"/>
              <a:pPr/>
              <a:t>6/25/2023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A411D1C-C377-450F-94F6-C73DD5088F8C}"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1192F8C-452B-4963-8803-62AD661A5C4C}" type="datetimeFigureOut">
              <a:rPr lang="en-US" smtClean="0"/>
              <a:pPr/>
              <a:t>6/25/2023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A411D1C-C377-450F-94F6-C73DD5088F8C}"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192F8C-452B-4963-8803-62AD661A5C4C}" type="datetimeFigureOut">
              <a:rPr lang="en-US" smtClean="0"/>
              <a:pPr/>
              <a:t>6/25/2023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A411D1C-C377-450F-94F6-C73DD5088F8C}"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192F8C-452B-4963-8803-62AD661A5C4C}" type="datetimeFigureOut">
              <a:rPr lang="en-US" smtClean="0"/>
              <a:pPr/>
              <a:t>6/25/2023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411D1C-C377-450F-94F6-C73DD5088F8C}"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192F8C-452B-4963-8803-62AD661A5C4C}" type="datetimeFigureOut">
              <a:rPr lang="en-US" smtClean="0"/>
              <a:pPr/>
              <a:t>6/25/2023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411D1C-C377-450F-94F6-C73DD5088F8C}"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1192F8C-452B-4963-8803-62AD661A5C4C}" type="datetimeFigureOut">
              <a:rPr lang="en-US" smtClean="0"/>
              <a:pPr/>
              <a:t>6/25/2023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411D1C-C377-450F-94F6-C73DD5088F8C}"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1192F8C-452B-4963-8803-62AD661A5C4C}" type="datetimeFigureOut">
              <a:rPr lang="en-US" smtClean="0"/>
              <a:pPr/>
              <a:t>6/25/2023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411D1C-C377-450F-94F6-C73DD5088F8C}"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192F8C-452B-4963-8803-62AD661A5C4C}" type="datetimeFigureOut">
              <a:rPr lang="en-US" smtClean="0"/>
              <a:pPr/>
              <a:t>6/25/2023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411D1C-C377-450F-94F6-C73DD5088F8C}"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EEE24E-B9EE-4B04-EF7F-A1543FAE11FC}"/>
              </a:ext>
            </a:extLst>
          </p:cNvPr>
          <p:cNvPicPr>
            <a:picLocks noChangeAspect="1"/>
          </p:cNvPicPr>
          <p:nvPr/>
        </p:nvPicPr>
        <p:blipFill>
          <a:blip r:embed="rId2"/>
          <a:stretch>
            <a:fillRect/>
          </a:stretch>
        </p:blipFill>
        <p:spPr>
          <a:xfrm>
            <a:off x="0" y="392723"/>
            <a:ext cx="9144000" cy="6072554"/>
          </a:xfrm>
          <a:prstGeom prst="rect">
            <a:avLst/>
          </a:prstGeom>
        </p:spPr>
      </p:pic>
    </p:spTree>
    <p:extLst>
      <p:ext uri="{BB962C8B-B14F-4D97-AF65-F5344CB8AC3E}">
        <p14:creationId xmlns:p14="http://schemas.microsoft.com/office/powerpoint/2010/main" val="4009829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F398A0-B6B4-3199-8B24-A6D48CCC853B}"/>
              </a:ext>
            </a:extLst>
          </p:cNvPr>
          <p:cNvPicPr>
            <a:picLocks noChangeAspect="1"/>
          </p:cNvPicPr>
          <p:nvPr/>
        </p:nvPicPr>
        <p:blipFill>
          <a:blip r:embed="rId2"/>
          <a:stretch>
            <a:fillRect/>
          </a:stretch>
        </p:blipFill>
        <p:spPr>
          <a:xfrm>
            <a:off x="0" y="407115"/>
            <a:ext cx="9144000" cy="6043770"/>
          </a:xfrm>
          <a:prstGeom prst="rect">
            <a:avLst/>
          </a:prstGeom>
        </p:spPr>
      </p:pic>
    </p:spTree>
    <p:extLst>
      <p:ext uri="{BB962C8B-B14F-4D97-AF65-F5344CB8AC3E}">
        <p14:creationId xmlns:p14="http://schemas.microsoft.com/office/powerpoint/2010/main" val="4179822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0" y="0"/>
            <a:ext cx="9144000" cy="6643710"/>
          </a:xfrm>
          <a:prstGeom prst="rect">
            <a:avLst/>
          </a:prstGeom>
          <a:noFill/>
          <a:ln w="9525">
            <a:noFill/>
            <a:miter lim="800000"/>
            <a:headEnd/>
            <a:tailEnd/>
          </a:ln>
          <a:effectLst/>
        </p:spPr>
      </p:pic>
      <p:sp>
        <p:nvSpPr>
          <p:cNvPr id="3" name="TextBox 2"/>
          <p:cNvSpPr txBox="1"/>
          <p:nvPr/>
        </p:nvSpPr>
        <p:spPr>
          <a:xfrm>
            <a:off x="214282" y="6286520"/>
            <a:ext cx="3111621" cy="369332"/>
          </a:xfrm>
          <a:prstGeom prst="rect">
            <a:avLst/>
          </a:prstGeom>
          <a:noFill/>
        </p:spPr>
        <p:txBody>
          <a:bodyPr wrap="none" rtlCol="0">
            <a:spAutoFit/>
          </a:bodyPr>
          <a:lstStyle/>
          <a:p>
            <a:r>
              <a:rPr lang="en-US" b="1" dirty="0"/>
              <a:t>Steps for constructing the DAG</a:t>
            </a:r>
            <a:endParaRPr lang="en-IN" b="1" dirty="0"/>
          </a:p>
        </p:txBody>
      </p:sp>
      <p:pic>
        <p:nvPicPr>
          <p:cNvPr id="2050" name="Picture 2"/>
          <p:cNvPicPr>
            <a:picLocks noChangeAspect="1" noChangeArrowheads="1"/>
          </p:cNvPicPr>
          <p:nvPr/>
        </p:nvPicPr>
        <p:blipFill>
          <a:blip r:embed="rId3"/>
          <a:srcRect/>
          <a:stretch>
            <a:fillRect/>
          </a:stretch>
        </p:blipFill>
        <p:spPr bwMode="auto">
          <a:xfrm>
            <a:off x="4071934" y="4786322"/>
            <a:ext cx="2928958" cy="1857388"/>
          </a:xfrm>
          <a:prstGeom prst="rect">
            <a:avLst/>
          </a:prstGeom>
          <a:noFill/>
          <a:ln w="9525">
            <a:noFill/>
            <a:miter lim="800000"/>
            <a:headEnd/>
            <a:tailEnd/>
          </a:ln>
          <a:effectLst/>
        </p:spPr>
      </p:pic>
      <p:pic>
        <p:nvPicPr>
          <p:cNvPr id="2051" name="Picture 3"/>
          <p:cNvPicPr>
            <a:picLocks noChangeAspect="1" noChangeArrowheads="1"/>
          </p:cNvPicPr>
          <p:nvPr/>
        </p:nvPicPr>
        <p:blipFill>
          <a:blip r:embed="rId4"/>
          <a:srcRect/>
          <a:stretch>
            <a:fillRect/>
          </a:stretch>
        </p:blipFill>
        <p:spPr bwMode="auto">
          <a:xfrm>
            <a:off x="428596" y="1500174"/>
            <a:ext cx="2419350" cy="1643074"/>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214282" y="0"/>
            <a:ext cx="8572559" cy="6643710"/>
          </a:xfrm>
          <a:prstGeom prst="rect">
            <a:avLst/>
          </a:prstGeom>
          <a:noFill/>
          <a:ln w="9525">
            <a:noFill/>
            <a:miter lim="800000"/>
            <a:headEnd/>
            <a:tailEnd/>
          </a:ln>
          <a:effectLst/>
        </p:spPr>
      </p:pic>
      <p:sp>
        <p:nvSpPr>
          <p:cNvPr id="3" name="TextBox 2"/>
          <p:cNvSpPr txBox="1"/>
          <p:nvPr/>
        </p:nvSpPr>
        <p:spPr>
          <a:xfrm>
            <a:off x="214282" y="3071810"/>
            <a:ext cx="4559390" cy="369332"/>
          </a:xfrm>
          <a:prstGeom prst="rect">
            <a:avLst/>
          </a:prstGeom>
          <a:noFill/>
        </p:spPr>
        <p:txBody>
          <a:bodyPr wrap="none" rtlCol="0">
            <a:spAutoFit/>
          </a:bodyPr>
          <a:lstStyle/>
          <a:p>
            <a:r>
              <a:rPr lang="en-US" dirty="0"/>
              <a:t>Nodes of DAG for </a:t>
            </a:r>
            <a:r>
              <a:rPr lang="en-US" dirty="0" err="1"/>
              <a:t>i</a:t>
            </a:r>
            <a:r>
              <a:rPr lang="en-US" dirty="0"/>
              <a:t> = </a:t>
            </a:r>
            <a:r>
              <a:rPr lang="en-US" dirty="0" err="1"/>
              <a:t>i</a:t>
            </a:r>
            <a:r>
              <a:rPr lang="en-US" dirty="0"/>
              <a:t> +10 allocated in an array</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
        <p:nvSpPr>
          <p:cNvPr id="4" name="TextBox 3"/>
          <p:cNvSpPr txBox="1"/>
          <p:nvPr/>
        </p:nvSpPr>
        <p:spPr>
          <a:xfrm>
            <a:off x="0" y="4357694"/>
            <a:ext cx="9144000" cy="923330"/>
          </a:xfrm>
          <a:prstGeom prst="rect">
            <a:avLst/>
          </a:prstGeom>
          <a:noFill/>
        </p:spPr>
        <p:txBody>
          <a:bodyPr wrap="square" rtlCol="0">
            <a:spAutoFit/>
          </a:bodyPr>
          <a:lstStyle/>
          <a:p>
            <a:r>
              <a:rPr lang="en-US" dirty="0"/>
              <a:t>In each record, the first field is an operation code, indicating the label of the node.  Leaves have one additional field to hold lexical value and interior nodes have two additional fields indicating left and right children.</a:t>
            </a:r>
            <a:endParaRPr lang="en-IN" dirty="0"/>
          </a:p>
        </p:txBody>
      </p:sp>
      <p:sp>
        <p:nvSpPr>
          <p:cNvPr id="5" name="TextBox 4"/>
          <p:cNvSpPr txBox="1"/>
          <p:nvPr/>
        </p:nvSpPr>
        <p:spPr>
          <a:xfrm>
            <a:off x="0" y="5143512"/>
            <a:ext cx="9144000" cy="646331"/>
          </a:xfrm>
          <a:prstGeom prst="rect">
            <a:avLst/>
          </a:prstGeom>
          <a:noFill/>
        </p:spPr>
        <p:txBody>
          <a:bodyPr wrap="square" rtlCol="0">
            <a:spAutoFit/>
          </a:bodyPr>
          <a:lstStyle/>
          <a:p>
            <a:r>
              <a:rPr lang="en-US" dirty="0"/>
              <a:t>In this array we refer  to nodes by giving the integer index of the record for that node within the array. This integer is historically called the value number for the node</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srcRect/>
          <a:stretch>
            <a:fillRect/>
          </a:stretch>
        </p:blipFill>
        <p:spPr bwMode="auto">
          <a:xfrm>
            <a:off x="1" y="-214338"/>
            <a:ext cx="9143999" cy="7072338"/>
          </a:xfrm>
          <a:prstGeom prst="rect">
            <a:avLst/>
          </a:prstGeom>
          <a:noFill/>
          <a:ln w="9525">
            <a:noFill/>
            <a:miter lim="800000"/>
            <a:headEnd/>
            <a:tailEnd/>
          </a:ln>
          <a:effectLst/>
        </p:spPr>
      </p:pic>
      <p:sp>
        <p:nvSpPr>
          <p:cNvPr id="4" name="TextBox 3"/>
          <p:cNvSpPr txBox="1"/>
          <p:nvPr/>
        </p:nvSpPr>
        <p:spPr>
          <a:xfrm>
            <a:off x="0" y="714356"/>
            <a:ext cx="8858280" cy="1477328"/>
          </a:xfrm>
          <a:prstGeom prst="rect">
            <a:avLst/>
          </a:prstGeom>
          <a:noFill/>
        </p:spPr>
        <p:txBody>
          <a:bodyPr wrap="square" rtlCol="0">
            <a:spAutoFit/>
          </a:bodyPr>
          <a:lstStyle/>
          <a:p>
            <a:r>
              <a:rPr lang="en-US" dirty="0">
                <a:latin typeface="Times New Roman" pitchFamily="18" charset="0"/>
                <a:cs typeface="Times New Roman" pitchFamily="18" charset="0"/>
              </a:rPr>
              <a:t>A more efficient method is to use a hash table, in which the nodes are put into “buckets”. Each bucket will have only a few nodes. Hash table supports Dictionaries efficiently. A dictionary is an abstract data type that allows us to insert and delete elements of a set, and to determine whether a given element is currently in the set</a:t>
            </a:r>
            <a:endParaRPr lang="en-IN"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7" name="TextBox 6"/>
          <p:cNvSpPr txBox="1"/>
          <p:nvPr/>
        </p:nvSpPr>
        <p:spPr>
          <a:xfrm>
            <a:off x="0" y="3786190"/>
            <a:ext cx="3286116" cy="1754326"/>
          </a:xfrm>
          <a:prstGeom prst="rect">
            <a:avLst/>
          </a:prstGeom>
          <a:noFill/>
        </p:spPr>
        <p:txBody>
          <a:bodyPr wrap="square" rtlCol="0">
            <a:spAutoFit/>
          </a:bodyPr>
          <a:lstStyle/>
          <a:p>
            <a:r>
              <a:rPr lang="en-US" dirty="0">
                <a:latin typeface="Times New Roman" pitchFamily="18" charset="0"/>
                <a:cs typeface="Times New Roman" pitchFamily="18" charset="0"/>
              </a:rPr>
              <a:t>To Construct hash table for the nodes of a DAG, a hash function </a:t>
            </a:r>
            <a:r>
              <a:rPr lang="en-US" b="1" i="1" dirty="0">
                <a:latin typeface="Times New Roman" pitchFamily="18" charset="0"/>
                <a:cs typeface="Times New Roman" pitchFamily="18" charset="0"/>
              </a:rPr>
              <a:t>h</a:t>
            </a:r>
            <a:r>
              <a:rPr lang="en-US" dirty="0">
                <a:latin typeface="Times New Roman" pitchFamily="18" charset="0"/>
                <a:cs typeface="Times New Roman" pitchFamily="18" charset="0"/>
              </a:rPr>
              <a:t> that computes the index of the for a signature&lt;</a:t>
            </a:r>
            <a:r>
              <a:rPr lang="en-US" dirty="0" err="1">
                <a:latin typeface="Times New Roman" pitchFamily="18" charset="0"/>
                <a:cs typeface="Times New Roman" pitchFamily="18" charset="0"/>
              </a:rPr>
              <a:t>op,l,r</a:t>
            </a:r>
            <a:r>
              <a:rPr lang="en-US" dirty="0">
                <a:latin typeface="Times New Roman" pitchFamily="18" charset="0"/>
                <a:cs typeface="Times New Roman" pitchFamily="18" charset="0"/>
              </a:rPr>
              <a:t>&gt;, in the way that distributes across buckets, is needed</a:t>
            </a:r>
            <a:r>
              <a:rPr lang="en-US" b="1" dirty="0">
                <a:latin typeface="Times New Roman" pitchFamily="18" charset="0"/>
                <a:cs typeface="Times New Roman" pitchFamily="18" charset="0"/>
              </a:rPr>
              <a:t>. </a:t>
            </a:r>
            <a:endParaRPr lang="en-IN" b="1" dirty="0">
              <a:latin typeface="Times New Roman" pitchFamily="18" charset="0"/>
              <a:cs typeface="Times New Roman" pitchFamily="18" charset="0"/>
            </a:endParaRPr>
          </a:p>
        </p:txBody>
      </p:sp>
      <p:sp>
        <p:nvSpPr>
          <p:cNvPr id="8" name="TextBox 7"/>
          <p:cNvSpPr txBox="1"/>
          <p:nvPr/>
        </p:nvSpPr>
        <p:spPr>
          <a:xfrm>
            <a:off x="5929322" y="3571876"/>
            <a:ext cx="3214678" cy="2308324"/>
          </a:xfrm>
          <a:prstGeom prst="rect">
            <a:avLst/>
          </a:prstGeom>
          <a:noFill/>
        </p:spPr>
        <p:txBody>
          <a:bodyPr wrap="square" rtlCol="0">
            <a:spAutoFit/>
          </a:bodyPr>
          <a:lstStyle/>
          <a:p>
            <a:r>
              <a:rPr lang="en-US" dirty="0">
                <a:latin typeface="Times New Roman" pitchFamily="18" charset="0"/>
                <a:cs typeface="Times New Roman" pitchFamily="18" charset="0"/>
              </a:rPr>
              <a:t>The buckets can be implemented as Linked lists. An array indexed by hash value, holds the </a:t>
            </a:r>
            <a:r>
              <a:rPr lang="en-US" b="1" dirty="0">
                <a:latin typeface="Times New Roman" pitchFamily="18" charset="0"/>
                <a:cs typeface="Times New Roman" pitchFamily="18" charset="0"/>
              </a:rPr>
              <a:t>bucket headers</a:t>
            </a:r>
            <a:r>
              <a:rPr lang="en-US" dirty="0">
                <a:latin typeface="Times New Roman" pitchFamily="18" charset="0"/>
                <a:cs typeface="Times New Roman" pitchFamily="18" charset="0"/>
              </a:rPr>
              <a:t>, each of which points to the first cell of a list. The node &lt;</a:t>
            </a:r>
            <a:r>
              <a:rPr lang="en-US" dirty="0" err="1">
                <a:latin typeface="Times New Roman" pitchFamily="18" charset="0"/>
                <a:cs typeface="Times New Roman" pitchFamily="18" charset="0"/>
              </a:rPr>
              <a:t>op,l,r</a:t>
            </a:r>
            <a:r>
              <a:rPr lang="en-US" dirty="0">
                <a:latin typeface="Times New Roman" pitchFamily="18" charset="0"/>
                <a:cs typeface="Times New Roman" pitchFamily="18" charset="0"/>
              </a:rPr>
              <a:t>&gt; can be found on the list whose header is at index h(</a:t>
            </a:r>
            <a:r>
              <a:rPr lang="en-US" dirty="0" err="1">
                <a:latin typeface="Times New Roman" pitchFamily="18" charset="0"/>
                <a:cs typeface="Times New Roman" pitchFamily="18" charset="0"/>
              </a:rPr>
              <a:t>op,l,r</a:t>
            </a:r>
            <a:r>
              <a:rPr lang="en-US" dirty="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sp>
        <p:nvSpPr>
          <p:cNvPr id="9" name="TextBox 8"/>
          <p:cNvSpPr txBox="1"/>
          <p:nvPr/>
        </p:nvSpPr>
        <p:spPr>
          <a:xfrm>
            <a:off x="214282" y="6000768"/>
            <a:ext cx="8929718" cy="646331"/>
          </a:xfrm>
          <a:prstGeom prst="rect">
            <a:avLst/>
          </a:prstGeom>
          <a:noFill/>
        </p:spPr>
        <p:txBody>
          <a:bodyPr wrap="square" rtlCol="0">
            <a:spAutoFit/>
          </a:bodyPr>
          <a:lstStyle/>
          <a:p>
            <a:r>
              <a:rPr lang="en-US" dirty="0">
                <a:latin typeface="Times New Roman" pitchFamily="18" charset="0"/>
                <a:cs typeface="Times New Roman" pitchFamily="18" charset="0"/>
              </a:rPr>
              <a:t>If a match is found the value number V is returned. Else, new cell is created and added to list of cells for bucket index h(</a:t>
            </a:r>
            <a:r>
              <a:rPr lang="en-US" dirty="0" err="1">
                <a:latin typeface="Times New Roman" pitchFamily="18" charset="0"/>
                <a:cs typeface="Times New Roman" pitchFamily="18" charset="0"/>
              </a:rPr>
              <a:t>op,l,r</a:t>
            </a:r>
            <a:r>
              <a:rPr lang="en-US" dirty="0">
                <a:latin typeface="Times New Roman" pitchFamily="18" charset="0"/>
                <a:cs typeface="Times New Roman" pitchFamily="18" charset="0"/>
              </a:rPr>
              <a:t>) and return the value number V</a:t>
            </a:r>
            <a:endParaRPr lang="en-IN"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
        <p:nvSpPr>
          <p:cNvPr id="4" name="TextBox 3"/>
          <p:cNvSpPr txBox="1"/>
          <p:nvPr/>
        </p:nvSpPr>
        <p:spPr>
          <a:xfrm>
            <a:off x="1785918" y="2857496"/>
            <a:ext cx="857256" cy="400110"/>
          </a:xfrm>
          <a:prstGeom prst="rect">
            <a:avLst/>
          </a:prstGeom>
          <a:noFill/>
        </p:spPr>
        <p:txBody>
          <a:bodyPr wrap="square" rtlCol="0">
            <a:spAutoFit/>
          </a:bodyPr>
          <a:lstStyle/>
          <a:p>
            <a:r>
              <a:rPr lang="en-US" sz="2000" b="1" u="sng" dirty="0"/>
              <a:t>DAG</a:t>
            </a:r>
            <a:endParaRPr lang="en-IN" sz="2000" b="1" u="sng" dirty="0"/>
          </a:p>
        </p:txBody>
      </p:sp>
      <p:sp>
        <p:nvSpPr>
          <p:cNvPr id="5" name="TextBox 4"/>
          <p:cNvSpPr txBox="1"/>
          <p:nvPr/>
        </p:nvSpPr>
        <p:spPr>
          <a:xfrm>
            <a:off x="4429124" y="2928934"/>
            <a:ext cx="2786082" cy="400110"/>
          </a:xfrm>
          <a:prstGeom prst="rect">
            <a:avLst/>
          </a:prstGeom>
          <a:noFill/>
        </p:spPr>
        <p:txBody>
          <a:bodyPr wrap="square" rtlCol="0">
            <a:spAutoFit/>
          </a:bodyPr>
          <a:lstStyle/>
          <a:p>
            <a:r>
              <a:rPr lang="en-US" sz="2000" b="1" u="sng" dirty="0"/>
              <a:t>Three-address code</a:t>
            </a:r>
            <a:endParaRPr lang="en-IN" sz="2000" b="1" u="sng" dirty="0"/>
          </a:p>
        </p:txBody>
      </p:sp>
      <p:sp>
        <p:nvSpPr>
          <p:cNvPr id="6" name="TextBox 5"/>
          <p:cNvSpPr txBox="1"/>
          <p:nvPr/>
        </p:nvSpPr>
        <p:spPr>
          <a:xfrm>
            <a:off x="1857356" y="6143644"/>
            <a:ext cx="5929354" cy="369332"/>
          </a:xfrm>
          <a:prstGeom prst="rect">
            <a:avLst/>
          </a:prstGeom>
          <a:noFill/>
        </p:spPr>
        <p:txBody>
          <a:bodyPr wrap="square" rtlCol="0">
            <a:spAutoFit/>
          </a:bodyPr>
          <a:lstStyle/>
          <a:p>
            <a:r>
              <a:rPr lang="en-US" u="sng" dirty="0"/>
              <a:t>DAG and its corresponding Three-address code</a:t>
            </a:r>
            <a:endParaRPr lang="en-IN" u="sng" dirty="0"/>
          </a:p>
        </p:txBody>
      </p:sp>
      <p:sp>
        <p:nvSpPr>
          <p:cNvPr id="7" name="TextBox 6"/>
          <p:cNvSpPr txBox="1"/>
          <p:nvPr/>
        </p:nvSpPr>
        <p:spPr>
          <a:xfrm>
            <a:off x="7429520" y="3071810"/>
            <a:ext cx="1357322" cy="1477328"/>
          </a:xfrm>
          <a:prstGeom prst="rect">
            <a:avLst/>
          </a:prstGeom>
          <a:noFill/>
          <a:ln>
            <a:solidFill>
              <a:schemeClr val="tx1"/>
            </a:solidFill>
          </a:ln>
        </p:spPr>
        <p:txBody>
          <a:bodyPr wrap="square" rtlCol="0">
            <a:spAutoFit/>
          </a:bodyPr>
          <a:lstStyle/>
          <a:p>
            <a:r>
              <a:rPr lang="en-US" dirty="0"/>
              <a:t>t1 to t5 are compiler generated temporary names</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
        <p:nvSpPr>
          <p:cNvPr id="4" name="TextBox 3"/>
          <p:cNvSpPr txBox="1"/>
          <p:nvPr/>
        </p:nvSpPr>
        <p:spPr>
          <a:xfrm>
            <a:off x="214282" y="1357298"/>
            <a:ext cx="8429684" cy="400110"/>
          </a:xfrm>
          <a:prstGeom prst="rect">
            <a:avLst/>
          </a:prstGeom>
          <a:noFill/>
        </p:spPr>
        <p:txBody>
          <a:bodyPr wrap="square" rtlCol="0">
            <a:spAutoFit/>
          </a:bodyPr>
          <a:lstStyle/>
          <a:p>
            <a:r>
              <a:rPr lang="en-US" sz="2000" dirty="0"/>
              <a:t>Three- address code is built from two concepts: addresses and instructions.</a:t>
            </a:r>
            <a:endParaRPr lang="en-IN" sz="2000" dirty="0"/>
          </a:p>
        </p:txBody>
      </p:sp>
      <p:sp>
        <p:nvSpPr>
          <p:cNvPr id="5" name="TextBox 4"/>
          <p:cNvSpPr txBox="1"/>
          <p:nvPr/>
        </p:nvSpPr>
        <p:spPr>
          <a:xfrm>
            <a:off x="4071934" y="2000240"/>
            <a:ext cx="2472793" cy="369332"/>
          </a:xfrm>
          <a:prstGeom prst="rect">
            <a:avLst/>
          </a:prstGeom>
          <a:noFill/>
        </p:spPr>
        <p:txBody>
          <a:bodyPr wrap="none" rtlCol="0">
            <a:spAutoFit/>
          </a:bodyPr>
          <a:lstStyle/>
          <a:p>
            <a:r>
              <a:rPr lang="en-US" dirty="0"/>
              <a:t>…… One of the following</a:t>
            </a:r>
            <a:endParaRPr lang="en-IN" dirty="0"/>
          </a:p>
        </p:txBody>
      </p:sp>
      <p:sp>
        <p:nvSpPr>
          <p:cNvPr id="6" name="TextBox 5"/>
          <p:cNvSpPr txBox="1"/>
          <p:nvPr/>
        </p:nvSpPr>
        <p:spPr>
          <a:xfrm>
            <a:off x="2714612" y="2571744"/>
            <a:ext cx="2261517" cy="369332"/>
          </a:xfrm>
          <a:prstGeom prst="rect">
            <a:avLst/>
          </a:prstGeom>
          <a:noFill/>
        </p:spPr>
        <p:txBody>
          <a:bodyPr wrap="none" rtlCol="0">
            <a:spAutoFit/>
          </a:bodyPr>
          <a:lstStyle/>
          <a:p>
            <a:r>
              <a:rPr lang="en-US" dirty="0"/>
              <a:t>Source program name</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3"/>
          <p:cNvPicPr>
            <a:picLocks noChangeAspect="1" noChangeArrowheads="1"/>
          </p:cNvPicPr>
          <p:nvPr/>
        </p:nvPicPr>
        <p:blipFill>
          <a:blip r:embed="rId2"/>
          <a:srcRect/>
          <a:stretch>
            <a:fillRect/>
          </a:stretch>
        </p:blipFill>
        <p:spPr bwMode="auto">
          <a:xfrm>
            <a:off x="0" y="785793"/>
            <a:ext cx="9144000" cy="5786479"/>
          </a:xfrm>
          <a:prstGeom prst="rect">
            <a:avLst/>
          </a:prstGeom>
          <a:noFill/>
          <a:ln w="9525">
            <a:noFill/>
            <a:miter lim="800000"/>
            <a:headEnd/>
            <a:tailEnd/>
          </a:ln>
          <a:effectLst/>
        </p:spPr>
      </p:pic>
      <p:pic>
        <p:nvPicPr>
          <p:cNvPr id="16388" name="Picture 4"/>
          <p:cNvPicPr>
            <a:picLocks noChangeAspect="1" noChangeArrowheads="1"/>
          </p:cNvPicPr>
          <p:nvPr/>
        </p:nvPicPr>
        <p:blipFill>
          <a:blip r:embed="rId3"/>
          <a:srcRect/>
          <a:stretch>
            <a:fillRect/>
          </a:stretch>
        </p:blipFill>
        <p:spPr bwMode="auto">
          <a:xfrm>
            <a:off x="2500298" y="214290"/>
            <a:ext cx="3324225" cy="609600"/>
          </a:xfrm>
          <a:prstGeom prst="rect">
            <a:avLst/>
          </a:prstGeom>
          <a:noFill/>
          <a:ln w="9525">
            <a:noFill/>
            <a:miter lim="800000"/>
            <a:headEnd/>
            <a:tailEnd/>
          </a:ln>
          <a:effectLst/>
        </p:spPr>
      </p:pic>
      <p:sp>
        <p:nvSpPr>
          <p:cNvPr id="4" name="TextBox 3"/>
          <p:cNvSpPr txBox="1"/>
          <p:nvPr/>
        </p:nvSpPr>
        <p:spPr>
          <a:xfrm>
            <a:off x="7572396" y="1714488"/>
            <a:ext cx="780535" cy="369332"/>
          </a:xfrm>
          <a:prstGeom prst="rect">
            <a:avLst/>
          </a:prstGeom>
          <a:noFill/>
        </p:spPr>
        <p:txBody>
          <a:bodyPr wrap="none" rtlCol="0">
            <a:spAutoFit/>
          </a:bodyPr>
          <a:lstStyle/>
          <a:p>
            <a:r>
              <a:rPr lang="en-US" dirty="0"/>
              <a:t>Binary</a:t>
            </a:r>
            <a:endParaRPr lang="en-IN" dirty="0"/>
          </a:p>
        </p:txBody>
      </p:sp>
      <p:sp>
        <p:nvSpPr>
          <p:cNvPr id="5" name="TextBox 4"/>
          <p:cNvSpPr txBox="1"/>
          <p:nvPr/>
        </p:nvSpPr>
        <p:spPr>
          <a:xfrm>
            <a:off x="7572396" y="2214554"/>
            <a:ext cx="750077" cy="369332"/>
          </a:xfrm>
          <a:prstGeom prst="rect">
            <a:avLst/>
          </a:prstGeom>
          <a:noFill/>
        </p:spPr>
        <p:txBody>
          <a:bodyPr wrap="none" rtlCol="0">
            <a:spAutoFit/>
          </a:bodyPr>
          <a:lstStyle/>
          <a:p>
            <a:r>
              <a:rPr lang="en-US" dirty="0"/>
              <a:t>Unary</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srcRect/>
          <a:stretch>
            <a:fillRect/>
          </a:stretch>
        </p:blipFill>
        <p:spPr bwMode="auto">
          <a:xfrm>
            <a:off x="0" y="0"/>
            <a:ext cx="9144000" cy="6643710"/>
          </a:xfrm>
          <a:prstGeom prst="rect">
            <a:avLst/>
          </a:prstGeom>
          <a:noFill/>
          <a:ln w="9525">
            <a:noFill/>
            <a:miter lim="800000"/>
            <a:headEnd/>
            <a:tailEnd/>
          </a:ln>
          <a:effectLst/>
        </p:spPr>
      </p:pic>
      <p:sp>
        <p:nvSpPr>
          <p:cNvPr id="5" name="TextBox 4"/>
          <p:cNvSpPr txBox="1"/>
          <p:nvPr/>
        </p:nvSpPr>
        <p:spPr>
          <a:xfrm>
            <a:off x="928662" y="5857892"/>
            <a:ext cx="7572428" cy="461665"/>
          </a:xfrm>
          <a:prstGeom prst="rect">
            <a:avLst/>
          </a:prstGeom>
          <a:noFill/>
        </p:spPr>
        <p:txBody>
          <a:bodyPr wrap="square" rtlCol="0">
            <a:spAutoFit/>
          </a:bodyPr>
          <a:lstStyle/>
          <a:p>
            <a:r>
              <a:rPr lang="en-US" sz="2400" b="1" dirty="0"/>
              <a:t>Two ways of assigning labels to three address statements</a:t>
            </a:r>
            <a:endParaRPr lang="en-IN" sz="24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srcRect/>
          <a:stretch>
            <a:fillRect/>
          </a:stretch>
        </p:blipFill>
        <p:spPr bwMode="auto">
          <a:xfrm>
            <a:off x="0" y="785794"/>
            <a:ext cx="8929718" cy="5572164"/>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srcRect/>
          <a:stretch>
            <a:fillRect/>
          </a:stretch>
        </p:blipFill>
        <p:spPr bwMode="auto">
          <a:xfrm>
            <a:off x="0" y="1"/>
            <a:ext cx="8858280" cy="1000107"/>
          </a:xfrm>
          <a:prstGeom prst="rect">
            <a:avLst/>
          </a:prstGeom>
          <a:noFill/>
          <a:ln w="9525">
            <a:noFill/>
            <a:miter lim="800000"/>
            <a:headEnd/>
            <a:tailEnd/>
          </a:ln>
          <a:effectLst/>
        </p:spPr>
      </p:pic>
      <p:pic>
        <p:nvPicPr>
          <p:cNvPr id="19459" name="Picture 3"/>
          <p:cNvPicPr>
            <a:picLocks noChangeAspect="1" noChangeArrowheads="1"/>
          </p:cNvPicPr>
          <p:nvPr/>
        </p:nvPicPr>
        <p:blipFill>
          <a:blip r:embed="rId3"/>
          <a:srcRect/>
          <a:stretch>
            <a:fillRect/>
          </a:stretch>
        </p:blipFill>
        <p:spPr bwMode="auto">
          <a:xfrm>
            <a:off x="285720" y="1071546"/>
            <a:ext cx="8572560" cy="2286001"/>
          </a:xfrm>
          <a:prstGeom prst="rect">
            <a:avLst/>
          </a:prstGeom>
          <a:noFill/>
          <a:ln w="9525">
            <a:noFill/>
            <a:miter lim="800000"/>
            <a:headEnd/>
            <a:tailEnd/>
          </a:ln>
          <a:effectLst/>
        </p:spPr>
      </p:pic>
      <p:pic>
        <p:nvPicPr>
          <p:cNvPr id="19460" name="Picture 4"/>
          <p:cNvPicPr>
            <a:picLocks noChangeAspect="1" noChangeArrowheads="1"/>
          </p:cNvPicPr>
          <p:nvPr/>
        </p:nvPicPr>
        <p:blipFill>
          <a:blip r:embed="rId4"/>
          <a:srcRect/>
          <a:stretch>
            <a:fillRect/>
          </a:stretch>
        </p:blipFill>
        <p:spPr bwMode="auto">
          <a:xfrm>
            <a:off x="214282" y="3429000"/>
            <a:ext cx="8715436" cy="3143252"/>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srcRect/>
          <a:stretch>
            <a:fillRect/>
          </a:stretch>
        </p:blipFill>
        <p:spPr bwMode="auto">
          <a:xfrm>
            <a:off x="214282" y="214290"/>
            <a:ext cx="8715436" cy="4857784"/>
          </a:xfrm>
          <a:prstGeom prst="rect">
            <a:avLst/>
          </a:prstGeom>
          <a:noFill/>
          <a:ln w="9525">
            <a:noFill/>
            <a:miter lim="800000"/>
            <a:headEnd/>
            <a:tailEnd/>
          </a:ln>
          <a:effectLst/>
        </p:spPr>
      </p:pic>
      <p:pic>
        <p:nvPicPr>
          <p:cNvPr id="20483" name="Picture 3"/>
          <p:cNvPicPr>
            <a:picLocks noChangeAspect="1" noChangeArrowheads="1"/>
          </p:cNvPicPr>
          <p:nvPr/>
        </p:nvPicPr>
        <p:blipFill>
          <a:blip r:embed="rId3"/>
          <a:srcRect/>
          <a:stretch>
            <a:fillRect/>
          </a:stretch>
        </p:blipFill>
        <p:spPr bwMode="auto">
          <a:xfrm>
            <a:off x="285720" y="3643314"/>
            <a:ext cx="8643998" cy="3000396"/>
          </a:xfrm>
          <a:prstGeom prst="rect">
            <a:avLst/>
          </a:prstGeom>
          <a:noFill/>
          <a:ln w="9525">
            <a:noFill/>
            <a:miter lim="800000"/>
            <a:headEnd/>
            <a:tailEnd/>
          </a:ln>
          <a:effectLst/>
        </p:spPr>
      </p:pic>
      <p:pic>
        <p:nvPicPr>
          <p:cNvPr id="3074" name="Picture 2"/>
          <p:cNvPicPr>
            <a:picLocks noChangeAspect="1" noChangeArrowheads="1"/>
          </p:cNvPicPr>
          <p:nvPr/>
        </p:nvPicPr>
        <p:blipFill>
          <a:blip r:embed="rId4"/>
          <a:srcRect/>
          <a:stretch>
            <a:fillRect/>
          </a:stretch>
        </p:blipFill>
        <p:spPr bwMode="auto">
          <a:xfrm>
            <a:off x="214282" y="3714752"/>
            <a:ext cx="3105150" cy="400050"/>
          </a:xfrm>
          <a:prstGeom prst="rect">
            <a:avLst/>
          </a:prstGeom>
          <a:noFill/>
          <a:ln w="9525">
            <a:noFill/>
            <a:miter lim="800000"/>
            <a:headEnd/>
            <a:tailEnd/>
          </a:ln>
          <a:effectLst/>
        </p:spPr>
      </p:pic>
      <p:sp>
        <p:nvSpPr>
          <p:cNvPr id="5" name="TextBox 4"/>
          <p:cNvSpPr txBox="1"/>
          <p:nvPr/>
        </p:nvSpPr>
        <p:spPr>
          <a:xfrm>
            <a:off x="642910" y="6286520"/>
            <a:ext cx="2031390" cy="369332"/>
          </a:xfrm>
          <a:prstGeom prst="rect">
            <a:avLst/>
          </a:prstGeom>
          <a:noFill/>
        </p:spPr>
        <p:txBody>
          <a:bodyPr wrap="none" rtlCol="0">
            <a:spAutoFit/>
          </a:bodyPr>
          <a:lstStyle/>
          <a:p>
            <a:r>
              <a:rPr lang="en-US" dirty="0"/>
              <a:t>Three-address code</a:t>
            </a:r>
            <a:endParaRPr lang="en-IN" dirty="0"/>
          </a:p>
        </p:txBody>
      </p:sp>
      <p:sp>
        <p:nvSpPr>
          <p:cNvPr id="6" name="TextBox 5"/>
          <p:cNvSpPr txBox="1"/>
          <p:nvPr/>
        </p:nvSpPr>
        <p:spPr>
          <a:xfrm>
            <a:off x="5572132" y="6286520"/>
            <a:ext cx="1276311" cy="369332"/>
          </a:xfrm>
          <a:prstGeom prst="rect">
            <a:avLst/>
          </a:prstGeom>
          <a:noFill/>
        </p:spPr>
        <p:txBody>
          <a:bodyPr wrap="none" rtlCol="0">
            <a:spAutoFit/>
          </a:bodyPr>
          <a:lstStyle/>
          <a:p>
            <a:r>
              <a:rPr lang="en-US" dirty="0"/>
              <a:t>Quadruples</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4"/>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srcRect/>
          <a:stretch>
            <a:fillRect/>
          </a:stretch>
        </p:blipFill>
        <p:spPr bwMode="auto">
          <a:xfrm>
            <a:off x="0" y="0"/>
            <a:ext cx="9144000" cy="664371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srcRect/>
          <a:stretch>
            <a:fillRect/>
          </a:stretch>
        </p:blipFill>
        <p:spPr bwMode="auto">
          <a:xfrm>
            <a:off x="0" y="0"/>
            <a:ext cx="9144000" cy="6857999"/>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srcRect/>
          <a:stretch>
            <a:fillRect/>
          </a:stretch>
        </p:blipFill>
        <p:spPr bwMode="auto">
          <a:xfrm>
            <a:off x="0" y="214290"/>
            <a:ext cx="9144000" cy="642942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14282" y="428604"/>
            <a:ext cx="8643998" cy="5429288"/>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428596" y="357166"/>
            <a:ext cx="8429684" cy="5929354"/>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285720" y="285728"/>
            <a:ext cx="8501122" cy="6072229"/>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571472" y="428604"/>
            <a:ext cx="7858180" cy="3500462"/>
          </a:xfrm>
          <a:prstGeom prst="rect">
            <a:avLst/>
          </a:prstGeom>
          <a:noFill/>
          <a:ln w="9525">
            <a:noFill/>
            <a:miter lim="800000"/>
            <a:headEnd/>
            <a:tailEnd/>
          </a:ln>
          <a:effectLst/>
        </p:spPr>
      </p:pic>
      <p:sp>
        <p:nvSpPr>
          <p:cNvPr id="3" name="TextBox 2"/>
          <p:cNvSpPr txBox="1"/>
          <p:nvPr/>
        </p:nvSpPr>
        <p:spPr>
          <a:xfrm>
            <a:off x="642910" y="4500570"/>
            <a:ext cx="8072494" cy="1200329"/>
          </a:xfrm>
          <a:prstGeom prst="rect">
            <a:avLst/>
          </a:prstGeom>
          <a:noFill/>
        </p:spPr>
        <p:txBody>
          <a:bodyPr wrap="square" rtlCol="0">
            <a:spAutoFit/>
          </a:bodyPr>
          <a:lstStyle/>
          <a:p>
            <a:r>
              <a:rPr lang="en-US" sz="2400" dirty="0">
                <a:latin typeface="Times New Roman" pitchFamily="18" charset="0"/>
                <a:cs typeface="Times New Roman" pitchFamily="18" charset="0"/>
              </a:rPr>
              <a:t>When type expressions are represented by graphs,  two types are structurally equivalent if and only if one of the </a:t>
            </a:r>
            <a:r>
              <a:rPr lang="en-US" sz="2400" b="1" dirty="0">
                <a:latin typeface="Times New Roman" pitchFamily="18" charset="0"/>
                <a:cs typeface="Times New Roman" pitchFamily="18" charset="0"/>
              </a:rPr>
              <a:t>above</a:t>
            </a:r>
            <a:r>
              <a:rPr lang="en-US" sz="2400" dirty="0">
                <a:latin typeface="Times New Roman" pitchFamily="18" charset="0"/>
                <a:cs typeface="Times New Roman" pitchFamily="18" charset="0"/>
              </a:rPr>
              <a:t> conditions is true:</a:t>
            </a:r>
            <a:endParaRPr lang="en-IN" sz="24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1714480" y="0"/>
            <a:ext cx="5500726" cy="1857364"/>
          </a:xfrm>
          <a:prstGeom prst="rect">
            <a:avLst/>
          </a:prstGeom>
          <a:noFill/>
          <a:ln w="9525">
            <a:noFill/>
            <a:miter lim="800000"/>
            <a:headEnd/>
            <a:tailEnd/>
          </a:ln>
          <a:effectLst/>
        </p:spPr>
      </p:pic>
      <p:sp>
        <p:nvSpPr>
          <p:cNvPr id="3" name="TextBox 2"/>
          <p:cNvSpPr txBox="1"/>
          <p:nvPr/>
        </p:nvSpPr>
        <p:spPr>
          <a:xfrm>
            <a:off x="214282" y="2000240"/>
            <a:ext cx="8572560" cy="4154984"/>
          </a:xfrm>
          <a:prstGeom prst="rect">
            <a:avLst/>
          </a:prstGeom>
          <a:noFill/>
        </p:spPr>
        <p:txBody>
          <a:bodyPr wrap="square" rtlCol="0">
            <a:spAutoFit/>
          </a:bodyPr>
          <a:lstStyle/>
          <a:p>
            <a:pPr marL="269875" indent="-269875">
              <a:buFont typeface="Arial" pitchFamily="34" charset="0"/>
              <a:buChar char="•"/>
            </a:pPr>
            <a:r>
              <a:rPr lang="en-US" sz="2400" dirty="0">
                <a:latin typeface="Times New Roman" pitchFamily="18" charset="0"/>
                <a:cs typeface="Times New Roman" pitchFamily="18" charset="0"/>
              </a:rPr>
              <a:t>NT “D” generates a sequence of declarations. </a:t>
            </a:r>
          </a:p>
          <a:p>
            <a:pPr marL="269875" indent="-269875">
              <a:buFont typeface="Arial" pitchFamily="34" charset="0"/>
              <a:buChar char="•"/>
            </a:pPr>
            <a:r>
              <a:rPr lang="en-US" sz="2400" dirty="0">
                <a:latin typeface="Times New Roman" pitchFamily="18" charset="0"/>
                <a:cs typeface="Times New Roman" pitchFamily="18" charset="0"/>
              </a:rPr>
              <a:t>NT “T” generates basic, array, or record types. </a:t>
            </a:r>
          </a:p>
          <a:p>
            <a:pPr marL="269875" indent="-269875">
              <a:buFont typeface="Arial" pitchFamily="34" charset="0"/>
              <a:buChar char="•"/>
            </a:pPr>
            <a:r>
              <a:rPr lang="en-US" sz="2400" dirty="0">
                <a:latin typeface="Times New Roman" pitchFamily="18" charset="0"/>
                <a:cs typeface="Times New Roman" pitchFamily="18" charset="0"/>
              </a:rPr>
              <a:t>NT “B” generates one of the basic types </a:t>
            </a:r>
            <a:r>
              <a:rPr lang="en-US" sz="2400" dirty="0" err="1">
                <a:latin typeface="Times New Roman" pitchFamily="18" charset="0"/>
                <a:cs typeface="Times New Roman" pitchFamily="18" charset="0"/>
              </a:rPr>
              <a:t>int</a:t>
            </a:r>
            <a:r>
              <a:rPr lang="en-US" sz="2400" dirty="0">
                <a:latin typeface="Times New Roman" pitchFamily="18" charset="0"/>
                <a:cs typeface="Times New Roman" pitchFamily="18" charset="0"/>
              </a:rPr>
              <a:t> and float. </a:t>
            </a:r>
          </a:p>
          <a:p>
            <a:pPr marL="269875" indent="-269875">
              <a:buFont typeface="Arial" pitchFamily="34" charset="0"/>
              <a:buChar char="•"/>
            </a:pPr>
            <a:r>
              <a:rPr lang="en-US" sz="2400" dirty="0">
                <a:latin typeface="Times New Roman" pitchFamily="18" charset="0"/>
                <a:cs typeface="Times New Roman" pitchFamily="18" charset="0"/>
              </a:rPr>
              <a:t>NT “C” for “component” generates strings of zero or more integers, each integer surrounded by brackets. </a:t>
            </a:r>
          </a:p>
          <a:p>
            <a:pPr marL="269875" indent="-269875"/>
            <a:endParaRPr lang="en-US" sz="2400" dirty="0">
              <a:latin typeface="Times New Roman" pitchFamily="18" charset="0"/>
              <a:cs typeface="Times New Roman" pitchFamily="18" charset="0"/>
            </a:endParaRPr>
          </a:p>
          <a:p>
            <a:pPr marL="269875" indent="-269875">
              <a:buFont typeface="Arial" pitchFamily="34" charset="0"/>
              <a:buChar char="•"/>
            </a:pPr>
            <a:r>
              <a:rPr lang="en-US" sz="2400" dirty="0">
                <a:latin typeface="Times New Roman" pitchFamily="18" charset="0"/>
                <a:cs typeface="Times New Roman" pitchFamily="18" charset="0"/>
              </a:rPr>
              <a:t>An array type consists of a basic type specified by “B”, followed by array components specified by NT “C”. </a:t>
            </a:r>
          </a:p>
          <a:p>
            <a:pPr marL="269875" indent="-269875"/>
            <a:endParaRPr lang="en-US" sz="2400" dirty="0">
              <a:latin typeface="Times New Roman" pitchFamily="18" charset="0"/>
              <a:cs typeface="Times New Roman" pitchFamily="18" charset="0"/>
            </a:endParaRPr>
          </a:p>
          <a:p>
            <a:pPr marL="269875" indent="-269875">
              <a:buFont typeface="Arial" pitchFamily="34" charset="0"/>
              <a:buChar char="•"/>
            </a:pPr>
            <a:r>
              <a:rPr lang="en-US" sz="2400" dirty="0">
                <a:latin typeface="Times New Roman" pitchFamily="18" charset="0"/>
                <a:cs typeface="Times New Roman" pitchFamily="18" charset="0"/>
              </a:rPr>
              <a:t>A record type is a sequence of declarations for the fields of the record, all surrounded by curly braces</a:t>
            </a:r>
            <a:endParaRPr lang="en-IN" sz="24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0" y="428604"/>
            <a:ext cx="8858280" cy="5929354"/>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214282" y="214290"/>
            <a:ext cx="8643999" cy="6286544"/>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1643042" y="214290"/>
            <a:ext cx="6000792" cy="2428892"/>
          </a:xfrm>
          <a:prstGeom prst="rect">
            <a:avLst/>
          </a:prstGeom>
          <a:noFill/>
          <a:ln w="9525">
            <a:noFill/>
            <a:miter lim="800000"/>
            <a:headEnd/>
            <a:tailEnd/>
          </a:ln>
          <a:effectLst/>
        </p:spPr>
      </p:pic>
      <p:sp>
        <p:nvSpPr>
          <p:cNvPr id="3" name="TextBox 2"/>
          <p:cNvSpPr txBox="1"/>
          <p:nvPr/>
        </p:nvSpPr>
        <p:spPr>
          <a:xfrm>
            <a:off x="0" y="2643182"/>
            <a:ext cx="8929718" cy="3970318"/>
          </a:xfrm>
          <a:prstGeom prst="rect">
            <a:avLst/>
          </a:prstGeom>
          <a:noFill/>
        </p:spPr>
        <p:txBody>
          <a:bodyPr wrap="square" rtlCol="0">
            <a:spAutoFit/>
          </a:bodyPr>
          <a:lstStyle/>
          <a:p>
            <a:pPr algn="just"/>
            <a:r>
              <a:rPr lang="en-US" dirty="0">
                <a:latin typeface="Times New Roman" pitchFamily="18" charset="0"/>
                <a:cs typeface="Times New Roman" pitchFamily="18" charset="0"/>
              </a:rPr>
              <a:t>SDT uses synthesized attributes </a:t>
            </a:r>
            <a:r>
              <a:rPr lang="en-US" b="1" dirty="0">
                <a:latin typeface="Times New Roman" pitchFamily="18" charset="0"/>
                <a:cs typeface="Times New Roman" pitchFamily="18" charset="0"/>
              </a:rPr>
              <a:t>type</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width</a:t>
            </a:r>
            <a:r>
              <a:rPr lang="en-US" dirty="0">
                <a:latin typeface="Times New Roman" pitchFamily="18" charset="0"/>
                <a:cs typeface="Times New Roman" pitchFamily="18" charset="0"/>
              </a:rPr>
              <a:t> for each NT and two variables </a:t>
            </a:r>
            <a:r>
              <a:rPr lang="en-US" b="1" dirty="0">
                <a:latin typeface="Times New Roman" pitchFamily="18" charset="0"/>
                <a:cs typeface="Times New Roman" pitchFamily="18" charset="0"/>
              </a:rPr>
              <a:t>t</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w</a:t>
            </a:r>
            <a:r>
              <a:rPr lang="en-US" dirty="0">
                <a:latin typeface="Times New Roman" pitchFamily="18" charset="0"/>
                <a:cs typeface="Times New Roman" pitchFamily="18" charset="0"/>
              </a:rPr>
              <a:t> to pass type and width information from a </a:t>
            </a:r>
            <a:r>
              <a:rPr lang="en-US" b="1" dirty="0">
                <a:latin typeface="Times New Roman" pitchFamily="18" charset="0"/>
                <a:cs typeface="Times New Roman" pitchFamily="18" charset="0"/>
              </a:rPr>
              <a:t>B</a:t>
            </a:r>
            <a:r>
              <a:rPr lang="en-US" dirty="0">
                <a:latin typeface="Times New Roman" pitchFamily="18" charset="0"/>
                <a:cs typeface="Times New Roman" pitchFamily="18" charset="0"/>
              </a:rPr>
              <a:t> node in a parse tree to the node for the production </a:t>
            </a:r>
            <a:r>
              <a:rPr lang="en-US" b="1" dirty="0"/>
              <a:t>C-&gt;</a:t>
            </a:r>
            <a:r>
              <a:rPr lang="en-US" b="1" dirty="0">
                <a:latin typeface="Bradley Hand ITC" pitchFamily="66" charset="0"/>
              </a:rPr>
              <a:t>E.</a:t>
            </a:r>
            <a:r>
              <a:rPr lang="en-US" dirty="0">
                <a:latin typeface="Bradley Hand ITC" pitchFamily="66" charset="0"/>
              </a:rPr>
              <a:t> </a:t>
            </a:r>
            <a:r>
              <a:rPr lang="en-US" dirty="0">
                <a:latin typeface="Times New Roman" pitchFamily="18" charset="0"/>
                <a:cs typeface="Times New Roman" pitchFamily="18" charset="0"/>
              </a:rPr>
              <a:t>In SDD</a:t>
            </a:r>
            <a:r>
              <a:rPr lang="en-US" b="1" dirty="0">
                <a:latin typeface="Times New Roman" pitchFamily="18" charset="0"/>
                <a:cs typeface="Times New Roman" pitchFamily="18" charset="0"/>
              </a:rPr>
              <a:t>, t </a:t>
            </a:r>
            <a:r>
              <a:rPr lang="en-US" dirty="0">
                <a:latin typeface="Times New Roman" pitchFamily="18" charset="0"/>
                <a:cs typeface="Times New Roman" pitchFamily="18" charset="0"/>
              </a:rPr>
              <a:t>and</a:t>
            </a:r>
            <a:r>
              <a:rPr lang="en-US" b="1" dirty="0">
                <a:latin typeface="Times New Roman" pitchFamily="18" charset="0"/>
                <a:cs typeface="Times New Roman" pitchFamily="18" charset="0"/>
              </a:rPr>
              <a:t> w </a:t>
            </a:r>
            <a:r>
              <a:rPr lang="en-US" dirty="0">
                <a:latin typeface="Times New Roman" pitchFamily="18" charset="0"/>
                <a:cs typeface="Times New Roman" pitchFamily="18" charset="0"/>
              </a:rPr>
              <a:t>would be inherited attributes for </a:t>
            </a:r>
            <a:r>
              <a:rPr lang="en-US" b="1" dirty="0">
                <a:latin typeface="Times New Roman" pitchFamily="18" charset="0"/>
                <a:cs typeface="Times New Roman" pitchFamily="18" charset="0"/>
              </a:rPr>
              <a:t>C. </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The body of the T-production consist of NT </a:t>
            </a:r>
            <a:r>
              <a:rPr lang="en-US" b="1" dirty="0">
                <a:latin typeface="Times New Roman" pitchFamily="18" charset="0"/>
                <a:cs typeface="Times New Roman" pitchFamily="18" charset="0"/>
              </a:rPr>
              <a:t>B</a:t>
            </a:r>
            <a:r>
              <a:rPr lang="en-US" dirty="0">
                <a:latin typeface="Times New Roman" pitchFamily="18" charset="0"/>
                <a:cs typeface="Times New Roman" pitchFamily="18" charset="0"/>
              </a:rPr>
              <a:t>, an action and </a:t>
            </a:r>
            <a:r>
              <a:rPr lang="en-US" b="1" dirty="0">
                <a:latin typeface="Times New Roman" pitchFamily="18" charset="0"/>
                <a:cs typeface="Times New Roman" pitchFamily="18" charset="0"/>
              </a:rPr>
              <a:t>C</a:t>
            </a:r>
            <a:r>
              <a:rPr lang="en-US" dirty="0">
                <a:latin typeface="Times New Roman" pitchFamily="18" charset="0"/>
                <a:cs typeface="Times New Roman" pitchFamily="18" charset="0"/>
              </a:rPr>
              <a:t>, which appears on the next line.</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The action b/w </a:t>
            </a:r>
            <a:r>
              <a:rPr lang="en-US" b="1" dirty="0">
                <a:latin typeface="Times New Roman" pitchFamily="18" charset="0"/>
                <a:cs typeface="Times New Roman" pitchFamily="18" charset="0"/>
              </a:rPr>
              <a:t>B</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C</a:t>
            </a:r>
            <a:r>
              <a:rPr lang="en-US" dirty="0">
                <a:latin typeface="Times New Roman" pitchFamily="18" charset="0"/>
                <a:cs typeface="Times New Roman" pitchFamily="18" charset="0"/>
              </a:rPr>
              <a:t> sets </a:t>
            </a:r>
            <a:r>
              <a:rPr lang="en-US" b="1" dirty="0">
                <a:latin typeface="Times New Roman" pitchFamily="18" charset="0"/>
                <a:cs typeface="Times New Roman" pitchFamily="18" charset="0"/>
              </a:rPr>
              <a:t>t</a:t>
            </a:r>
            <a:r>
              <a:rPr lang="en-US" dirty="0">
                <a:latin typeface="Times New Roman" pitchFamily="18" charset="0"/>
                <a:cs typeface="Times New Roman" pitchFamily="18" charset="0"/>
              </a:rPr>
              <a:t> to </a:t>
            </a:r>
            <a:r>
              <a:rPr lang="en-US" b="1" dirty="0" err="1">
                <a:latin typeface="Times New Roman" pitchFamily="18" charset="0"/>
                <a:cs typeface="Times New Roman" pitchFamily="18" charset="0"/>
              </a:rPr>
              <a:t>B.type</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w to </a:t>
            </a:r>
            <a:r>
              <a:rPr lang="en-US" b="1" dirty="0" err="1">
                <a:latin typeface="Times New Roman" pitchFamily="18" charset="0"/>
                <a:cs typeface="Times New Roman" pitchFamily="18" charset="0"/>
              </a:rPr>
              <a:t>B.width</a:t>
            </a:r>
            <a:r>
              <a:rPr lang="en-US" dirty="0">
                <a:latin typeface="Times New Roman" pitchFamily="18" charset="0"/>
                <a:cs typeface="Times New Roman" pitchFamily="18" charset="0"/>
              </a:rPr>
              <a:t>. </a:t>
            </a:r>
          </a:p>
          <a:p>
            <a:pPr algn="just"/>
            <a:r>
              <a:rPr lang="en-US" dirty="0">
                <a:latin typeface="Times New Roman" pitchFamily="18" charset="0"/>
                <a:cs typeface="Times New Roman" pitchFamily="18" charset="0"/>
              </a:rPr>
              <a:t>If </a:t>
            </a:r>
            <a:r>
              <a:rPr lang="en-US" b="1" dirty="0">
                <a:latin typeface="Times New Roman" pitchFamily="18" charset="0"/>
                <a:cs typeface="Times New Roman" pitchFamily="18" charset="0"/>
              </a:rPr>
              <a:t>B -&gt; </a:t>
            </a:r>
            <a:r>
              <a:rPr lang="en-US" b="1" dirty="0" err="1">
                <a:latin typeface="Times New Roman" pitchFamily="18" charset="0"/>
                <a:cs typeface="Times New Roman" pitchFamily="18" charset="0"/>
              </a:rPr>
              <a:t>int</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then</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B.type</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is set to integer and </a:t>
            </a:r>
            <a:r>
              <a:rPr lang="en-US" b="1" dirty="0" err="1">
                <a:latin typeface="Times New Roman" pitchFamily="18" charset="0"/>
                <a:cs typeface="Times New Roman" pitchFamily="18" charset="0"/>
              </a:rPr>
              <a:t>B.width</a:t>
            </a:r>
            <a:r>
              <a:rPr lang="en-US" dirty="0">
                <a:latin typeface="Times New Roman" pitchFamily="18" charset="0"/>
                <a:cs typeface="Times New Roman" pitchFamily="18" charset="0"/>
              </a:rPr>
              <a:t> is set to 4, the width of an integer.  </a:t>
            </a:r>
          </a:p>
          <a:p>
            <a:pPr algn="just"/>
            <a:r>
              <a:rPr lang="en-US" dirty="0">
                <a:latin typeface="Times New Roman" pitchFamily="18" charset="0"/>
                <a:cs typeface="Times New Roman" pitchFamily="18" charset="0"/>
              </a:rPr>
              <a:t>If </a:t>
            </a:r>
            <a:r>
              <a:rPr lang="en-US" b="1" dirty="0">
                <a:latin typeface="Times New Roman" pitchFamily="18" charset="0"/>
                <a:cs typeface="Times New Roman" pitchFamily="18" charset="0"/>
              </a:rPr>
              <a:t>B-&gt; float </a:t>
            </a:r>
            <a:r>
              <a:rPr lang="en-US" dirty="0">
                <a:latin typeface="Times New Roman" pitchFamily="18" charset="0"/>
                <a:cs typeface="Times New Roman" pitchFamily="18" charset="0"/>
              </a:rPr>
              <a:t>then </a:t>
            </a:r>
            <a:r>
              <a:rPr lang="en-US" b="1" dirty="0">
                <a:latin typeface="Times New Roman" pitchFamily="18" charset="0"/>
                <a:cs typeface="Times New Roman" pitchFamily="18" charset="0"/>
              </a:rPr>
              <a:t>B. type </a:t>
            </a:r>
            <a:r>
              <a:rPr lang="en-US" dirty="0">
                <a:latin typeface="Times New Roman" pitchFamily="18" charset="0"/>
                <a:cs typeface="Times New Roman" pitchFamily="18" charset="0"/>
              </a:rPr>
              <a:t>is float and </a:t>
            </a:r>
            <a:r>
              <a:rPr lang="en-US" b="1" dirty="0" err="1">
                <a:latin typeface="Times New Roman" pitchFamily="18" charset="0"/>
                <a:cs typeface="Times New Roman" pitchFamily="18" charset="0"/>
              </a:rPr>
              <a:t>B.width</a:t>
            </a:r>
            <a:r>
              <a:rPr lang="en-US" dirty="0">
                <a:latin typeface="Times New Roman" pitchFamily="18" charset="0"/>
                <a:cs typeface="Times New Roman" pitchFamily="18" charset="0"/>
              </a:rPr>
              <a:t> is 8, the width of float.</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The Productions for C determine whether T generates a basic type or an array type. </a:t>
            </a:r>
          </a:p>
          <a:p>
            <a:pPr algn="just"/>
            <a:r>
              <a:rPr lang="en-US" dirty="0">
                <a:latin typeface="Times New Roman" pitchFamily="18" charset="0"/>
                <a:cs typeface="Times New Roman" pitchFamily="18" charset="0"/>
              </a:rPr>
              <a:t>If C-&gt;</a:t>
            </a:r>
            <a:r>
              <a:rPr lang="en-US" b="1" dirty="0">
                <a:latin typeface="Bradley Hand ITC" pitchFamily="66" charset="0"/>
              </a:rPr>
              <a:t> E, </a:t>
            </a:r>
            <a:r>
              <a:rPr lang="en-US" dirty="0">
                <a:latin typeface="Times New Roman" pitchFamily="18" charset="0"/>
                <a:cs typeface="Times New Roman" pitchFamily="18" charset="0"/>
              </a:rPr>
              <a:t>then </a:t>
            </a:r>
            <a:r>
              <a:rPr lang="en-US" b="1" dirty="0">
                <a:latin typeface="Times New Roman" pitchFamily="18" charset="0"/>
                <a:cs typeface="Times New Roman" pitchFamily="18" charset="0"/>
              </a:rPr>
              <a:t>t</a:t>
            </a:r>
            <a:r>
              <a:rPr lang="en-US" dirty="0">
                <a:latin typeface="Times New Roman" pitchFamily="18" charset="0"/>
                <a:cs typeface="Times New Roman" pitchFamily="18" charset="0"/>
              </a:rPr>
              <a:t> becomes </a:t>
            </a:r>
            <a:r>
              <a:rPr lang="en-US" b="1" dirty="0" err="1">
                <a:latin typeface="Times New Roman" pitchFamily="18" charset="0"/>
                <a:cs typeface="Times New Roman" pitchFamily="18" charset="0"/>
              </a:rPr>
              <a:t>C.type</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w</a:t>
            </a:r>
            <a:r>
              <a:rPr lang="en-US" dirty="0">
                <a:latin typeface="Times New Roman" pitchFamily="18" charset="0"/>
                <a:cs typeface="Times New Roman" pitchFamily="18" charset="0"/>
              </a:rPr>
              <a:t> becomes </a:t>
            </a:r>
            <a:r>
              <a:rPr lang="en-US" b="1" dirty="0" err="1">
                <a:latin typeface="Times New Roman" pitchFamily="18" charset="0"/>
                <a:cs typeface="Times New Roman" pitchFamily="18" charset="0"/>
              </a:rPr>
              <a:t>C.width</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Otherwise, C specifies an array component. The action for </a:t>
            </a:r>
            <a:r>
              <a:rPr lang="en-US" b="1" dirty="0">
                <a:latin typeface="Times New Roman" pitchFamily="18" charset="0"/>
                <a:cs typeface="Times New Roman" pitchFamily="18" charset="0"/>
              </a:rPr>
              <a:t>C-&gt;[num]C</a:t>
            </a:r>
            <a:r>
              <a:rPr lang="en-US" b="1" baseline="-25000" dirty="0">
                <a:latin typeface="Times New Roman" pitchFamily="18" charset="0"/>
                <a:cs typeface="Times New Roman" pitchFamily="18" charset="0"/>
              </a:rPr>
              <a:t>1</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forms </a:t>
            </a:r>
            <a:r>
              <a:rPr lang="en-US" b="1" dirty="0" err="1">
                <a:latin typeface="Times New Roman" pitchFamily="18" charset="0"/>
                <a:cs typeface="Times New Roman" pitchFamily="18" charset="0"/>
              </a:rPr>
              <a:t>C.type</a:t>
            </a:r>
            <a:r>
              <a:rPr lang="en-US" dirty="0">
                <a:latin typeface="Times New Roman" pitchFamily="18" charset="0"/>
                <a:cs typeface="Times New Roman" pitchFamily="18" charset="0"/>
              </a:rPr>
              <a:t>.</a:t>
            </a:r>
          </a:p>
          <a:p>
            <a:endParaRPr lang="en-IN" b="1"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3643314"/>
            <a:ext cx="8715436" cy="2862322"/>
          </a:xfrm>
          <a:prstGeom prst="rect">
            <a:avLst/>
          </a:prstGeom>
          <a:noFill/>
        </p:spPr>
        <p:txBody>
          <a:bodyPr wrap="square" rtlCol="0">
            <a:spAutoFit/>
          </a:bodyPr>
          <a:lstStyle/>
          <a:p>
            <a:pPr algn="just"/>
            <a:r>
              <a:rPr lang="en-US" sz="2000" dirty="0">
                <a:latin typeface="Times New Roman" pitchFamily="18" charset="0"/>
                <a:cs typeface="Times New Roman" pitchFamily="18" charset="0"/>
              </a:rPr>
              <a:t>The solid lines show how the </a:t>
            </a:r>
            <a:r>
              <a:rPr lang="en-US" sz="2000" b="1" i="1" dirty="0">
                <a:latin typeface="Times New Roman" pitchFamily="18" charset="0"/>
                <a:cs typeface="Times New Roman" pitchFamily="18" charset="0"/>
              </a:rPr>
              <a:t>type</a:t>
            </a:r>
            <a:r>
              <a:rPr lang="en-US" sz="2000" dirty="0">
                <a:latin typeface="Times New Roman" pitchFamily="18" charset="0"/>
                <a:cs typeface="Times New Roman" pitchFamily="18" charset="0"/>
              </a:rPr>
              <a:t> and </a:t>
            </a:r>
            <a:r>
              <a:rPr lang="en-US" sz="2000" b="1" i="1" dirty="0">
                <a:latin typeface="Times New Roman" pitchFamily="18" charset="0"/>
                <a:cs typeface="Times New Roman" pitchFamily="18" charset="0"/>
              </a:rPr>
              <a:t>width</a:t>
            </a:r>
            <a:r>
              <a:rPr lang="en-US" sz="2000" dirty="0">
                <a:latin typeface="Times New Roman" pitchFamily="18" charset="0"/>
                <a:cs typeface="Times New Roman" pitchFamily="18" charset="0"/>
              </a:rPr>
              <a:t> are passed from </a:t>
            </a:r>
            <a:r>
              <a:rPr lang="en-US" sz="2000" b="1" dirty="0">
                <a:latin typeface="Times New Roman" pitchFamily="18" charset="0"/>
                <a:cs typeface="Times New Roman" pitchFamily="18" charset="0"/>
              </a:rPr>
              <a:t>B</a:t>
            </a:r>
            <a:r>
              <a:rPr lang="en-US" sz="2000" dirty="0">
                <a:latin typeface="Times New Roman" pitchFamily="18" charset="0"/>
                <a:cs typeface="Times New Roman" pitchFamily="18" charset="0"/>
              </a:rPr>
              <a:t>, down the chain of </a:t>
            </a:r>
            <a:r>
              <a:rPr lang="en-US" sz="2000" b="1" dirty="0">
                <a:latin typeface="Times New Roman" pitchFamily="18" charset="0"/>
                <a:cs typeface="Times New Roman" pitchFamily="18" charset="0"/>
              </a:rPr>
              <a:t>C’</a:t>
            </a:r>
            <a:r>
              <a:rPr lang="en-US" sz="2000" dirty="0">
                <a:latin typeface="Times New Roman" pitchFamily="18" charset="0"/>
                <a:cs typeface="Times New Roman" pitchFamily="18" charset="0"/>
              </a:rPr>
              <a:t>s through variables </a:t>
            </a:r>
            <a:r>
              <a:rPr lang="en-US" sz="2000" b="1" i="1" dirty="0">
                <a:latin typeface="Times New Roman" pitchFamily="18" charset="0"/>
                <a:cs typeface="Times New Roman" pitchFamily="18" charset="0"/>
              </a:rPr>
              <a:t>t</a:t>
            </a:r>
            <a:r>
              <a:rPr lang="en-US" sz="2000" dirty="0">
                <a:latin typeface="Times New Roman" pitchFamily="18" charset="0"/>
                <a:cs typeface="Times New Roman" pitchFamily="18" charset="0"/>
              </a:rPr>
              <a:t> and </a:t>
            </a:r>
            <a:r>
              <a:rPr lang="en-US" sz="2000" b="1" i="1" dirty="0">
                <a:latin typeface="Times New Roman" pitchFamily="18" charset="0"/>
                <a:cs typeface="Times New Roman" pitchFamily="18" charset="0"/>
              </a:rPr>
              <a:t>w</a:t>
            </a:r>
            <a:r>
              <a:rPr lang="en-US" sz="2000" dirty="0">
                <a:latin typeface="Times New Roman" pitchFamily="18" charset="0"/>
                <a:cs typeface="Times New Roman" pitchFamily="18" charset="0"/>
              </a:rPr>
              <a:t>, and then back up the chain as synthesized attributes </a:t>
            </a:r>
            <a:r>
              <a:rPr lang="en-US" sz="2000" b="1" i="1" dirty="0">
                <a:latin typeface="Times New Roman" pitchFamily="18" charset="0"/>
                <a:cs typeface="Times New Roman" pitchFamily="18" charset="0"/>
              </a:rPr>
              <a:t>type</a:t>
            </a:r>
            <a:r>
              <a:rPr lang="en-US" sz="2000" dirty="0">
                <a:latin typeface="Times New Roman" pitchFamily="18" charset="0"/>
                <a:cs typeface="Times New Roman" pitchFamily="18" charset="0"/>
              </a:rPr>
              <a:t> and </a:t>
            </a:r>
            <a:r>
              <a:rPr lang="en-US" sz="2000" b="1" i="1" dirty="0">
                <a:latin typeface="Times New Roman" pitchFamily="18" charset="0"/>
                <a:cs typeface="Times New Roman" pitchFamily="18" charset="0"/>
              </a:rPr>
              <a:t>width</a:t>
            </a:r>
            <a:r>
              <a:rPr lang="en-US" sz="2000" dirty="0">
                <a:latin typeface="Times New Roman" pitchFamily="18" charset="0"/>
                <a:cs typeface="Times New Roman" pitchFamily="18" charset="0"/>
              </a:rPr>
              <a:t> . </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variables </a:t>
            </a:r>
            <a:r>
              <a:rPr lang="en-US" sz="2000" b="1" i="1" dirty="0">
                <a:latin typeface="Times New Roman" pitchFamily="18" charset="0"/>
                <a:cs typeface="Times New Roman" pitchFamily="18" charset="0"/>
              </a:rPr>
              <a:t>t</a:t>
            </a:r>
            <a:r>
              <a:rPr lang="en-US" sz="2000" dirty="0">
                <a:latin typeface="Times New Roman" pitchFamily="18" charset="0"/>
                <a:cs typeface="Times New Roman" pitchFamily="18" charset="0"/>
              </a:rPr>
              <a:t> and </a:t>
            </a:r>
            <a:r>
              <a:rPr lang="en-US" sz="2000" b="1" i="1" dirty="0">
                <a:latin typeface="Times New Roman" pitchFamily="18" charset="0"/>
                <a:cs typeface="Times New Roman" pitchFamily="18" charset="0"/>
              </a:rPr>
              <a:t>w </a:t>
            </a:r>
            <a:r>
              <a:rPr lang="en-US" sz="2000" dirty="0">
                <a:latin typeface="Times New Roman" pitchFamily="18" charset="0"/>
                <a:cs typeface="Times New Roman" pitchFamily="18" charset="0"/>
              </a:rPr>
              <a:t>are assigned the values of </a:t>
            </a:r>
            <a:r>
              <a:rPr lang="en-US" sz="2000" dirty="0" err="1">
                <a:latin typeface="Times New Roman" pitchFamily="18" charset="0"/>
                <a:cs typeface="Times New Roman" pitchFamily="18" charset="0"/>
              </a:rPr>
              <a:t>B.</a:t>
            </a:r>
            <a:r>
              <a:rPr lang="en-US" sz="2000" b="1" i="1" dirty="0" err="1">
                <a:latin typeface="Times New Roman" pitchFamily="18" charset="0"/>
                <a:cs typeface="Times New Roman" pitchFamily="18" charset="0"/>
              </a:rPr>
              <a:t>type</a:t>
            </a:r>
            <a:r>
              <a:rPr lang="en-US" sz="2000" dirty="0">
                <a:latin typeface="Times New Roman" pitchFamily="18" charset="0"/>
                <a:cs typeface="Times New Roman" pitchFamily="18" charset="0"/>
              </a:rPr>
              <a:t> and </a:t>
            </a:r>
            <a:r>
              <a:rPr lang="en-US" sz="2000" dirty="0" err="1">
                <a:latin typeface="Times New Roman" pitchFamily="18" charset="0"/>
                <a:cs typeface="Times New Roman" pitchFamily="18" charset="0"/>
              </a:rPr>
              <a:t>B.</a:t>
            </a:r>
            <a:r>
              <a:rPr lang="en-US" sz="2000" b="1" i="1" dirty="0" err="1">
                <a:latin typeface="Times New Roman" pitchFamily="18" charset="0"/>
                <a:cs typeface="Times New Roman" pitchFamily="18" charset="0"/>
              </a:rPr>
              <a:t>width</a:t>
            </a:r>
            <a:r>
              <a:rPr lang="en-US" sz="2000" dirty="0">
                <a:latin typeface="Times New Roman" pitchFamily="18" charset="0"/>
                <a:cs typeface="Times New Roman" pitchFamily="18" charset="0"/>
              </a:rPr>
              <a:t> , respectively, before the </a:t>
            </a:r>
            <a:r>
              <a:rPr lang="en-US" sz="2000" dirty="0" err="1">
                <a:latin typeface="Times New Roman" pitchFamily="18" charset="0"/>
                <a:cs typeface="Times New Roman" pitchFamily="18" charset="0"/>
              </a:rPr>
              <a:t>subtree</a:t>
            </a:r>
            <a:r>
              <a:rPr lang="en-US" sz="2000" dirty="0">
                <a:latin typeface="Times New Roman" pitchFamily="18" charset="0"/>
                <a:cs typeface="Times New Roman" pitchFamily="18" charset="0"/>
              </a:rPr>
              <a:t> with the </a:t>
            </a:r>
            <a:r>
              <a:rPr lang="en-US" sz="2000" b="1" dirty="0">
                <a:latin typeface="Times New Roman" pitchFamily="18" charset="0"/>
                <a:cs typeface="Times New Roman" pitchFamily="18" charset="0"/>
              </a:rPr>
              <a:t>C</a:t>
            </a:r>
            <a:r>
              <a:rPr lang="en-US" sz="2000" dirty="0">
                <a:latin typeface="Times New Roman" pitchFamily="18" charset="0"/>
                <a:cs typeface="Times New Roman" pitchFamily="18" charset="0"/>
              </a:rPr>
              <a:t> nodes is examined. </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values of </a:t>
            </a:r>
            <a:r>
              <a:rPr lang="en-US" sz="2000" b="1" i="1" dirty="0">
                <a:latin typeface="Times New Roman" pitchFamily="18" charset="0"/>
                <a:cs typeface="Times New Roman" pitchFamily="18" charset="0"/>
              </a:rPr>
              <a:t>t</a:t>
            </a:r>
            <a:r>
              <a:rPr lang="en-US" sz="2000" dirty="0">
                <a:latin typeface="Times New Roman" pitchFamily="18" charset="0"/>
                <a:cs typeface="Times New Roman" pitchFamily="18" charset="0"/>
              </a:rPr>
              <a:t> and </a:t>
            </a:r>
            <a:r>
              <a:rPr lang="en-US" sz="2000" b="1" i="1" dirty="0">
                <a:latin typeface="Times New Roman" pitchFamily="18" charset="0"/>
                <a:cs typeface="Times New Roman" pitchFamily="18" charset="0"/>
              </a:rPr>
              <a:t>w </a:t>
            </a:r>
            <a:r>
              <a:rPr lang="en-US" sz="2000" dirty="0">
                <a:latin typeface="Times New Roman" pitchFamily="18" charset="0"/>
                <a:cs typeface="Times New Roman" pitchFamily="18" charset="0"/>
              </a:rPr>
              <a:t>are used at the node for </a:t>
            </a:r>
            <a:r>
              <a:rPr lang="en-US" sz="2000" b="1" dirty="0"/>
              <a:t>C-&gt;</a:t>
            </a:r>
            <a:r>
              <a:rPr lang="en-US" sz="2000" b="1" dirty="0">
                <a:latin typeface="Bradley Hand ITC" pitchFamily="66" charset="0"/>
              </a:rPr>
              <a:t>E </a:t>
            </a:r>
            <a:r>
              <a:rPr lang="en-US" sz="2000" dirty="0">
                <a:latin typeface="Times New Roman" pitchFamily="18" charset="0"/>
                <a:cs typeface="Times New Roman" pitchFamily="18" charset="0"/>
              </a:rPr>
              <a:t>to start the evaluation of the synthesized attributes up the chain of C nodes.</a:t>
            </a:r>
            <a:endParaRPr lang="en-IN"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714348" y="214290"/>
            <a:ext cx="7715304" cy="3500462"/>
          </a:xfrm>
          <a:prstGeom prst="rect">
            <a:avLst/>
          </a:prstGeom>
          <a:noFill/>
          <a:ln w="9525">
            <a:noFill/>
            <a:miter lim="800000"/>
            <a:headEnd/>
            <a:tailEnd/>
          </a:ln>
          <a:effectLst/>
        </p:spPr>
      </p:pic>
      <p:sp>
        <p:nvSpPr>
          <p:cNvPr id="5" name="TextBox 4"/>
          <p:cNvSpPr txBox="1"/>
          <p:nvPr/>
        </p:nvSpPr>
        <p:spPr>
          <a:xfrm>
            <a:off x="3214678" y="0"/>
            <a:ext cx="2378722" cy="400110"/>
          </a:xfrm>
          <a:prstGeom prst="rect">
            <a:avLst/>
          </a:prstGeom>
          <a:noFill/>
        </p:spPr>
        <p:txBody>
          <a:bodyPr wrap="square" rtlCol="0">
            <a:spAutoFit/>
          </a:bodyPr>
          <a:lstStyle/>
          <a:p>
            <a:r>
              <a:rPr lang="en-US" sz="2000" u="sng" dirty="0" err="1">
                <a:latin typeface="Times New Roman" pitchFamily="18" charset="0"/>
                <a:cs typeface="Times New Roman" pitchFamily="18" charset="0"/>
              </a:rPr>
              <a:t>SDT</a:t>
            </a:r>
            <a:r>
              <a:rPr lang="en-US" sz="2000" u="sng" dirty="0">
                <a:latin typeface="Times New Roman" pitchFamily="18" charset="0"/>
                <a:cs typeface="Times New Roman" pitchFamily="18" charset="0"/>
              </a:rPr>
              <a:t> of array types</a:t>
            </a:r>
            <a:endParaRPr lang="en-IN" sz="2000" u="sng"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357158" y="0"/>
            <a:ext cx="6572296" cy="3500438"/>
          </a:xfrm>
          <a:prstGeom prst="rect">
            <a:avLst/>
          </a:prstGeom>
          <a:noFill/>
          <a:ln w="9525">
            <a:noFill/>
            <a:miter lim="800000"/>
            <a:headEnd/>
            <a:tailEnd/>
          </a:ln>
          <a:effectLst/>
        </p:spPr>
      </p:pic>
      <p:sp>
        <p:nvSpPr>
          <p:cNvPr id="3" name="TextBox 2"/>
          <p:cNvSpPr txBox="1"/>
          <p:nvPr/>
        </p:nvSpPr>
        <p:spPr>
          <a:xfrm>
            <a:off x="0" y="3718679"/>
            <a:ext cx="8786842" cy="3139321"/>
          </a:xfrm>
          <a:prstGeom prst="rect">
            <a:avLst/>
          </a:prstGeom>
          <a:noFill/>
        </p:spPr>
        <p:txBody>
          <a:bodyPr wrap="square" rtlCol="0">
            <a:spAutoFit/>
          </a:bodyPr>
          <a:lstStyle/>
          <a:p>
            <a:pPr algn="just"/>
            <a:r>
              <a:rPr lang="en-US" sz="2000" dirty="0">
                <a:latin typeface="Times New Roman" pitchFamily="18" charset="0"/>
                <a:cs typeface="Times New Roman" pitchFamily="18" charset="0"/>
              </a:rPr>
              <a:t>The variable offset is used to keep track of next available relative address. The translation scheme deals with a sequence of declarations of the form </a:t>
            </a:r>
            <a:r>
              <a:rPr lang="en-US" sz="2000" b="1" dirty="0">
                <a:latin typeface="Times New Roman" pitchFamily="18" charset="0"/>
                <a:cs typeface="Times New Roman" pitchFamily="18" charset="0"/>
              </a:rPr>
              <a:t>T id</a:t>
            </a:r>
            <a:r>
              <a:rPr lang="en-US" sz="2000" dirty="0">
                <a:latin typeface="Times New Roman" pitchFamily="18" charset="0"/>
                <a:cs typeface="Times New Roman" pitchFamily="18" charset="0"/>
              </a:rPr>
              <a:t>, Where </a:t>
            </a:r>
            <a:r>
              <a:rPr lang="en-US" sz="2000" b="1" dirty="0">
                <a:latin typeface="Times New Roman" pitchFamily="18" charset="0"/>
                <a:cs typeface="Times New Roman" pitchFamily="18" charset="0"/>
              </a:rPr>
              <a:t>T</a:t>
            </a:r>
            <a:r>
              <a:rPr lang="en-US" sz="2000" dirty="0">
                <a:latin typeface="Times New Roman" pitchFamily="18" charset="0"/>
                <a:cs typeface="Times New Roman" pitchFamily="18" charset="0"/>
              </a:rPr>
              <a:t> generates a type.</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 Before the first declaration is considered, offset is set to 0. </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As each new name </a:t>
            </a:r>
            <a:r>
              <a:rPr lang="en-US" sz="2000" b="1" dirty="0">
                <a:latin typeface="Times New Roman" pitchFamily="18" charset="0"/>
                <a:cs typeface="Times New Roman" pitchFamily="18" charset="0"/>
              </a:rPr>
              <a:t>x</a:t>
            </a:r>
            <a:r>
              <a:rPr lang="en-US" sz="2000" dirty="0">
                <a:latin typeface="Times New Roman" pitchFamily="18" charset="0"/>
                <a:cs typeface="Times New Roman" pitchFamily="18" charset="0"/>
              </a:rPr>
              <a:t> is seen, </a:t>
            </a:r>
            <a:r>
              <a:rPr lang="en-US" sz="2000" b="1" dirty="0">
                <a:latin typeface="Times New Roman" pitchFamily="18" charset="0"/>
                <a:cs typeface="Times New Roman" pitchFamily="18" charset="0"/>
              </a:rPr>
              <a:t>x</a:t>
            </a:r>
            <a:r>
              <a:rPr lang="en-US" sz="2000" dirty="0">
                <a:latin typeface="Times New Roman" pitchFamily="18" charset="0"/>
                <a:cs typeface="Times New Roman" pitchFamily="18" charset="0"/>
              </a:rPr>
              <a:t> is entered into the symbol table with its relative address set to the current value of offset, which is then incremented by the width of the type of x.</a:t>
            </a:r>
          </a:p>
          <a:p>
            <a:pPr algn="just"/>
            <a:endParaRPr lang="en-IN" dirty="0">
              <a:latin typeface="Times New Roman" pitchFamily="18" charset="0"/>
              <a:cs typeface="Times New Roman" pitchFamily="18" charset="0"/>
            </a:endParaRPr>
          </a:p>
        </p:txBody>
      </p:sp>
      <p:sp>
        <p:nvSpPr>
          <p:cNvPr id="4" name="Rectangle 3"/>
          <p:cNvSpPr/>
          <p:nvPr/>
        </p:nvSpPr>
        <p:spPr>
          <a:xfrm>
            <a:off x="4214810" y="1857364"/>
            <a:ext cx="4643470" cy="1477328"/>
          </a:xfrm>
          <a:prstGeom prst="rect">
            <a:avLst/>
          </a:prstGeom>
        </p:spPr>
        <p:txBody>
          <a:bodyPr wrap="square">
            <a:spAutoFit/>
          </a:bodyPr>
          <a:lstStyle/>
          <a:p>
            <a:r>
              <a:rPr lang="en-US" dirty="0">
                <a:latin typeface="Times New Roman" pitchFamily="18" charset="0"/>
                <a:cs typeface="Times New Roman" pitchFamily="18" charset="0"/>
              </a:rPr>
              <a:t>NT generating </a:t>
            </a:r>
            <a:r>
              <a:rPr lang="en-US" b="1" dirty="0">
                <a:latin typeface="Bradley Hand ITC" pitchFamily="66" charset="0"/>
              </a:rPr>
              <a:t>E</a:t>
            </a:r>
            <a:r>
              <a:rPr lang="en-US" dirty="0">
                <a:latin typeface="Times New Roman" pitchFamily="18" charset="0"/>
                <a:cs typeface="Times New Roman" pitchFamily="18" charset="0"/>
              </a:rPr>
              <a:t>, called marker </a:t>
            </a:r>
            <a:r>
              <a:rPr lang="en-US" dirty="0" err="1">
                <a:latin typeface="Times New Roman" pitchFamily="18" charset="0"/>
                <a:cs typeface="Times New Roman" pitchFamily="18" charset="0"/>
              </a:rPr>
              <a:t>nonterminals</a:t>
            </a:r>
            <a:r>
              <a:rPr lang="en-US" dirty="0">
                <a:latin typeface="Times New Roman" pitchFamily="18" charset="0"/>
                <a:cs typeface="Times New Roman" pitchFamily="18" charset="0"/>
              </a:rPr>
              <a:t>, can be used to rewrite productions so that all actions appear at the ends of right sides. </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Using a marker </a:t>
            </a:r>
            <a:r>
              <a:rPr lang="en-US" dirty="0" err="1">
                <a:latin typeface="Times New Roman" pitchFamily="18" charset="0"/>
                <a:cs typeface="Times New Roman" pitchFamily="18" charset="0"/>
              </a:rPr>
              <a:t>nonterminal</a:t>
            </a:r>
            <a:r>
              <a:rPr lang="en-US" dirty="0">
                <a:latin typeface="Times New Roman" pitchFamily="18" charset="0"/>
                <a:cs typeface="Times New Roman" pitchFamily="18" charset="0"/>
              </a:rPr>
              <a:t> M</a:t>
            </a:r>
            <a:endParaRPr lang="en-IN"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a:stretch>
            <a:fillRect/>
          </a:stretch>
        </p:blipFill>
        <p:spPr bwMode="auto">
          <a:xfrm>
            <a:off x="928662" y="0"/>
            <a:ext cx="7286676" cy="4500570"/>
          </a:xfrm>
          <a:prstGeom prst="rect">
            <a:avLst/>
          </a:prstGeom>
          <a:noFill/>
          <a:ln w="9525">
            <a:noFill/>
            <a:miter lim="800000"/>
            <a:headEnd/>
            <a:tailEnd/>
          </a:ln>
          <a:effectLst/>
        </p:spPr>
      </p:pic>
      <p:sp>
        <p:nvSpPr>
          <p:cNvPr id="3" name="TextBox 2"/>
          <p:cNvSpPr txBox="1"/>
          <p:nvPr/>
        </p:nvSpPr>
        <p:spPr>
          <a:xfrm>
            <a:off x="285720" y="4714884"/>
            <a:ext cx="8643998" cy="1631216"/>
          </a:xfrm>
          <a:prstGeom prst="rect">
            <a:avLst/>
          </a:prstGeom>
          <a:noFill/>
        </p:spPr>
        <p:txBody>
          <a:bodyPr wrap="square" rtlCol="0">
            <a:spAutoFit/>
          </a:bodyPr>
          <a:lstStyle/>
          <a:p>
            <a:pPr algn="just"/>
            <a:r>
              <a:rPr lang="en-US" sz="2000" dirty="0">
                <a:latin typeface="Times New Roman" pitchFamily="18" charset="0"/>
                <a:cs typeface="Times New Roman" pitchFamily="18" charset="0"/>
              </a:rPr>
              <a:t>The schematic action within the production  D-&gt;T </a:t>
            </a:r>
            <a:r>
              <a:rPr lang="en-US" sz="2000" b="1" dirty="0">
                <a:latin typeface="Times New Roman" pitchFamily="18" charset="0"/>
                <a:cs typeface="Times New Roman" pitchFamily="18" charset="0"/>
              </a:rPr>
              <a:t>id</a:t>
            </a:r>
            <a:r>
              <a:rPr lang="en-US" sz="2000" dirty="0">
                <a:latin typeface="Times New Roman" pitchFamily="18" charset="0"/>
                <a:cs typeface="Times New Roman" pitchFamily="18" charset="0"/>
              </a:rPr>
              <a:t>; D</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creates a symbol table entry by executing </a:t>
            </a:r>
            <a:r>
              <a:rPr lang="en-US" sz="2000" b="1" i="1" dirty="0" err="1">
                <a:latin typeface="Times New Roman" pitchFamily="18" charset="0"/>
                <a:cs typeface="Times New Roman" pitchFamily="18" charset="0"/>
              </a:rPr>
              <a:t>top.put</a:t>
            </a:r>
            <a:r>
              <a:rPr lang="en-US" sz="2000" b="1" i="1" dirty="0">
                <a:latin typeface="Times New Roman" pitchFamily="18" charset="0"/>
                <a:cs typeface="Times New Roman" pitchFamily="18" charset="0"/>
              </a:rPr>
              <a:t>(</a:t>
            </a:r>
            <a:r>
              <a:rPr lang="en-US" sz="2000" b="1" i="1" dirty="0" err="1">
                <a:latin typeface="Times New Roman" pitchFamily="18" charset="0"/>
                <a:cs typeface="Times New Roman" pitchFamily="18" charset="0"/>
              </a:rPr>
              <a:t>id.lexeme</a:t>
            </a:r>
            <a:r>
              <a:rPr lang="en-US" sz="2000" b="1" i="1" dirty="0">
                <a:latin typeface="Times New Roman" pitchFamily="18" charset="0"/>
                <a:cs typeface="Times New Roman" pitchFamily="18" charset="0"/>
              </a:rPr>
              <a:t>, </a:t>
            </a:r>
            <a:r>
              <a:rPr lang="en-US" sz="2000" b="1" i="1" dirty="0" err="1">
                <a:latin typeface="Times New Roman" pitchFamily="18" charset="0"/>
                <a:cs typeface="Times New Roman" pitchFamily="18" charset="0"/>
              </a:rPr>
              <a:t>T.type</a:t>
            </a:r>
            <a:r>
              <a:rPr lang="en-US" sz="2000" b="1" i="1" dirty="0">
                <a:latin typeface="Times New Roman" pitchFamily="18" charset="0"/>
                <a:cs typeface="Times New Roman" pitchFamily="18" charset="0"/>
              </a:rPr>
              <a:t>, offset). </a:t>
            </a:r>
            <a:r>
              <a:rPr lang="en-US" sz="2000" dirty="0">
                <a:latin typeface="Times New Roman" pitchFamily="18" charset="0"/>
                <a:cs typeface="Times New Roman" pitchFamily="18" charset="0"/>
              </a:rPr>
              <a:t>Here</a:t>
            </a:r>
            <a:r>
              <a:rPr lang="en-US" sz="2000" b="1" i="1" dirty="0">
                <a:latin typeface="Times New Roman" pitchFamily="18" charset="0"/>
                <a:cs typeface="Times New Roman" pitchFamily="18" charset="0"/>
              </a:rPr>
              <a:t> top </a:t>
            </a:r>
            <a:r>
              <a:rPr lang="en-US" sz="2000" dirty="0">
                <a:latin typeface="Times New Roman" pitchFamily="18" charset="0"/>
                <a:cs typeface="Times New Roman" pitchFamily="18" charset="0"/>
              </a:rPr>
              <a:t>denotes the current symbol table. </a:t>
            </a:r>
          </a:p>
          <a:p>
            <a:pPr algn="just"/>
            <a:r>
              <a:rPr lang="en-US" sz="2000" dirty="0">
                <a:latin typeface="Times New Roman" pitchFamily="18" charset="0"/>
                <a:cs typeface="Times New Roman" pitchFamily="18" charset="0"/>
              </a:rPr>
              <a:t>The method </a:t>
            </a:r>
            <a:r>
              <a:rPr lang="en-US" sz="2000" b="1" i="1" dirty="0" err="1">
                <a:latin typeface="Times New Roman" pitchFamily="18" charset="0"/>
                <a:cs typeface="Times New Roman" pitchFamily="18" charset="0"/>
              </a:rPr>
              <a:t>top.put</a:t>
            </a:r>
            <a:r>
              <a:rPr lang="en-US" sz="2000" dirty="0">
                <a:latin typeface="Times New Roman" pitchFamily="18" charset="0"/>
                <a:cs typeface="Times New Roman" pitchFamily="18" charset="0"/>
              </a:rPr>
              <a:t> creates a symbol-table entry for </a:t>
            </a:r>
            <a:r>
              <a:rPr lang="en-US" sz="2000" b="1" i="1" dirty="0" err="1">
                <a:latin typeface="Times New Roman" pitchFamily="18" charset="0"/>
                <a:cs typeface="Times New Roman" pitchFamily="18" charset="0"/>
              </a:rPr>
              <a:t>id.lexeme</a:t>
            </a:r>
            <a:r>
              <a:rPr lang="en-US" sz="2000" dirty="0">
                <a:latin typeface="Times New Roman" pitchFamily="18" charset="0"/>
                <a:cs typeface="Times New Roman" pitchFamily="18" charset="0"/>
              </a:rPr>
              <a:t>, with </a:t>
            </a:r>
            <a:r>
              <a:rPr lang="en-US" sz="2000" b="1" i="1" dirty="0" err="1">
                <a:latin typeface="Times New Roman" pitchFamily="18" charset="0"/>
                <a:cs typeface="Times New Roman" pitchFamily="18" charset="0"/>
              </a:rPr>
              <a:t>T.type</a:t>
            </a:r>
            <a:r>
              <a:rPr lang="en-US" sz="2000" dirty="0">
                <a:latin typeface="Times New Roman" pitchFamily="18" charset="0"/>
                <a:cs typeface="Times New Roman" pitchFamily="18" charset="0"/>
              </a:rPr>
              <a:t> and relative address offset in its data area.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0" y="0"/>
            <a:ext cx="8929718" cy="4429132"/>
          </a:xfrm>
          <a:prstGeom prst="rect">
            <a:avLst/>
          </a:prstGeom>
          <a:noFill/>
          <a:ln w="9525">
            <a:noFill/>
            <a:miter lim="800000"/>
            <a:headEnd/>
            <a:tailEnd/>
          </a:ln>
          <a:effectLst/>
        </p:spPr>
      </p:pic>
      <p:sp>
        <p:nvSpPr>
          <p:cNvPr id="4" name="TextBox 3"/>
          <p:cNvSpPr txBox="1"/>
          <p:nvPr/>
        </p:nvSpPr>
        <p:spPr>
          <a:xfrm>
            <a:off x="285720" y="4214818"/>
            <a:ext cx="8358246" cy="2431435"/>
          </a:xfrm>
          <a:prstGeom prst="rect">
            <a:avLst/>
          </a:prstGeom>
          <a:noFill/>
        </p:spPr>
        <p:txBody>
          <a:bodyPr wrap="square" rtlCol="0">
            <a:spAutoFit/>
          </a:bodyPr>
          <a:lstStyle/>
          <a:p>
            <a:pPr algn="just"/>
            <a:r>
              <a:rPr lang="en-IN" sz="1900" dirty="0">
                <a:latin typeface="Times New Roman" pitchFamily="18" charset="0"/>
                <a:cs typeface="Times New Roman" pitchFamily="18" charset="0"/>
              </a:rPr>
              <a:t>This production has 2 semantic actions.</a:t>
            </a:r>
          </a:p>
          <a:p>
            <a:pPr marL="360363" indent="-360363" algn="just">
              <a:buAutoNum type="arabicPeriod"/>
            </a:pPr>
            <a:r>
              <a:rPr lang="en-IN" sz="1900" dirty="0">
                <a:latin typeface="Times New Roman" pitchFamily="18" charset="0"/>
                <a:cs typeface="Times New Roman" pitchFamily="18" charset="0"/>
              </a:rPr>
              <a:t>The embedded action before D saves the existing symbol table, denoted by top and sets top to a fresh symbol table. It also saves the current offset, and sets offset to 0.</a:t>
            </a:r>
          </a:p>
          <a:p>
            <a:pPr marL="457200" indent="-457200" algn="just"/>
            <a:endParaRPr lang="en-IN" sz="1900" dirty="0">
              <a:latin typeface="Times New Roman" pitchFamily="18" charset="0"/>
              <a:cs typeface="Times New Roman" pitchFamily="18" charset="0"/>
            </a:endParaRPr>
          </a:p>
          <a:p>
            <a:pPr marL="360363" indent="-360363" algn="just"/>
            <a:r>
              <a:rPr lang="en-IN" sz="1900" dirty="0">
                <a:latin typeface="Times New Roman" pitchFamily="18" charset="0"/>
                <a:cs typeface="Times New Roman" pitchFamily="18" charset="0"/>
              </a:rPr>
              <a:t>2.  The declarations generated by D will result in types and relative address being put in the fresh symbol table. The action after D creates a record type using top, before restoring the saved symbol table and offset.</a:t>
            </a:r>
            <a:endParaRPr lang="da-DK" sz="19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2838</TotalTime>
  <Words>1057</Words>
  <Application>Microsoft Office PowerPoint</Application>
  <PresentationFormat>On-screen Show (4:3)</PresentationFormat>
  <Paragraphs>59</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Bradley Hand ITC</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SAM</dc:creator>
  <cp:lastModifiedBy>Sahaaya Arul Mary S A</cp:lastModifiedBy>
  <cp:revision>76</cp:revision>
  <dcterms:created xsi:type="dcterms:W3CDTF">2020-02-24T00:31:46Z</dcterms:created>
  <dcterms:modified xsi:type="dcterms:W3CDTF">2023-06-25T08:58:45Z</dcterms:modified>
</cp:coreProperties>
</file>