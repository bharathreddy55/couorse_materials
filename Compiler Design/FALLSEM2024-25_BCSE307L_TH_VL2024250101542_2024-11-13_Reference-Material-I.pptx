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6" r:id="rId3"/>
    <p:sldId id="265" r:id="rId4"/>
    <p:sldId id="257" r:id="rId5"/>
    <p:sldId id="258" r:id="rId6"/>
    <p:sldId id="266" r:id="rId7"/>
    <p:sldId id="267" r:id="rId8"/>
    <p:sldId id="259" r:id="rId9"/>
    <p:sldId id="260" r:id="rId10"/>
    <p:sldId id="262" r:id="rId11"/>
    <p:sldId id="261"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57" autoAdjust="0"/>
    <p:restoredTop sz="94660"/>
  </p:normalViewPr>
  <p:slideViewPr>
    <p:cSldViewPr snapToGrid="0">
      <p:cViewPr varScale="1">
        <p:scale>
          <a:sx n="92" d="100"/>
          <a:sy n="92" d="100"/>
        </p:scale>
        <p:origin x="8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aya Arul Mary S A" userId="5e9c2bd099f20264" providerId="LiveId" clId="{D5B9D6AC-F125-4761-B3BE-8320025163BA}"/>
    <pc:docChg chg="modSld">
      <pc:chgData name="Sahaaya Arul Mary S A" userId="5e9c2bd099f20264" providerId="LiveId" clId="{D5B9D6AC-F125-4761-B3BE-8320025163BA}" dt="2023-07-07T04:38:45.081" v="2" actId="1076"/>
      <pc:docMkLst>
        <pc:docMk/>
      </pc:docMkLst>
      <pc:sldChg chg="modSp mod">
        <pc:chgData name="Sahaaya Arul Mary S A" userId="5e9c2bd099f20264" providerId="LiveId" clId="{D5B9D6AC-F125-4761-B3BE-8320025163BA}" dt="2023-07-07T04:38:45.081" v="2" actId="1076"/>
        <pc:sldMkLst>
          <pc:docMk/>
          <pc:sldMk cId="1178561588" sldId="259"/>
        </pc:sldMkLst>
        <pc:picChg chg="mod">
          <ac:chgData name="Sahaaya Arul Mary S A" userId="5e9c2bd099f20264" providerId="LiveId" clId="{D5B9D6AC-F125-4761-B3BE-8320025163BA}" dt="2023-07-07T04:38:45.081" v="2" actId="1076"/>
          <ac:picMkLst>
            <pc:docMk/>
            <pc:sldMk cId="1178561588" sldId="259"/>
            <ac:picMk id="3" creationId="{CEE33044-A822-FC65-766C-7797DFF6E98C}"/>
          </ac:picMkLst>
        </pc:picChg>
      </pc:sldChg>
      <pc:sldChg chg="modSp mod">
        <pc:chgData name="Sahaaya Arul Mary S A" userId="5e9c2bd099f20264" providerId="LiveId" clId="{D5B9D6AC-F125-4761-B3BE-8320025163BA}" dt="2023-07-07T04:37:37.971" v="1" actId="1036"/>
        <pc:sldMkLst>
          <pc:docMk/>
          <pc:sldMk cId="1273856437" sldId="265"/>
        </pc:sldMkLst>
        <pc:picChg chg="mod">
          <ac:chgData name="Sahaaya Arul Mary S A" userId="5e9c2bd099f20264" providerId="LiveId" clId="{D5B9D6AC-F125-4761-B3BE-8320025163BA}" dt="2023-07-07T04:37:37.971" v="1" actId="1036"/>
          <ac:picMkLst>
            <pc:docMk/>
            <pc:sldMk cId="1273856437" sldId="265"/>
            <ac:picMk id="5" creationId="{B2AF112F-0F8B-D122-1EF6-F9B71022C8D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D253-AD65-F720-A800-D85A62D85A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011D160-1539-B5CC-1B00-98968C729B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D0FE6B-5722-8BE0-2CCF-B187C7D07C26}"/>
              </a:ext>
            </a:extLst>
          </p:cNvPr>
          <p:cNvSpPr>
            <a:spLocks noGrp="1"/>
          </p:cNvSpPr>
          <p:nvPr>
            <p:ph type="dt" sz="half" idx="10"/>
          </p:nvPr>
        </p:nvSpPr>
        <p:spPr/>
        <p:txBody>
          <a:bodyPr/>
          <a:lstStyle/>
          <a:p>
            <a:fld id="{1FEC60B2-11E6-40C6-9822-CB53B04B0E1D}" type="datetimeFigureOut">
              <a:rPr lang="en-IN" smtClean="0"/>
              <a:t>06-07-2023</a:t>
            </a:fld>
            <a:endParaRPr lang="en-IN"/>
          </a:p>
        </p:txBody>
      </p:sp>
      <p:sp>
        <p:nvSpPr>
          <p:cNvPr id="5" name="Footer Placeholder 4">
            <a:extLst>
              <a:ext uri="{FF2B5EF4-FFF2-40B4-BE49-F238E27FC236}">
                <a16:creationId xmlns:a16="http://schemas.microsoft.com/office/drawing/2014/main" id="{C227176D-1412-C1CA-32EA-A4F7C86B45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CD9286-48A3-2D93-8941-4BA8783CB3CB}"/>
              </a:ext>
            </a:extLst>
          </p:cNvPr>
          <p:cNvSpPr>
            <a:spLocks noGrp="1"/>
          </p:cNvSpPr>
          <p:nvPr>
            <p:ph type="sldNum" sz="quarter" idx="12"/>
          </p:nvPr>
        </p:nvSpPr>
        <p:spPr/>
        <p:txBody>
          <a:bodyPr/>
          <a:lstStyle/>
          <a:p>
            <a:fld id="{B4F18C18-CF8D-421C-916F-69DF81120862}" type="slidenum">
              <a:rPr lang="en-IN" smtClean="0"/>
              <a:t>‹#›</a:t>
            </a:fld>
            <a:endParaRPr lang="en-IN"/>
          </a:p>
        </p:txBody>
      </p:sp>
    </p:spTree>
    <p:extLst>
      <p:ext uri="{BB962C8B-B14F-4D97-AF65-F5344CB8AC3E}">
        <p14:creationId xmlns:p14="http://schemas.microsoft.com/office/powerpoint/2010/main" val="2737064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6C60B-40EE-7309-D532-9A738B74EC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19DBD3-054F-9CA4-D11E-BD13DD18A8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1E4206-DF04-64AA-5A84-92C5A439B35D}"/>
              </a:ext>
            </a:extLst>
          </p:cNvPr>
          <p:cNvSpPr>
            <a:spLocks noGrp="1"/>
          </p:cNvSpPr>
          <p:nvPr>
            <p:ph type="dt" sz="half" idx="10"/>
          </p:nvPr>
        </p:nvSpPr>
        <p:spPr/>
        <p:txBody>
          <a:bodyPr/>
          <a:lstStyle/>
          <a:p>
            <a:fld id="{1FEC60B2-11E6-40C6-9822-CB53B04B0E1D}" type="datetimeFigureOut">
              <a:rPr lang="en-IN" smtClean="0"/>
              <a:t>06-07-2023</a:t>
            </a:fld>
            <a:endParaRPr lang="en-IN"/>
          </a:p>
        </p:txBody>
      </p:sp>
      <p:sp>
        <p:nvSpPr>
          <p:cNvPr id="5" name="Footer Placeholder 4">
            <a:extLst>
              <a:ext uri="{FF2B5EF4-FFF2-40B4-BE49-F238E27FC236}">
                <a16:creationId xmlns:a16="http://schemas.microsoft.com/office/drawing/2014/main" id="{86D8C2B9-42D6-1936-F9A2-68662EAF77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D93D2E-7081-58C1-A8E8-A7DA3C2F1186}"/>
              </a:ext>
            </a:extLst>
          </p:cNvPr>
          <p:cNvSpPr>
            <a:spLocks noGrp="1"/>
          </p:cNvSpPr>
          <p:nvPr>
            <p:ph type="sldNum" sz="quarter" idx="12"/>
          </p:nvPr>
        </p:nvSpPr>
        <p:spPr/>
        <p:txBody>
          <a:bodyPr/>
          <a:lstStyle/>
          <a:p>
            <a:fld id="{B4F18C18-CF8D-421C-916F-69DF81120862}" type="slidenum">
              <a:rPr lang="en-IN" smtClean="0"/>
              <a:t>‹#›</a:t>
            </a:fld>
            <a:endParaRPr lang="en-IN"/>
          </a:p>
        </p:txBody>
      </p:sp>
    </p:spTree>
    <p:extLst>
      <p:ext uri="{BB962C8B-B14F-4D97-AF65-F5344CB8AC3E}">
        <p14:creationId xmlns:p14="http://schemas.microsoft.com/office/powerpoint/2010/main" val="732095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B5B6F-143B-A112-B8AB-C363B29FE1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B8D2FE-692A-3967-6213-1C82DB7158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D424AE-3546-ACDF-252F-2625077B62D9}"/>
              </a:ext>
            </a:extLst>
          </p:cNvPr>
          <p:cNvSpPr>
            <a:spLocks noGrp="1"/>
          </p:cNvSpPr>
          <p:nvPr>
            <p:ph type="dt" sz="half" idx="10"/>
          </p:nvPr>
        </p:nvSpPr>
        <p:spPr/>
        <p:txBody>
          <a:bodyPr/>
          <a:lstStyle/>
          <a:p>
            <a:fld id="{1FEC60B2-11E6-40C6-9822-CB53B04B0E1D}" type="datetimeFigureOut">
              <a:rPr lang="en-IN" smtClean="0"/>
              <a:t>06-07-2023</a:t>
            </a:fld>
            <a:endParaRPr lang="en-IN"/>
          </a:p>
        </p:txBody>
      </p:sp>
      <p:sp>
        <p:nvSpPr>
          <p:cNvPr id="5" name="Footer Placeholder 4">
            <a:extLst>
              <a:ext uri="{FF2B5EF4-FFF2-40B4-BE49-F238E27FC236}">
                <a16:creationId xmlns:a16="http://schemas.microsoft.com/office/drawing/2014/main" id="{4242F15F-1809-1237-4440-818AF5C151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4892F3-BF16-F92F-0229-5AC383B69A7B}"/>
              </a:ext>
            </a:extLst>
          </p:cNvPr>
          <p:cNvSpPr>
            <a:spLocks noGrp="1"/>
          </p:cNvSpPr>
          <p:nvPr>
            <p:ph type="sldNum" sz="quarter" idx="12"/>
          </p:nvPr>
        </p:nvSpPr>
        <p:spPr/>
        <p:txBody>
          <a:bodyPr/>
          <a:lstStyle/>
          <a:p>
            <a:fld id="{B4F18C18-CF8D-421C-916F-69DF81120862}" type="slidenum">
              <a:rPr lang="en-IN" smtClean="0"/>
              <a:t>‹#›</a:t>
            </a:fld>
            <a:endParaRPr lang="en-IN"/>
          </a:p>
        </p:txBody>
      </p:sp>
    </p:spTree>
    <p:extLst>
      <p:ext uri="{BB962C8B-B14F-4D97-AF65-F5344CB8AC3E}">
        <p14:creationId xmlns:p14="http://schemas.microsoft.com/office/powerpoint/2010/main" val="113412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E0B84-02E4-0479-6811-25C05104AA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1B4BC3-A494-8A38-F8F0-18B2458CD6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1BCB21C-622E-94CC-9F42-7B124AC9F2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CAEE555-9BFA-6F64-C13B-E82DBAF330B7}"/>
              </a:ext>
            </a:extLst>
          </p:cNvPr>
          <p:cNvSpPr>
            <a:spLocks noGrp="1"/>
          </p:cNvSpPr>
          <p:nvPr>
            <p:ph type="dt" sz="half" idx="10"/>
          </p:nvPr>
        </p:nvSpPr>
        <p:spPr/>
        <p:txBody>
          <a:bodyPr/>
          <a:lstStyle/>
          <a:p>
            <a:fld id="{1FEC60B2-11E6-40C6-9822-CB53B04B0E1D}" type="datetimeFigureOut">
              <a:rPr lang="en-IN" smtClean="0"/>
              <a:t>06-07-2023</a:t>
            </a:fld>
            <a:endParaRPr lang="en-IN"/>
          </a:p>
        </p:txBody>
      </p:sp>
      <p:sp>
        <p:nvSpPr>
          <p:cNvPr id="6" name="Footer Placeholder 5">
            <a:extLst>
              <a:ext uri="{FF2B5EF4-FFF2-40B4-BE49-F238E27FC236}">
                <a16:creationId xmlns:a16="http://schemas.microsoft.com/office/drawing/2014/main" id="{655E08CF-2C05-797C-CCAF-465D8FA0D1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A71DFB-FC36-7CA1-365C-CEC561AF5EE2}"/>
              </a:ext>
            </a:extLst>
          </p:cNvPr>
          <p:cNvSpPr>
            <a:spLocks noGrp="1"/>
          </p:cNvSpPr>
          <p:nvPr>
            <p:ph type="sldNum" sz="quarter" idx="12"/>
          </p:nvPr>
        </p:nvSpPr>
        <p:spPr/>
        <p:txBody>
          <a:bodyPr/>
          <a:lstStyle/>
          <a:p>
            <a:fld id="{B4F18C18-CF8D-421C-916F-69DF81120862}" type="slidenum">
              <a:rPr lang="en-IN" smtClean="0"/>
              <a:t>‹#›</a:t>
            </a:fld>
            <a:endParaRPr lang="en-IN"/>
          </a:p>
        </p:txBody>
      </p:sp>
    </p:spTree>
    <p:extLst>
      <p:ext uri="{BB962C8B-B14F-4D97-AF65-F5344CB8AC3E}">
        <p14:creationId xmlns:p14="http://schemas.microsoft.com/office/powerpoint/2010/main" val="350350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48A5-A30B-CAEC-806C-779B033573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6DDADB-2FFB-97F3-E04A-1F5AF77522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66BBC3-17B0-DDE1-DB83-586DEB58CF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1E691D2-5632-AA37-BF60-9E0F7CB45C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0E1CA1-A331-4A36-4843-E4266A9E64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8F9DD24-AB40-788E-AE7D-BFD749012124}"/>
              </a:ext>
            </a:extLst>
          </p:cNvPr>
          <p:cNvSpPr>
            <a:spLocks noGrp="1"/>
          </p:cNvSpPr>
          <p:nvPr>
            <p:ph type="dt" sz="half" idx="10"/>
          </p:nvPr>
        </p:nvSpPr>
        <p:spPr/>
        <p:txBody>
          <a:bodyPr/>
          <a:lstStyle/>
          <a:p>
            <a:fld id="{1FEC60B2-11E6-40C6-9822-CB53B04B0E1D}" type="datetimeFigureOut">
              <a:rPr lang="en-IN" smtClean="0"/>
              <a:t>06-07-2023</a:t>
            </a:fld>
            <a:endParaRPr lang="en-IN"/>
          </a:p>
        </p:txBody>
      </p:sp>
      <p:sp>
        <p:nvSpPr>
          <p:cNvPr id="8" name="Footer Placeholder 7">
            <a:extLst>
              <a:ext uri="{FF2B5EF4-FFF2-40B4-BE49-F238E27FC236}">
                <a16:creationId xmlns:a16="http://schemas.microsoft.com/office/drawing/2014/main" id="{BDAAF3D6-16D4-5C3C-2416-A58ACA8AA63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193112E-E07C-197F-22BF-953AA8855306}"/>
              </a:ext>
            </a:extLst>
          </p:cNvPr>
          <p:cNvSpPr>
            <a:spLocks noGrp="1"/>
          </p:cNvSpPr>
          <p:nvPr>
            <p:ph type="sldNum" sz="quarter" idx="12"/>
          </p:nvPr>
        </p:nvSpPr>
        <p:spPr/>
        <p:txBody>
          <a:bodyPr/>
          <a:lstStyle/>
          <a:p>
            <a:fld id="{B4F18C18-CF8D-421C-916F-69DF81120862}" type="slidenum">
              <a:rPr lang="en-IN" smtClean="0"/>
              <a:t>‹#›</a:t>
            </a:fld>
            <a:endParaRPr lang="en-IN"/>
          </a:p>
        </p:txBody>
      </p:sp>
    </p:spTree>
    <p:extLst>
      <p:ext uri="{BB962C8B-B14F-4D97-AF65-F5344CB8AC3E}">
        <p14:creationId xmlns:p14="http://schemas.microsoft.com/office/powerpoint/2010/main" val="14349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92483-4DB7-0004-5170-CE47EDF2D1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74263A7-7F73-7935-170A-577C5BFC86C8}"/>
              </a:ext>
            </a:extLst>
          </p:cNvPr>
          <p:cNvSpPr>
            <a:spLocks noGrp="1"/>
          </p:cNvSpPr>
          <p:nvPr>
            <p:ph type="dt" sz="half" idx="10"/>
          </p:nvPr>
        </p:nvSpPr>
        <p:spPr/>
        <p:txBody>
          <a:bodyPr/>
          <a:lstStyle/>
          <a:p>
            <a:fld id="{1FEC60B2-11E6-40C6-9822-CB53B04B0E1D}" type="datetimeFigureOut">
              <a:rPr lang="en-IN" smtClean="0"/>
              <a:t>06-07-2023</a:t>
            </a:fld>
            <a:endParaRPr lang="en-IN"/>
          </a:p>
        </p:txBody>
      </p:sp>
      <p:sp>
        <p:nvSpPr>
          <p:cNvPr id="4" name="Footer Placeholder 3">
            <a:extLst>
              <a:ext uri="{FF2B5EF4-FFF2-40B4-BE49-F238E27FC236}">
                <a16:creationId xmlns:a16="http://schemas.microsoft.com/office/drawing/2014/main" id="{22A0BF52-4140-1421-88D6-A023D14F55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2DF7B28-BA00-3B69-1D3D-150AA2484FFD}"/>
              </a:ext>
            </a:extLst>
          </p:cNvPr>
          <p:cNvSpPr>
            <a:spLocks noGrp="1"/>
          </p:cNvSpPr>
          <p:nvPr>
            <p:ph type="sldNum" sz="quarter" idx="12"/>
          </p:nvPr>
        </p:nvSpPr>
        <p:spPr/>
        <p:txBody>
          <a:bodyPr/>
          <a:lstStyle/>
          <a:p>
            <a:fld id="{B4F18C18-CF8D-421C-916F-69DF81120862}" type="slidenum">
              <a:rPr lang="en-IN" smtClean="0"/>
              <a:t>‹#›</a:t>
            </a:fld>
            <a:endParaRPr lang="en-IN"/>
          </a:p>
        </p:txBody>
      </p:sp>
    </p:spTree>
    <p:extLst>
      <p:ext uri="{BB962C8B-B14F-4D97-AF65-F5344CB8AC3E}">
        <p14:creationId xmlns:p14="http://schemas.microsoft.com/office/powerpoint/2010/main" val="3997539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6AB267-00A7-5E98-6C5C-49314F0B4CF4}"/>
              </a:ext>
            </a:extLst>
          </p:cNvPr>
          <p:cNvSpPr>
            <a:spLocks noGrp="1"/>
          </p:cNvSpPr>
          <p:nvPr>
            <p:ph type="dt" sz="half" idx="10"/>
          </p:nvPr>
        </p:nvSpPr>
        <p:spPr/>
        <p:txBody>
          <a:bodyPr/>
          <a:lstStyle/>
          <a:p>
            <a:fld id="{1FEC60B2-11E6-40C6-9822-CB53B04B0E1D}" type="datetimeFigureOut">
              <a:rPr lang="en-IN" smtClean="0"/>
              <a:t>06-07-2023</a:t>
            </a:fld>
            <a:endParaRPr lang="en-IN"/>
          </a:p>
        </p:txBody>
      </p:sp>
      <p:sp>
        <p:nvSpPr>
          <p:cNvPr id="3" name="Footer Placeholder 2">
            <a:extLst>
              <a:ext uri="{FF2B5EF4-FFF2-40B4-BE49-F238E27FC236}">
                <a16:creationId xmlns:a16="http://schemas.microsoft.com/office/drawing/2014/main" id="{08984603-30F0-1F5A-252A-03013B58B9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665E90C-5FD6-1891-F24E-923D6AF1A4BB}"/>
              </a:ext>
            </a:extLst>
          </p:cNvPr>
          <p:cNvSpPr>
            <a:spLocks noGrp="1"/>
          </p:cNvSpPr>
          <p:nvPr>
            <p:ph type="sldNum" sz="quarter" idx="12"/>
          </p:nvPr>
        </p:nvSpPr>
        <p:spPr/>
        <p:txBody>
          <a:bodyPr/>
          <a:lstStyle/>
          <a:p>
            <a:fld id="{B4F18C18-CF8D-421C-916F-69DF81120862}" type="slidenum">
              <a:rPr lang="en-IN" smtClean="0"/>
              <a:t>‹#›</a:t>
            </a:fld>
            <a:endParaRPr lang="en-IN"/>
          </a:p>
        </p:txBody>
      </p:sp>
    </p:spTree>
    <p:extLst>
      <p:ext uri="{BB962C8B-B14F-4D97-AF65-F5344CB8AC3E}">
        <p14:creationId xmlns:p14="http://schemas.microsoft.com/office/powerpoint/2010/main" val="2803270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251EC-F732-F49C-F4EF-8450825F7D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60FAE0-98D8-AF53-777A-4861995A46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78115D6-8B55-886A-6C5F-789ACD4518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F6092E-F6E5-0A3C-B4FF-F9559B7A835D}"/>
              </a:ext>
            </a:extLst>
          </p:cNvPr>
          <p:cNvSpPr>
            <a:spLocks noGrp="1"/>
          </p:cNvSpPr>
          <p:nvPr>
            <p:ph type="dt" sz="half" idx="10"/>
          </p:nvPr>
        </p:nvSpPr>
        <p:spPr/>
        <p:txBody>
          <a:bodyPr/>
          <a:lstStyle/>
          <a:p>
            <a:fld id="{1FEC60B2-11E6-40C6-9822-CB53B04B0E1D}" type="datetimeFigureOut">
              <a:rPr lang="en-IN" smtClean="0"/>
              <a:t>06-07-2023</a:t>
            </a:fld>
            <a:endParaRPr lang="en-IN"/>
          </a:p>
        </p:txBody>
      </p:sp>
      <p:sp>
        <p:nvSpPr>
          <p:cNvPr id="6" name="Footer Placeholder 5">
            <a:extLst>
              <a:ext uri="{FF2B5EF4-FFF2-40B4-BE49-F238E27FC236}">
                <a16:creationId xmlns:a16="http://schemas.microsoft.com/office/drawing/2014/main" id="{96266DAF-5489-85A6-7E0A-BE6B46B3E6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922CC7-B083-449F-EC96-069499DF37BF}"/>
              </a:ext>
            </a:extLst>
          </p:cNvPr>
          <p:cNvSpPr>
            <a:spLocks noGrp="1"/>
          </p:cNvSpPr>
          <p:nvPr>
            <p:ph type="sldNum" sz="quarter" idx="12"/>
          </p:nvPr>
        </p:nvSpPr>
        <p:spPr/>
        <p:txBody>
          <a:bodyPr/>
          <a:lstStyle/>
          <a:p>
            <a:fld id="{B4F18C18-CF8D-421C-916F-69DF81120862}" type="slidenum">
              <a:rPr lang="en-IN" smtClean="0"/>
              <a:t>‹#›</a:t>
            </a:fld>
            <a:endParaRPr lang="en-IN"/>
          </a:p>
        </p:txBody>
      </p:sp>
    </p:spTree>
    <p:extLst>
      <p:ext uri="{BB962C8B-B14F-4D97-AF65-F5344CB8AC3E}">
        <p14:creationId xmlns:p14="http://schemas.microsoft.com/office/powerpoint/2010/main" val="317814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6BB8C-5311-A4AA-E82E-2584B25836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0B5057-AACF-566C-BCE0-5590E6FCDA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E31238-D21D-60D1-1389-F22C801309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22ED63-11B6-D085-0772-9224C18B57AF}"/>
              </a:ext>
            </a:extLst>
          </p:cNvPr>
          <p:cNvSpPr>
            <a:spLocks noGrp="1"/>
          </p:cNvSpPr>
          <p:nvPr>
            <p:ph type="dt" sz="half" idx="10"/>
          </p:nvPr>
        </p:nvSpPr>
        <p:spPr/>
        <p:txBody>
          <a:bodyPr/>
          <a:lstStyle/>
          <a:p>
            <a:fld id="{1FEC60B2-11E6-40C6-9822-CB53B04B0E1D}" type="datetimeFigureOut">
              <a:rPr lang="en-IN" smtClean="0"/>
              <a:t>06-07-2023</a:t>
            </a:fld>
            <a:endParaRPr lang="en-IN"/>
          </a:p>
        </p:txBody>
      </p:sp>
      <p:sp>
        <p:nvSpPr>
          <p:cNvPr id="6" name="Footer Placeholder 5">
            <a:extLst>
              <a:ext uri="{FF2B5EF4-FFF2-40B4-BE49-F238E27FC236}">
                <a16:creationId xmlns:a16="http://schemas.microsoft.com/office/drawing/2014/main" id="{68A9964F-6009-6225-308D-4BCC05B850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F4E0AB-90AB-6802-D855-92DB9334CD85}"/>
              </a:ext>
            </a:extLst>
          </p:cNvPr>
          <p:cNvSpPr>
            <a:spLocks noGrp="1"/>
          </p:cNvSpPr>
          <p:nvPr>
            <p:ph type="sldNum" sz="quarter" idx="12"/>
          </p:nvPr>
        </p:nvSpPr>
        <p:spPr/>
        <p:txBody>
          <a:bodyPr/>
          <a:lstStyle/>
          <a:p>
            <a:fld id="{B4F18C18-CF8D-421C-916F-69DF81120862}" type="slidenum">
              <a:rPr lang="en-IN" smtClean="0"/>
              <a:t>‹#›</a:t>
            </a:fld>
            <a:endParaRPr lang="en-IN"/>
          </a:p>
        </p:txBody>
      </p:sp>
    </p:spTree>
    <p:extLst>
      <p:ext uri="{BB962C8B-B14F-4D97-AF65-F5344CB8AC3E}">
        <p14:creationId xmlns:p14="http://schemas.microsoft.com/office/powerpoint/2010/main" val="2049914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DDAC3-7F25-0693-764B-214AC3CE60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EBC456-4641-728B-198B-2DBBC92A4E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867C37-43BD-75F5-C8A8-75FD5591BF82}"/>
              </a:ext>
            </a:extLst>
          </p:cNvPr>
          <p:cNvSpPr>
            <a:spLocks noGrp="1"/>
          </p:cNvSpPr>
          <p:nvPr>
            <p:ph type="dt" sz="half" idx="10"/>
          </p:nvPr>
        </p:nvSpPr>
        <p:spPr/>
        <p:txBody>
          <a:bodyPr/>
          <a:lstStyle/>
          <a:p>
            <a:fld id="{1FEC60B2-11E6-40C6-9822-CB53B04B0E1D}" type="datetimeFigureOut">
              <a:rPr lang="en-IN" smtClean="0"/>
              <a:t>06-07-2023</a:t>
            </a:fld>
            <a:endParaRPr lang="en-IN"/>
          </a:p>
        </p:txBody>
      </p:sp>
      <p:sp>
        <p:nvSpPr>
          <p:cNvPr id="5" name="Footer Placeholder 4">
            <a:extLst>
              <a:ext uri="{FF2B5EF4-FFF2-40B4-BE49-F238E27FC236}">
                <a16:creationId xmlns:a16="http://schemas.microsoft.com/office/drawing/2014/main" id="{39230A86-45F5-606D-9ACF-6F0D901229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B794E6-ADA4-6963-20FF-F864E46A447E}"/>
              </a:ext>
            </a:extLst>
          </p:cNvPr>
          <p:cNvSpPr>
            <a:spLocks noGrp="1"/>
          </p:cNvSpPr>
          <p:nvPr>
            <p:ph type="sldNum" sz="quarter" idx="12"/>
          </p:nvPr>
        </p:nvSpPr>
        <p:spPr/>
        <p:txBody>
          <a:bodyPr/>
          <a:lstStyle/>
          <a:p>
            <a:fld id="{B4F18C18-CF8D-421C-916F-69DF81120862}" type="slidenum">
              <a:rPr lang="en-IN" smtClean="0"/>
              <a:t>‹#›</a:t>
            </a:fld>
            <a:endParaRPr lang="en-IN"/>
          </a:p>
        </p:txBody>
      </p:sp>
    </p:spTree>
    <p:extLst>
      <p:ext uri="{BB962C8B-B14F-4D97-AF65-F5344CB8AC3E}">
        <p14:creationId xmlns:p14="http://schemas.microsoft.com/office/powerpoint/2010/main" val="2948611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2880EE-3870-06EB-5326-D33EBBB1E3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CE7D89-53BD-AC90-A40F-7F49A40EFC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1DAD05-AEF3-4F2A-82DF-336BC2025292}"/>
              </a:ext>
            </a:extLst>
          </p:cNvPr>
          <p:cNvSpPr>
            <a:spLocks noGrp="1"/>
          </p:cNvSpPr>
          <p:nvPr>
            <p:ph type="dt" sz="half" idx="10"/>
          </p:nvPr>
        </p:nvSpPr>
        <p:spPr/>
        <p:txBody>
          <a:bodyPr/>
          <a:lstStyle/>
          <a:p>
            <a:fld id="{1FEC60B2-11E6-40C6-9822-CB53B04B0E1D}" type="datetimeFigureOut">
              <a:rPr lang="en-IN" smtClean="0"/>
              <a:t>06-07-2023</a:t>
            </a:fld>
            <a:endParaRPr lang="en-IN"/>
          </a:p>
        </p:txBody>
      </p:sp>
      <p:sp>
        <p:nvSpPr>
          <p:cNvPr id="5" name="Footer Placeholder 4">
            <a:extLst>
              <a:ext uri="{FF2B5EF4-FFF2-40B4-BE49-F238E27FC236}">
                <a16:creationId xmlns:a16="http://schemas.microsoft.com/office/drawing/2014/main" id="{380E2925-45B5-DF56-A82A-30499C9438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1D11D6-1892-216B-9D7B-5B93593526E6}"/>
              </a:ext>
            </a:extLst>
          </p:cNvPr>
          <p:cNvSpPr>
            <a:spLocks noGrp="1"/>
          </p:cNvSpPr>
          <p:nvPr>
            <p:ph type="sldNum" sz="quarter" idx="12"/>
          </p:nvPr>
        </p:nvSpPr>
        <p:spPr/>
        <p:txBody>
          <a:bodyPr/>
          <a:lstStyle/>
          <a:p>
            <a:fld id="{B4F18C18-CF8D-421C-916F-69DF81120862}" type="slidenum">
              <a:rPr lang="en-IN" smtClean="0"/>
              <a:t>‹#›</a:t>
            </a:fld>
            <a:endParaRPr lang="en-IN"/>
          </a:p>
        </p:txBody>
      </p:sp>
    </p:spTree>
    <p:extLst>
      <p:ext uri="{BB962C8B-B14F-4D97-AF65-F5344CB8AC3E}">
        <p14:creationId xmlns:p14="http://schemas.microsoft.com/office/powerpoint/2010/main" val="215957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99624B-F57E-396F-05B6-2CFD899F33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6AFA56-C1C7-FFA4-2F70-5D6A5CD7C7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88CBAB-48A1-059E-AA5F-9305C569D1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EC60B2-11E6-40C6-9822-CB53B04B0E1D}" type="datetimeFigureOut">
              <a:rPr lang="en-IN" smtClean="0"/>
              <a:t>06-07-2023</a:t>
            </a:fld>
            <a:endParaRPr lang="en-IN"/>
          </a:p>
        </p:txBody>
      </p:sp>
      <p:sp>
        <p:nvSpPr>
          <p:cNvPr id="5" name="Footer Placeholder 4">
            <a:extLst>
              <a:ext uri="{FF2B5EF4-FFF2-40B4-BE49-F238E27FC236}">
                <a16:creationId xmlns:a16="http://schemas.microsoft.com/office/drawing/2014/main" id="{59D36E0E-5A26-9F74-CC44-ABD4D4F03B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4DFE1A0-B9DC-C2A0-C419-2CC86D9390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F18C18-CF8D-421C-916F-69DF81120862}" type="slidenum">
              <a:rPr lang="en-IN" smtClean="0"/>
              <a:t>‹#›</a:t>
            </a:fld>
            <a:endParaRPr lang="en-IN"/>
          </a:p>
        </p:txBody>
      </p:sp>
    </p:spTree>
    <p:extLst>
      <p:ext uri="{BB962C8B-B14F-4D97-AF65-F5344CB8AC3E}">
        <p14:creationId xmlns:p14="http://schemas.microsoft.com/office/powerpoint/2010/main" val="2486052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36293C-184A-7F8B-B5C4-F94B3420A5AA}"/>
              </a:ext>
            </a:extLst>
          </p:cNvPr>
          <p:cNvPicPr>
            <a:picLocks noChangeAspect="1"/>
          </p:cNvPicPr>
          <p:nvPr/>
        </p:nvPicPr>
        <p:blipFill>
          <a:blip r:embed="rId2"/>
          <a:stretch>
            <a:fillRect/>
          </a:stretch>
        </p:blipFill>
        <p:spPr>
          <a:xfrm>
            <a:off x="307570" y="332508"/>
            <a:ext cx="11413375" cy="5877099"/>
          </a:xfrm>
          <a:prstGeom prst="rect">
            <a:avLst/>
          </a:prstGeom>
        </p:spPr>
      </p:pic>
    </p:spTree>
    <p:extLst>
      <p:ext uri="{BB962C8B-B14F-4D97-AF65-F5344CB8AC3E}">
        <p14:creationId xmlns:p14="http://schemas.microsoft.com/office/powerpoint/2010/main" val="312974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9C8A02-E650-4906-2A7D-851B995A73DE}"/>
              </a:ext>
            </a:extLst>
          </p:cNvPr>
          <p:cNvPicPr>
            <a:picLocks noChangeAspect="1"/>
          </p:cNvPicPr>
          <p:nvPr/>
        </p:nvPicPr>
        <p:blipFill>
          <a:blip r:embed="rId2"/>
          <a:stretch>
            <a:fillRect/>
          </a:stretch>
        </p:blipFill>
        <p:spPr>
          <a:xfrm>
            <a:off x="1403781" y="2129183"/>
            <a:ext cx="8702794" cy="4537623"/>
          </a:xfrm>
          <a:prstGeom prst="rect">
            <a:avLst/>
          </a:prstGeom>
        </p:spPr>
      </p:pic>
      <p:sp>
        <p:nvSpPr>
          <p:cNvPr id="6" name="TextBox 5">
            <a:extLst>
              <a:ext uri="{FF2B5EF4-FFF2-40B4-BE49-F238E27FC236}">
                <a16:creationId xmlns:a16="http://schemas.microsoft.com/office/drawing/2014/main" id="{E5F3E006-A29F-FD1A-A2D4-11256A3D8EA6}"/>
              </a:ext>
            </a:extLst>
          </p:cNvPr>
          <p:cNvSpPr txBox="1"/>
          <p:nvPr/>
        </p:nvSpPr>
        <p:spPr>
          <a:xfrm>
            <a:off x="1345592" y="498764"/>
            <a:ext cx="9760212" cy="1569660"/>
          </a:xfrm>
          <a:prstGeom prst="rect">
            <a:avLst/>
          </a:prstGeom>
          <a:noFill/>
        </p:spPr>
        <p:txBody>
          <a:bodyPr wrap="square" rtlCol="0">
            <a:spAutoFit/>
          </a:bodyPr>
          <a:lstStyle/>
          <a:p>
            <a:r>
              <a:rPr lang="en-IN" sz="3200" dirty="0"/>
              <a:t>While designing the code generator we have to keep certain issues in our mind. We need to keep following issues in our mind.</a:t>
            </a:r>
          </a:p>
        </p:txBody>
      </p:sp>
    </p:spTree>
    <p:extLst>
      <p:ext uri="{BB962C8B-B14F-4D97-AF65-F5344CB8AC3E}">
        <p14:creationId xmlns:p14="http://schemas.microsoft.com/office/powerpoint/2010/main" val="3020596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AF112F-0F8B-D122-1EF6-F9B71022C8DE}"/>
              </a:ext>
            </a:extLst>
          </p:cNvPr>
          <p:cNvPicPr>
            <a:picLocks noChangeAspect="1"/>
          </p:cNvPicPr>
          <p:nvPr/>
        </p:nvPicPr>
        <p:blipFill>
          <a:blip r:embed="rId2"/>
          <a:stretch>
            <a:fillRect/>
          </a:stretch>
        </p:blipFill>
        <p:spPr>
          <a:xfrm>
            <a:off x="247680" y="2252750"/>
            <a:ext cx="10598728" cy="4553742"/>
          </a:xfrm>
          <a:prstGeom prst="rect">
            <a:avLst/>
          </a:prstGeom>
        </p:spPr>
      </p:pic>
      <p:sp>
        <p:nvSpPr>
          <p:cNvPr id="6" name="TextBox 5">
            <a:extLst>
              <a:ext uri="{FF2B5EF4-FFF2-40B4-BE49-F238E27FC236}">
                <a16:creationId xmlns:a16="http://schemas.microsoft.com/office/drawing/2014/main" id="{C15F9A46-47CC-0A2D-1504-C1C7AE5CA2A9}"/>
              </a:ext>
            </a:extLst>
          </p:cNvPr>
          <p:cNvSpPr txBox="1"/>
          <p:nvPr/>
        </p:nvSpPr>
        <p:spPr>
          <a:xfrm>
            <a:off x="157941" y="498764"/>
            <a:ext cx="10598728" cy="1569660"/>
          </a:xfrm>
          <a:prstGeom prst="rect">
            <a:avLst/>
          </a:prstGeom>
          <a:noFill/>
        </p:spPr>
        <p:txBody>
          <a:bodyPr wrap="square" rtlCol="0">
            <a:spAutoFit/>
          </a:bodyPr>
          <a:lstStyle/>
          <a:p>
            <a:r>
              <a:rPr lang="en-IN" sz="3200" dirty="0"/>
              <a:t>1. Input to the code generator - Code generator accepts intermediate code as input. These intermediate code is represented in these ways</a:t>
            </a:r>
          </a:p>
        </p:txBody>
      </p:sp>
    </p:spTree>
    <p:extLst>
      <p:ext uri="{BB962C8B-B14F-4D97-AF65-F5344CB8AC3E}">
        <p14:creationId xmlns:p14="http://schemas.microsoft.com/office/powerpoint/2010/main" val="1273856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01CCBB-2D6A-DAD9-E6F9-ED69A531AA71}"/>
              </a:ext>
            </a:extLst>
          </p:cNvPr>
          <p:cNvPicPr>
            <a:picLocks noChangeAspect="1"/>
          </p:cNvPicPr>
          <p:nvPr/>
        </p:nvPicPr>
        <p:blipFill>
          <a:blip r:embed="rId2"/>
          <a:stretch>
            <a:fillRect/>
          </a:stretch>
        </p:blipFill>
        <p:spPr>
          <a:xfrm>
            <a:off x="1371190" y="449322"/>
            <a:ext cx="9449619" cy="5959356"/>
          </a:xfrm>
          <a:prstGeom prst="rect">
            <a:avLst/>
          </a:prstGeom>
        </p:spPr>
      </p:pic>
    </p:spTree>
    <p:extLst>
      <p:ext uri="{BB962C8B-B14F-4D97-AF65-F5344CB8AC3E}">
        <p14:creationId xmlns:p14="http://schemas.microsoft.com/office/powerpoint/2010/main" val="3314350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FD1772-2350-A5D4-23D8-391BCCF3138E}"/>
              </a:ext>
            </a:extLst>
          </p:cNvPr>
          <p:cNvPicPr>
            <a:picLocks noChangeAspect="1"/>
          </p:cNvPicPr>
          <p:nvPr/>
        </p:nvPicPr>
        <p:blipFill>
          <a:blip r:embed="rId2"/>
          <a:stretch>
            <a:fillRect/>
          </a:stretch>
        </p:blipFill>
        <p:spPr>
          <a:xfrm>
            <a:off x="861199" y="2769849"/>
            <a:ext cx="9487722" cy="3805518"/>
          </a:xfrm>
          <a:prstGeom prst="rect">
            <a:avLst/>
          </a:prstGeom>
        </p:spPr>
      </p:pic>
      <p:sp>
        <p:nvSpPr>
          <p:cNvPr id="6" name="TextBox 5">
            <a:extLst>
              <a:ext uri="{FF2B5EF4-FFF2-40B4-BE49-F238E27FC236}">
                <a16:creationId xmlns:a16="http://schemas.microsoft.com/office/drawing/2014/main" id="{0379D2AB-CA02-110F-380F-AA814A9F0313}"/>
              </a:ext>
            </a:extLst>
          </p:cNvPr>
          <p:cNvSpPr txBox="1"/>
          <p:nvPr/>
        </p:nvSpPr>
        <p:spPr>
          <a:xfrm>
            <a:off x="0" y="0"/>
            <a:ext cx="12030634" cy="2677656"/>
          </a:xfrm>
          <a:prstGeom prst="rect">
            <a:avLst/>
          </a:prstGeom>
          <a:noFill/>
        </p:spPr>
        <p:txBody>
          <a:bodyPr wrap="square" rtlCol="0">
            <a:spAutoFit/>
          </a:bodyPr>
          <a:lstStyle/>
          <a:p>
            <a:r>
              <a:rPr lang="en-IN" sz="2800" dirty="0"/>
              <a:t>2. Target Program - Code generator accepts intermediate code and produces a Target program as output. It produces one of the three programs as output.</a:t>
            </a:r>
          </a:p>
          <a:p>
            <a:r>
              <a:rPr lang="en-IN" sz="2800" dirty="0"/>
              <a:t> </a:t>
            </a:r>
            <a:r>
              <a:rPr lang="en-IN" sz="2800" dirty="0" err="1"/>
              <a:t>i</a:t>
            </a:r>
            <a:r>
              <a:rPr lang="en-IN" sz="2800" dirty="0"/>
              <a:t>. Absolute Machine Language – Absolute means fixed memory location of the RAM. That memory location will not change. It is mainly suitable when the program is very small, so that the program is compiled and executed in faster manner, since CPU is accessing it in a faster manner.</a:t>
            </a:r>
          </a:p>
        </p:txBody>
      </p:sp>
    </p:spTree>
    <p:extLst>
      <p:ext uri="{BB962C8B-B14F-4D97-AF65-F5344CB8AC3E}">
        <p14:creationId xmlns:p14="http://schemas.microsoft.com/office/powerpoint/2010/main" val="2023582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A8C3D9-0548-D0DC-6426-70B93A6EF945}"/>
              </a:ext>
            </a:extLst>
          </p:cNvPr>
          <p:cNvSpPr>
            <a:spLocks noGrp="1"/>
          </p:cNvSpPr>
          <p:nvPr>
            <p:ph idx="1"/>
          </p:nvPr>
        </p:nvSpPr>
        <p:spPr>
          <a:xfrm>
            <a:off x="838200" y="340659"/>
            <a:ext cx="10515600" cy="5836304"/>
          </a:xfrm>
        </p:spPr>
        <p:txBody>
          <a:bodyPr/>
          <a:lstStyle/>
          <a:p>
            <a:pPr marL="0" indent="0">
              <a:buNone/>
            </a:pPr>
            <a:r>
              <a:rPr lang="en-IN" dirty="0"/>
              <a:t>ii. Relocatable machine language - is said to be object code- created after compilation of a program. We need linker and loader for compilation.</a:t>
            </a:r>
          </a:p>
          <a:p>
            <a:pPr marL="0" indent="0">
              <a:buNone/>
            </a:pPr>
            <a:r>
              <a:rPr lang="en-IN" dirty="0"/>
              <a:t>  </a:t>
            </a:r>
            <a:r>
              <a:rPr lang="en-IN" u="sng" dirty="0"/>
              <a:t>Linker</a:t>
            </a:r>
            <a:r>
              <a:rPr lang="en-IN" dirty="0"/>
              <a:t>: Links the object code of several programs to a single program. Let the program contains several library functions resides in some header files like </a:t>
            </a:r>
            <a:r>
              <a:rPr lang="en-IN" dirty="0" err="1"/>
              <a:t>printf</a:t>
            </a:r>
            <a:r>
              <a:rPr lang="en-IN" dirty="0"/>
              <a:t> function - available in </a:t>
            </a:r>
            <a:r>
              <a:rPr lang="en-IN" dirty="0" err="1"/>
              <a:t>stdio.h</a:t>
            </a:r>
            <a:r>
              <a:rPr lang="en-IN" dirty="0"/>
              <a:t>. The Linker links object code of these library functions into a single </a:t>
            </a:r>
            <a:r>
              <a:rPr lang="en-IN" dirty="0" err="1"/>
              <a:t>pgm</a:t>
            </a:r>
            <a:r>
              <a:rPr lang="en-IN" dirty="0"/>
              <a:t>. </a:t>
            </a:r>
          </a:p>
          <a:p>
            <a:pPr marL="0" indent="0">
              <a:buNone/>
            </a:pPr>
            <a:r>
              <a:rPr lang="en-IN" u="sng" dirty="0"/>
              <a:t>  Loader</a:t>
            </a:r>
            <a:r>
              <a:rPr lang="en-IN" dirty="0"/>
              <a:t>: Then after that the loader loads the linked executable file into the main memory in any free space (relocatable). The relocatable m/c language  suitable for small </a:t>
            </a:r>
            <a:r>
              <a:rPr lang="en-IN" dirty="0" err="1"/>
              <a:t>pgm</a:t>
            </a:r>
            <a:r>
              <a:rPr lang="en-IN" dirty="0"/>
              <a:t> and large program.</a:t>
            </a:r>
          </a:p>
          <a:p>
            <a:pPr marL="0" indent="0">
              <a:buNone/>
            </a:pPr>
            <a:r>
              <a:rPr lang="en-IN" dirty="0"/>
              <a:t>ii. Assembly Language:  This is the better target program. Generates code in an easy manner.</a:t>
            </a:r>
          </a:p>
          <a:p>
            <a:pPr marL="0" indent="0">
              <a:buNone/>
            </a:pPr>
            <a:endParaRPr lang="en-IN" dirty="0"/>
          </a:p>
        </p:txBody>
      </p:sp>
    </p:spTree>
    <p:extLst>
      <p:ext uri="{BB962C8B-B14F-4D97-AF65-F5344CB8AC3E}">
        <p14:creationId xmlns:p14="http://schemas.microsoft.com/office/powerpoint/2010/main" val="2857923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EEEC84-5CFE-DE29-AE3E-78F77A4A88DB}"/>
              </a:ext>
            </a:extLst>
          </p:cNvPr>
          <p:cNvSpPr txBox="1"/>
          <p:nvPr/>
        </p:nvSpPr>
        <p:spPr>
          <a:xfrm>
            <a:off x="397933" y="0"/>
            <a:ext cx="10507134" cy="5477205"/>
          </a:xfrm>
          <a:prstGeom prst="rect">
            <a:avLst/>
          </a:prstGeom>
          <a:noFill/>
        </p:spPr>
        <p:txBody>
          <a:bodyPr wrap="square" rtlCol="0">
            <a:spAutoFit/>
          </a:bodyPr>
          <a:lstStyle/>
          <a:p>
            <a:pPr algn="just">
              <a:lnSpc>
                <a:spcPct val="200000"/>
              </a:lnSpc>
            </a:pPr>
            <a:r>
              <a:rPr lang="en-IN" sz="3600" dirty="0"/>
              <a:t>3. Memory management: To manage the memory, symbol table is used. The program will be divide into tokens and the token information will be stored in the symbol table. So, with the help of the symbol table memory management is done</a:t>
            </a:r>
          </a:p>
        </p:txBody>
      </p:sp>
    </p:spTree>
    <p:extLst>
      <p:ext uri="{BB962C8B-B14F-4D97-AF65-F5344CB8AC3E}">
        <p14:creationId xmlns:p14="http://schemas.microsoft.com/office/powerpoint/2010/main" val="4144329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E33044-A822-FC65-766C-7797DFF6E98C}"/>
              </a:ext>
            </a:extLst>
          </p:cNvPr>
          <p:cNvPicPr>
            <a:picLocks noChangeAspect="1"/>
          </p:cNvPicPr>
          <p:nvPr/>
        </p:nvPicPr>
        <p:blipFill>
          <a:blip r:embed="rId2"/>
          <a:stretch>
            <a:fillRect/>
          </a:stretch>
        </p:blipFill>
        <p:spPr>
          <a:xfrm>
            <a:off x="1177637" y="1661100"/>
            <a:ext cx="10432684" cy="4503810"/>
          </a:xfrm>
          <a:prstGeom prst="rect">
            <a:avLst/>
          </a:prstGeom>
        </p:spPr>
      </p:pic>
      <p:sp>
        <p:nvSpPr>
          <p:cNvPr id="4" name="TextBox 3">
            <a:extLst>
              <a:ext uri="{FF2B5EF4-FFF2-40B4-BE49-F238E27FC236}">
                <a16:creationId xmlns:a16="http://schemas.microsoft.com/office/drawing/2014/main" id="{9DD57BBB-B14B-5C11-DE86-DFD3CFA3F7A4}"/>
              </a:ext>
            </a:extLst>
          </p:cNvPr>
          <p:cNvSpPr txBox="1"/>
          <p:nvPr/>
        </p:nvSpPr>
        <p:spPr>
          <a:xfrm>
            <a:off x="581679" y="91440"/>
            <a:ext cx="10432684" cy="1569660"/>
          </a:xfrm>
          <a:prstGeom prst="rect">
            <a:avLst/>
          </a:prstGeom>
          <a:noFill/>
        </p:spPr>
        <p:txBody>
          <a:bodyPr wrap="square" rtlCol="0">
            <a:spAutoFit/>
          </a:bodyPr>
          <a:lstStyle/>
          <a:p>
            <a:r>
              <a:rPr lang="en-IN" sz="3200" dirty="0"/>
              <a:t>4. Instruction Selection – Instruction selection as well as the speed of the instruction is important for producing efficient target code.</a:t>
            </a:r>
          </a:p>
        </p:txBody>
      </p:sp>
    </p:spTree>
    <p:extLst>
      <p:ext uri="{BB962C8B-B14F-4D97-AF65-F5344CB8AC3E}">
        <p14:creationId xmlns:p14="http://schemas.microsoft.com/office/powerpoint/2010/main" val="1178561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C22D34-43C2-7008-1CEB-00B47C22E82A}"/>
              </a:ext>
            </a:extLst>
          </p:cNvPr>
          <p:cNvPicPr>
            <a:picLocks noChangeAspect="1"/>
          </p:cNvPicPr>
          <p:nvPr/>
        </p:nvPicPr>
        <p:blipFill>
          <a:blip r:embed="rId2"/>
          <a:stretch>
            <a:fillRect/>
          </a:stretch>
        </p:blipFill>
        <p:spPr>
          <a:xfrm>
            <a:off x="875847" y="1058974"/>
            <a:ext cx="10440305" cy="4740051"/>
          </a:xfrm>
          <a:prstGeom prst="rect">
            <a:avLst/>
          </a:prstGeom>
        </p:spPr>
      </p:pic>
    </p:spTree>
    <p:extLst>
      <p:ext uri="{BB962C8B-B14F-4D97-AF65-F5344CB8AC3E}">
        <p14:creationId xmlns:p14="http://schemas.microsoft.com/office/powerpoint/2010/main" val="2822863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00AC1E-ABD8-969F-B4F3-F50C9B0029FC}"/>
              </a:ext>
            </a:extLst>
          </p:cNvPr>
          <p:cNvSpPr txBox="1"/>
          <p:nvPr/>
        </p:nvSpPr>
        <p:spPr>
          <a:xfrm>
            <a:off x="523702" y="735106"/>
            <a:ext cx="10956174" cy="4401205"/>
          </a:xfrm>
          <a:prstGeom prst="rect">
            <a:avLst/>
          </a:prstGeom>
          <a:noFill/>
        </p:spPr>
        <p:txBody>
          <a:bodyPr wrap="square" rtlCol="0">
            <a:spAutoFit/>
          </a:bodyPr>
          <a:lstStyle/>
          <a:p>
            <a:pPr algn="just"/>
            <a:r>
              <a:rPr lang="en-IN" sz="2800" dirty="0"/>
              <a:t>5. Register Allocation- suppose if we need to perform more number of instructions with limited number of register, with the help limited number of registers we need to perform more number of operations then only we will get efficient target code. This is done with the help of two ways</a:t>
            </a:r>
          </a:p>
          <a:p>
            <a:pPr algn="just"/>
            <a:r>
              <a:rPr lang="en-IN" sz="2800" dirty="0"/>
              <a:t>     </a:t>
            </a:r>
            <a:r>
              <a:rPr lang="en-IN" sz="2800" dirty="0" err="1"/>
              <a:t>i</a:t>
            </a:r>
            <a:r>
              <a:rPr lang="en-IN" sz="2800" dirty="0"/>
              <a:t>. </a:t>
            </a:r>
            <a:r>
              <a:rPr lang="en-IN" sz="2800" u="sng" dirty="0"/>
              <a:t>Register allocation</a:t>
            </a:r>
            <a:r>
              <a:rPr lang="en-IN" sz="2800" dirty="0"/>
              <a:t> – Specifies which register contains which variable</a:t>
            </a:r>
          </a:p>
          <a:p>
            <a:pPr algn="just"/>
            <a:r>
              <a:rPr lang="en-IN" sz="2800" dirty="0"/>
              <a:t>       R0 contains a</a:t>
            </a:r>
          </a:p>
          <a:p>
            <a:pPr algn="just"/>
            <a:r>
              <a:rPr lang="en-IN" sz="2800" dirty="0"/>
              <a:t>       R1 contains b</a:t>
            </a:r>
          </a:p>
          <a:p>
            <a:pPr algn="just"/>
            <a:r>
              <a:rPr lang="en-IN" sz="2800" dirty="0"/>
              <a:t>     </a:t>
            </a:r>
            <a:r>
              <a:rPr lang="en-IN" sz="2800" dirty="0" err="1"/>
              <a:t>ii.</a:t>
            </a:r>
            <a:r>
              <a:rPr lang="en-IN" sz="2800" u="sng" dirty="0" err="1"/>
              <a:t>Register</a:t>
            </a:r>
            <a:r>
              <a:rPr lang="en-IN" sz="2800" u="sng" dirty="0"/>
              <a:t> Assignment </a:t>
            </a:r>
            <a:r>
              <a:rPr lang="en-IN" sz="2800" dirty="0"/>
              <a:t>– Specifies which variable contains which register</a:t>
            </a:r>
          </a:p>
          <a:p>
            <a:pPr algn="just"/>
            <a:r>
              <a:rPr lang="en-IN" sz="2800" dirty="0"/>
              <a:t>       a contains R0</a:t>
            </a:r>
          </a:p>
          <a:p>
            <a:pPr algn="just"/>
            <a:r>
              <a:rPr lang="en-IN" sz="2800" dirty="0"/>
              <a:t>       b contains R1</a:t>
            </a:r>
          </a:p>
        </p:txBody>
      </p:sp>
    </p:spTree>
    <p:extLst>
      <p:ext uri="{BB962C8B-B14F-4D97-AF65-F5344CB8AC3E}">
        <p14:creationId xmlns:p14="http://schemas.microsoft.com/office/powerpoint/2010/main" val="1958873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FF279C-5806-11CD-F255-B8DD0F64808D}"/>
              </a:ext>
            </a:extLst>
          </p:cNvPr>
          <p:cNvPicPr>
            <a:picLocks noChangeAspect="1"/>
          </p:cNvPicPr>
          <p:nvPr/>
        </p:nvPicPr>
        <p:blipFill>
          <a:blip r:embed="rId2"/>
          <a:stretch>
            <a:fillRect/>
          </a:stretch>
        </p:blipFill>
        <p:spPr>
          <a:xfrm>
            <a:off x="1244221" y="0"/>
            <a:ext cx="9703558" cy="6858000"/>
          </a:xfrm>
          <a:prstGeom prst="rect">
            <a:avLst/>
          </a:prstGeom>
        </p:spPr>
      </p:pic>
    </p:spTree>
    <p:extLst>
      <p:ext uri="{BB962C8B-B14F-4D97-AF65-F5344CB8AC3E}">
        <p14:creationId xmlns:p14="http://schemas.microsoft.com/office/powerpoint/2010/main" val="1965511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97F7C5-BFF2-43F1-2439-60577BFFD9CA}"/>
              </a:ext>
            </a:extLst>
          </p:cNvPr>
          <p:cNvSpPr txBox="1"/>
          <p:nvPr/>
        </p:nvSpPr>
        <p:spPr>
          <a:xfrm>
            <a:off x="756458" y="1165322"/>
            <a:ext cx="9725891" cy="2308324"/>
          </a:xfrm>
          <a:prstGeom prst="rect">
            <a:avLst/>
          </a:prstGeom>
          <a:noFill/>
        </p:spPr>
        <p:txBody>
          <a:bodyPr wrap="square">
            <a:spAutoFit/>
          </a:bodyPr>
          <a:lstStyle/>
          <a:p>
            <a:r>
              <a:rPr lang="en-IN" sz="3600" dirty="0"/>
              <a:t>6. Evaluation Order – The order in which the instructions are executed and the operations are performed will decides the efficiency of the target code</a:t>
            </a:r>
          </a:p>
        </p:txBody>
      </p:sp>
    </p:spTree>
    <p:extLst>
      <p:ext uri="{BB962C8B-B14F-4D97-AF65-F5344CB8AC3E}">
        <p14:creationId xmlns:p14="http://schemas.microsoft.com/office/powerpoint/2010/main" val="413003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822</TotalTime>
  <Words>457</Words>
  <Application>Microsoft Office PowerPoint</Application>
  <PresentationFormat>Widescreen</PresentationFormat>
  <Paragraphs>18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Sahaaya Arul Mary S A</dc:creator>
  <cp:lastModifiedBy>Sahaaya Arul Mary S A</cp:lastModifiedBy>
  <cp:revision>1</cp:revision>
  <dcterms:created xsi:type="dcterms:W3CDTF">2023-07-06T14:56:01Z</dcterms:created>
  <dcterms:modified xsi:type="dcterms:W3CDTF">2023-07-07T04:38:55Z</dcterms:modified>
</cp:coreProperties>
</file>