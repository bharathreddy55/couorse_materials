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61" r:id="rId3"/>
    <p:sldId id="256" r:id="rId4"/>
    <p:sldId id="257" r:id="rId5"/>
    <p:sldId id="258" r:id="rId6"/>
    <p:sldId id="259" r:id="rId7"/>
    <p:sldId id="260" r:id="rId8"/>
    <p:sldId id="275" r:id="rId9"/>
    <p:sldId id="320" r:id="rId10"/>
    <p:sldId id="276" r:id="rId11"/>
    <p:sldId id="321" r:id="rId12"/>
    <p:sldId id="322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89192190-1ADE-4D94-A268-1B12562F555B}"/>
    <pc:docChg chg="delSld">
      <pc:chgData name="Sahaaya Arul Mary S A" userId="5e9c2bd099f20264" providerId="LiveId" clId="{89192190-1ADE-4D94-A268-1B12562F555B}" dt="2023-07-17T09:45:56.533" v="12" actId="47"/>
      <pc:docMkLst>
        <pc:docMk/>
      </pc:docMkLst>
      <pc:sldChg chg="del">
        <pc:chgData name="Sahaaya Arul Mary S A" userId="5e9c2bd099f20264" providerId="LiveId" clId="{89192190-1ADE-4D94-A268-1B12562F555B}" dt="2023-07-17T09:45:46.614" v="0" actId="47"/>
        <pc:sldMkLst>
          <pc:docMk/>
          <pc:sldMk cId="817121111" sldId="263"/>
        </pc:sldMkLst>
      </pc:sldChg>
      <pc:sldChg chg="del">
        <pc:chgData name="Sahaaya Arul Mary S A" userId="5e9c2bd099f20264" providerId="LiveId" clId="{89192190-1ADE-4D94-A268-1B12562F555B}" dt="2023-07-17T09:45:48.684" v="1" actId="47"/>
        <pc:sldMkLst>
          <pc:docMk/>
          <pc:sldMk cId="4066328544" sldId="264"/>
        </pc:sldMkLst>
      </pc:sldChg>
      <pc:sldChg chg="del">
        <pc:chgData name="Sahaaya Arul Mary S A" userId="5e9c2bd099f20264" providerId="LiveId" clId="{89192190-1ADE-4D94-A268-1B12562F555B}" dt="2023-07-17T09:45:49.430" v="2" actId="47"/>
        <pc:sldMkLst>
          <pc:docMk/>
          <pc:sldMk cId="66152171" sldId="265"/>
        </pc:sldMkLst>
      </pc:sldChg>
      <pc:sldChg chg="del">
        <pc:chgData name="Sahaaya Arul Mary S A" userId="5e9c2bd099f20264" providerId="LiveId" clId="{89192190-1ADE-4D94-A268-1B12562F555B}" dt="2023-07-17T09:45:50.158" v="3" actId="47"/>
        <pc:sldMkLst>
          <pc:docMk/>
          <pc:sldMk cId="4086513017" sldId="323"/>
        </pc:sldMkLst>
      </pc:sldChg>
      <pc:sldChg chg="del">
        <pc:chgData name="Sahaaya Arul Mary S A" userId="5e9c2bd099f20264" providerId="LiveId" clId="{89192190-1ADE-4D94-A268-1B12562F555B}" dt="2023-07-17T09:45:50.869" v="4" actId="47"/>
        <pc:sldMkLst>
          <pc:docMk/>
          <pc:sldMk cId="2512937423" sldId="324"/>
        </pc:sldMkLst>
      </pc:sldChg>
      <pc:sldChg chg="del">
        <pc:chgData name="Sahaaya Arul Mary S A" userId="5e9c2bd099f20264" providerId="LiveId" clId="{89192190-1ADE-4D94-A268-1B12562F555B}" dt="2023-07-17T09:45:55.854" v="11" actId="47"/>
        <pc:sldMkLst>
          <pc:docMk/>
          <pc:sldMk cId="2429428480" sldId="325"/>
        </pc:sldMkLst>
      </pc:sldChg>
      <pc:sldChg chg="del">
        <pc:chgData name="Sahaaya Arul Mary S A" userId="5e9c2bd099f20264" providerId="LiveId" clId="{89192190-1ADE-4D94-A268-1B12562F555B}" dt="2023-07-17T09:45:56.533" v="12" actId="47"/>
        <pc:sldMkLst>
          <pc:docMk/>
          <pc:sldMk cId="1785177779" sldId="326"/>
        </pc:sldMkLst>
      </pc:sldChg>
      <pc:sldChg chg="del">
        <pc:chgData name="Sahaaya Arul Mary S A" userId="5e9c2bd099f20264" providerId="LiveId" clId="{89192190-1ADE-4D94-A268-1B12562F555B}" dt="2023-07-17T09:45:51.572" v="5" actId="47"/>
        <pc:sldMkLst>
          <pc:docMk/>
          <pc:sldMk cId="1353095263" sldId="327"/>
        </pc:sldMkLst>
      </pc:sldChg>
      <pc:sldChg chg="del">
        <pc:chgData name="Sahaaya Arul Mary S A" userId="5e9c2bd099f20264" providerId="LiveId" clId="{89192190-1ADE-4D94-A268-1B12562F555B}" dt="2023-07-17T09:45:52.322" v="6" actId="47"/>
        <pc:sldMkLst>
          <pc:docMk/>
          <pc:sldMk cId="4110959654" sldId="328"/>
        </pc:sldMkLst>
      </pc:sldChg>
      <pc:sldChg chg="del">
        <pc:chgData name="Sahaaya Arul Mary S A" userId="5e9c2bd099f20264" providerId="LiveId" clId="{89192190-1ADE-4D94-A268-1B12562F555B}" dt="2023-07-17T09:45:53.071" v="7" actId="47"/>
        <pc:sldMkLst>
          <pc:docMk/>
          <pc:sldMk cId="3690649717" sldId="329"/>
        </pc:sldMkLst>
      </pc:sldChg>
      <pc:sldChg chg="del">
        <pc:chgData name="Sahaaya Arul Mary S A" userId="5e9c2bd099f20264" providerId="LiveId" clId="{89192190-1ADE-4D94-A268-1B12562F555B}" dt="2023-07-17T09:45:55.158" v="10" actId="47"/>
        <pc:sldMkLst>
          <pc:docMk/>
          <pc:sldMk cId="3922676057" sldId="330"/>
        </pc:sldMkLst>
      </pc:sldChg>
      <pc:sldChg chg="del">
        <pc:chgData name="Sahaaya Arul Mary S A" userId="5e9c2bd099f20264" providerId="LiveId" clId="{89192190-1ADE-4D94-A268-1B12562F555B}" dt="2023-07-17T09:45:54.472" v="9" actId="47"/>
        <pc:sldMkLst>
          <pc:docMk/>
          <pc:sldMk cId="330824583" sldId="331"/>
        </pc:sldMkLst>
      </pc:sldChg>
      <pc:sldChg chg="del">
        <pc:chgData name="Sahaaya Arul Mary S A" userId="5e9c2bd099f20264" providerId="LiveId" clId="{89192190-1ADE-4D94-A268-1B12562F555B}" dt="2023-07-17T09:45:53.743" v="8" actId="47"/>
        <pc:sldMkLst>
          <pc:docMk/>
          <pc:sldMk cId="1132978862" sldId="33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0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24575,'0'881'0,"-1"-862"0,-1-1 0,-7 33 0,5-32 0,0 1 0,-1 23 0,5-20-1365,0-2-5461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09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24575,'3836'-1'0,"-3825"1"0,0-2 0,1 0 0,20-6 0,-26 5 0,1 1 0,0 0 0,0 0 0,0 1 0,1 0 0,-1 0 0,0 1 0,0 0 0,1 0 0,-1 0 0,14 4 0,-18-3 0,0 1 0,-1 0 0,1 0 0,-1 0 0,1 0 0,-1 1 0,1-1 0,-1 0 0,0 1 0,0 0 0,-1-1 0,1 1 0,0 0 0,-1 0 0,0 0 0,1 0 0,0 6 0,2 5 0,-1-1 0,3 25 0,-1 19 0,-4-31 0,10 51 0,-4-36 0,-3-1 0,-1 0 0,-2 1 0,-4 40 0,1 9 0,2 496 0,1-562 0,2 1 0,5 27 0,-3-26 0,3 42 0,-8 269 85,-1-162-1535,1-154-5376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1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24575,'0'729'0,"-1"-714"0,-1 0 0,0-1 0,-1 0 0,-1 0 0,-8 22 0,6-18 0,1 1 0,-6 27 0,1 23 0,2-27 0,-2 76 0,9-98 0,-2 0 0,0 0 0,-1 0 0,-10 30 0,-7 29 0,18-64 0,-22 156 0,22-153 0,-1 0 0,0 0 0,-8 20 0,6-20 0,1 0 0,-6 35 0,7-8 0,2 0 0,6 70 0,-4-113 0,1 0 0,-1 0 0,0 0 0,1 0 0,-1 0 0,1 0 0,-1 0 0,1 0 0,0 0 0,0 0 0,0 0 0,0 0 0,0-1 0,1 1 0,-1 0 0,0-1 0,1 1 0,-1-1 0,1 1 0,0-1 0,-1 0 0,1 0 0,0 0 0,0 0 0,0 0 0,-1 0 0,1 0 0,0-1 0,0 1 0,1-1 0,-1 1 0,0-1 0,0 0 0,2 1 0,9-2 0,-1 1 0,0-2 0,1 1 0,22-8 0,1 1 0,-7 3 0,51-17 0,14-3 0,24 0 0,-104 21 0,-1 0 0,26-11 0,14-5 0,-19 11 0,1 1 0,0 2 0,0 1 0,43 1 0,-51 2 0,-1-1 0,0-2 0,-1 0 0,40-14 0,45-10 0,164 0 0,-187 22 0,-19-4 0,-49 7 0,1 1 0,24-1 0,269 4 0,-287 2 0,1 1 0,-1 0 0,43 14 0,-42-10 0,0-1 0,0-1 0,38 2 0,-24-7 0,0 2 0,54 10 0,-59-7 0,1-1 0,63-2 0,-60-2 0,79 9 0,-25 1 0,0-3 0,123-8 0,-81-1 0,-73 2 0,-10-2 0,0 3 0,99 15 0,-109-10 0,0-2 0,0-2 0,65-5 0,65 4 0,-107 11 0,-48-8 0,1-1 0,25 2 0,151-5-1365,-174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2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24575,'0'905'0,"1"-893"0,1 1 0,0 0 0,1 0 0,0-1 0,1 0 0,9 20 0,8 32 0,0 12-1365,-18-58-5461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2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24575,'3909'0'0,"-3891"1"0,0 2 0,-1-1 0,0 2 0,0 1 0,30 11 0,-10-4 0,-29-9 0,-1 1 0,1 0 0,-1 0 0,1 1 0,-1 0 0,0 0 0,-1 0 0,1 1 0,-1 0 0,0 0 0,-1 1 0,1 0 0,-2 0 0,1 0 0,0 0 0,-1 1 0,-1 0 0,5 13 0,-1-1 0,-1 0 0,-1 0 0,-1 1 0,0 0 0,-2 0 0,0 30 0,-3 732 0,0-776 0,1 1 0,-1-1 0,0 0 0,-1 1 0,0-1 0,0 0 0,0 0 0,-1 0 0,0 0 0,-1-1 0,1 1 0,-1-1 0,0 0 0,-1 0 0,-5 6 0,6-6 7,0 1 0,1-1 1,0 1-1,0 0 0,0 0 0,1 0 0,0 1 0,1-1 0,0 0 0,0 1 0,0-1 0,1 1 0,0 9 1,0-4-497,0 0 1,-5 24 0,0-21-6338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3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24575,'-1'7'0,"0"0"0,0 0 0,0-1 0,-5 11 0,-3 21 0,1 73 0,8 136 0,3-97 0,-3 534 0,-1-681 0,1 0 0,0 1 0,1-1 0,-1 1 0,0-1 0,1 0 0,0 1 0,0-1 0,0 0 0,0 0 0,1 1 0,-1-1 0,1 0 0,-1 0 0,4 3 0,-3-4 0,1 0 0,0 0 0,-1 0 0,1 0 0,0-1 0,0 1 0,0-1 0,0 0 0,1 0 0,-1 0 0,0 0 0,0 0 0,1-1 0,-1 1 0,7-1 0,217-1 0,-83-2 0,49 1 0,189 4 0,-252 10 0,64 1 0,1048-13 0,-551-1 0,-672 2 0,-1 1 0,33 7 0,-31-4 0,0-2 0,23 2 0,309-5 0,-167-1 0,-171 0-262,0 0 0,0-1 0,-1-1 0,14-4 0,-26 6 207,15-3-6771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4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24575,'1'5'0,"0"-1"0,0 0 0,1 1 0,-1-1 0,1 0 0,0 0 0,0 0 0,0 0 0,0 0 0,4 4 0,10 22 0,-11-9 0,0 2 0,-1-1 0,-2 0 0,0 1 0,-2-1 0,-3 42 0,0 2 0,3 327 0,1-375 0,1-1 0,7 34 0,-4-32 0,-2 0 0,2 26 0,-2-5 0,2 0 0,11 44 0,-7-47 0,-3 0 0,4 67 0,-11 310-1365,1-392-5461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4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24575,'13'1'0,"0"1"0,0 0 0,0 1 0,0 0 0,16 7 0,26 6 0,1-7 0,1-4 0,0-1 0,84-7 0,-44 1 0,62 0 0,273 4 0,-297 10 0,47 1 0,-32-12 0,166-4 0,-167-8 0,69-2 0,48 1 0,37-1 0,1149 14 0,-1447-1 0,0 0 0,0 0 0,0 1 0,0 0 0,0-1 0,0 2 0,0-1 0,0 1 0,-1-1 0,6 4 0,-8-4 0,-1 0 0,1 0 0,-1 1 0,1-1 0,-1 0 0,1 1 0,-1-1 0,0 1 0,0 0 0,0-1 0,0 1 0,0 0 0,0 0 0,0 0 0,-1-1 0,1 1 0,-1 0 0,1 0 0,-1 0 0,0 0 0,0 0 0,0 0 0,0 0 0,0 0 0,0 0 0,0 0 0,-1 0 0,0 3 0,-22 68 0,17-58 0,1 0 0,1 0 0,0 0 0,-4 30 0,7 262 0,3-148 0,0-34 0,-5 135 0,-8-158 56,4-56-766,1 56-1,6-81-6115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6:5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24575,'0'1344'0,"1"-1330"-341,0-1 0,1 1-1,4 18 1,-1-11-6485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0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24575,'18'1'0,"0"1"0,0 1 0,0 1 0,26 9 0,29 5 0,6 0 0,0 2 0,100 41 0,-145-51 0,1-1 0,0-2 0,1-1 0,56 1 0,55 9 0,-73-4 0,115 3 0,76-16 0,-105-1 0,-112 3 0,0-3 0,0-2 0,69-14 0,-63 5 0,95-20 0,-96 28 0,0 2 0,78 5 0,-30 1 0,-72-2 0,0 2 0,0 2 0,0 0 0,27 10 0,15 3 0,-25-9 0,1-1 0,89 1 0,-63-12 0,1-4 0,112-26 0,-164 29 0,-14 2 0,-1 0 0,1 0 0,-1-1 0,0 0 0,0 0 0,0-1 0,-1 0 0,1 0 0,-1-1 0,8-6 0,-5 4 0,-2 3 0,0 0 0,1 0 0,0 1 0,0 0 0,0 0 0,0 1 0,0 0 0,0 0 0,1 1 0,-1 0 0,1 1 0,13 1 0,-7-2 0,-1 1 0,1-2 0,16-3 0,15-8 0,-26 6 0,1 1 0,1 2 0,-1 0 0,29-2 0,66 8 0,62-3 0,-168-2 0,1 0 0,-1 0 0,0-1 0,0 0 0,0-1 0,-1 0 0,1 0 0,-1-1 0,-1-1 0,1 1 0,8-10 0,39-25 0,-53 39 0,0 1 0,0-1 0,0 0 0,-1 0 0,1 0 0,-1 0 0,1-1 0,-1 1 0,0-1 0,0 1 0,0-1 0,0 0 0,-1 1 0,1-1 0,-1 0 0,2-5 0,-1-1 0,-1 0 0,0 1 0,0-1 0,-1 0 0,-1-8 0,1 13 0,0 0-97,0 0-1,0 0 1,0 0-1,0 0 1,-1 0-1,0 0 1,0 0-1,0 1 1,0-1-1,-1 0 1,0 0-1,1 1 0,-5-6 1,-5-2-6729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1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24575,'5'2'0,"-1"0"0,1 0 0,-1 0 0,1 1 0,-1-1 0,0 1 0,0 0 0,-1 0 0,7 7 0,-7-8 0,150 157 0,-127-132 0,-21-21 0,0-1 0,1-1 0,0 1 0,0-1 0,0 0 0,0 0 0,1-1 0,-1 0 0,1 0 0,0 0 0,0-1 0,0 0 0,0-1 0,9 2 0,10-1 0,0-1 0,45-4 0,-14 0 0,-41 2 0,0-1 0,-1 0 0,0-1 0,1-1 0,-1-1 0,-1 0 0,1 0 0,-1-2 0,0 0 0,17-11 0,106-72 0,-78 49 0,-21 22-1365,-19 12-5461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1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24575,'0'6'0,"1"-1"0,0 0 0,0 0 0,1 0 0,-1 0 0,1 0 0,0-1 0,1 1 0,-1 0 0,6 6 0,13 31 0,-10-6 0,1-1 0,1 0 0,3-1 0,31 53 0,-42-81 0,-1-1 0,1 0 0,0 0 0,1 0 0,-1-1 0,1 1 0,0-1 0,0-1 0,0 1 0,0-1 0,1 0 0,-1 0 0,1-1 0,0 0 0,0 0 0,0-1 0,0 0 0,9 1 0,-10-2 0,0 0 0,0 0 0,0 0 0,0-1 0,0 0 0,0 0 0,0 0 0,0-1 0,0 0 0,0 0 0,-1 0 0,1-1 0,-1 0 0,1 0 0,-1 0 0,0-1 0,-1 0 0,1 0 0,0 0 0,-1 0 0,6-8 0,15-29 0,-17 26 0,1 1 0,15-19 0,-14 21 0,-2-2 0,0 1 0,-1-1 0,0 0 0,6-19 0,-6 15 0,0 1 0,-1 2 0,2-1 0,0 1 0,1 0 0,19-25 0,-9 8-1365,-14 16-5461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1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24575,'1'0'0,"0"0"0,0 1 0,0-1 0,0 1 0,0-1 0,0 1 0,0-1 0,0 1 0,-1 0 0,1-1 0,0 1 0,-1 0 0,1 0 0,0-1 0,-1 1 0,1 0 0,-1 0 0,1 0 0,-1 0 0,1 0 0,-1 0 0,0 0 0,0 0 0,1 0 0,-1 0 0,0 2 0,5 33 0,-5-31 0,1 9 0,1 0 0,1-1 0,0 1 0,6 17 0,-8-26 0,1-1 0,0 0 0,0 0 0,0-1 0,0 1 0,1 0 0,0-1 0,-1 0 0,1 1 0,0-1 0,1 0 0,-1 0 0,1-1 0,-1 1 0,1-1 0,0 0 0,0 0 0,4 2 0,11 3 0,1-1 0,0 0 0,1-2 0,-1 0 0,1-1 0,0-1 0,0-2 0,0 1 0,38-6 0,-49 3 0,1 0 0,-1-1 0,1 0 0,-1-1 0,0 0 0,0-1 0,-1 1 0,1-2 0,-1 0 0,0 0 0,-1 0 0,1-1 0,-1 0 0,-1-1 0,1 0 0,-1 0 0,-1 0 0,0-1 0,0 0 0,8-17 0,-8 13 0,1-1 0,1 1 0,0 0 0,1 1 0,0-1 0,16-14 0,-21 22-85,-1 1 0,1 0-1,-1-1 1,0 0 0,0 0-1,-1 0 1,1 0 0,-1 0-1,0 0 1,-1-1 0,1 1-1,-1-1 1,0 1 0,0-1-1,-1-9 1,1-5-6741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2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24575,'-2'25'0,"-8"50"0,0 0 0,6-45 0,-1-1 0,-2 0 0,-13 39 0,9-36 0,3-1 0,-8 49 0,4 9 0,3-34 0,-1 86 0,10-118-1365,1-2-5461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3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151 200 24575,'8'-9'0,"0"-2"0,0 1 0,10-18 0,18-24 0,-29 44 0,0 0 0,1 1 0,1 0 0,-1 0 0,1 1 0,0 0 0,0 1 0,0 0 0,1 0 0,14-4 0,-8 5 0,1 0 0,0 1 0,0 1 0,0 0 0,31 2 0,-11-1 0,-24 0 0,1 1 0,-1 0 0,0 1 0,0 1 0,26 5 0,-31-2 0,-1 1 0,0-1 0,0 1 0,0 0 0,-1 0 0,0 1 0,0 0 0,-1 0 0,9 15 0,-9-14 0,-2-5 0,-1 1 0,1 0 0,-1-1 0,0 1 0,-1 0 0,1 1 0,-1-1 0,0 0 0,0 0 0,0 0 0,0 1 0,-1-1 0,1 0 0,-1 1 0,-1 8 0,-1-7 0,1 0 0,-1 0 0,0-1 0,-1 1 0,1 0 0,-1-1 0,0 0 0,0 1 0,-1-1 0,-5 5 0,-9 9 0,0-2 0,-2 0 0,0-1 0,-31 18 0,35-23 0,15-11 0,-31 22 0,-47 23 0,67-39 0,0-1 0,-1-1 0,0 0 0,0-1 0,0 0 0,0 0 0,-23 0 0,2-3 0,33-1 0,20 1 0,-6 0 0,-1 0 0,1 1 0,-1 1 0,0 0 0,0 0 0,0 2 0,20 7 0,-25-8 0,-1 0 0,0 0 0,0 1 0,0 0 0,-1 0 0,1 0 0,-1 1 0,0-1 0,0 1 0,0 1 0,-1-1 0,0 1 0,0-1 0,0 1 0,4 10 0,-4-7 0,-2 1 0,1-1 0,-1 1 0,0-1 0,-1 1 0,0 0 0,-1 0 0,0 0 0,0-1 0,-1 1 0,0 0 0,-1 0 0,0-1 0,-1 1 0,0-1 0,0 0 0,-1 0 0,0 0 0,-8 13 0,-7-1 0,-1-1 0,0-1 0,-2-1 0,0-1 0,-32 19 0,48-32 0,-1 0 0,1-1 0,-1 0 0,0-1 0,0 0 0,0 0 0,0 0 0,0 0 0,-1-1 0,1-1 0,0 1 0,-1-1 0,1 0 0,0-1 0,0 0 0,-1 0 0,1 0 0,0-1 0,0 0 0,-10-5 0,5 2 0,1-1 0,0 1 0,1-2 0,-1 0 0,1 0 0,1-1 0,-1 0 0,1 0 0,1-1 0,0 0 0,-12-17 0,17 19-118,0 0 0,0-1-1,1 1 1,-1-1 0,2 0 0,-1 0-1,1 0 1,0 0 0,1 0 0,1-14-1,-1 21 55,0-20-6762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2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 24575,'103'-2'0,"112"5"0,-212-3 0,-1 0 0,1 1 0,-1-1 0,1 1 0,-1 0 0,1 0 0,-1 0 0,0 0 0,1 0 0,-1 1 0,0-1 0,0 1 0,0-1 0,0 1 0,0 0 0,-1 0 0,1 0 0,0 0 0,-1 0 0,1 0 0,-1 0 0,0 0 0,0 1 0,0-1 0,0 1 0,0-1 0,0 0 0,-1 1 0,1-1 0,-1 1 0,0 0 0,0 4 0,1 0 0,-1-1 0,-1 1 0,1-1 0,-1 1 0,0-1 0,-1 1 0,1-1 0,-1 1 0,-1-1 0,1 0 0,-1 0 0,-4 6 0,-9 13 0,8-11 0,-2 0 0,1 0 0,-2-1 0,1 0 0,-2-1 0,0 0 0,0-1 0,-18 13 0,-19 14 0,44-33 0,0 0 0,0-1 0,-1 1 0,1-1 0,-1 0 0,0 0 0,0-1 0,-1 0 0,1 0 0,-1 0 0,1-1 0,-1 0 0,0 0 0,-7 0 0,-18-1 0,24-2 0,24 0 0,-8 2 0,1-1 0,0 2 0,0-1 0,0 1 0,-1 1 0,1-1 0,-1 2 0,0-1 0,0 1 0,0 0 0,0 1 0,-1-1 0,0 2 0,7 5 0,2 2 0,-1 1 0,-1 1 0,-1 0 0,0 0 0,13 21 0,-23-31 0,-1-1 0,1 1 0,-1 0 0,0 0 0,0 0 0,0 0 0,-1 0 0,0 1 0,0-1 0,0 0 0,-1 1 0,0-1 0,0 1 0,0-1 0,0 0 0,-1 1 0,0-1 0,0 0 0,-1 1 0,1-1 0,-1 0 0,0 0 0,-1 0 0,1-1 0,-1 1 0,0 0 0,-6 7 0,-4 3 0,0 0 0,-1-1 0,-1-1 0,0 0 0,-1-1 0,-21 13 0,27-19 0,-2 2 0,-1 0 0,1-1 0,-22 9 0,32-15 0,-1 0 0,1 0 0,-1-1 0,0 1 0,1 0 0,-1-1 0,0 1 0,0-1 0,1 0 0,-1 0 0,0 0 0,0-1 0,1 1 0,-1 0 0,0-1 0,1 0 0,-1 0 0,0 0 0,1 0 0,-1 0 0,1 0 0,0-1 0,-1 1 0,1-1 0,-3-2 0,3 1 7,0 0-1,0 0 1,0-1-1,0 1 1,0-1 0,1 1-1,0-1 1,0 0-1,0 0 1,0 1-1,0-1 1,1 0 0,0 0-1,0-8 1,0 9-71,0 0 0,1 0 1,-1 0-1,-1 0 0,1 0 1,0 0-1,-1 0 1,0 0-1,1 0 0,-1 0 1,-1 0-1,1 0 0,0 0 1,0 1-1,-1-1 0,0 0 1,0 1-1,1 0 1,-1-1-1,-1 1 0,1 0 1,-3-3-1,-9-2-6762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2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24575,'-2'39'0,"-2"-1"0,-1 0 0,-3-1 0,-15 50 0,2-7 0,16-55 0,2 1 0,1-1 0,0 27 0,2-22 0,-7 47 0,-23 64-1365,25-124-5461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3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24575,'7'-1'0,"0"0"0,0-1 0,0 0 0,0-1 0,0 1 0,0-2 0,-1 1 0,0 0 0,1-1 0,-1 0 0,6-6 0,24-12 0,-32 19 0,2 0 0,1 0 0,-1 0 0,1 0 0,12-3 0,-18 6 0,-1 0 0,1-1 0,0 1 0,-1 0 0,1 0 0,-1 0 0,1 0 0,-1 0 0,1 0 0,-1 0 0,1 0 0,-1 1 0,1-1 0,0 0 0,-1 0 0,1 0 0,-1 1 0,1-1 0,-1 0 0,0 0 0,1 1 0,-1-1 0,1 0 0,-1 1 0,1-1 0,-1 1 0,1 0 0,-1 0 0,0 1 0,1-1 0,-1 1 0,0 0 0,0-1 0,0 1 0,0-1 0,0 1 0,-1-1 0,1 1 0,0-1 0,-1 1 0,1-1 0,-1 1 0,-1 1 0,-9 31 0,2-1 0,-7 45 0,10-48 0,-11 44 0,9-44 0,2-1 0,0 1 0,-1 53 0,7-59 0,1-7 0,-2 1 0,-3 28 0,3-40 0,0 0 0,-1 0 0,0-1 0,0 1 0,0 0 0,-1-1 0,0 0 0,0 1 0,0-1 0,-1 0 0,-6 7 0,6-9-151,1 1-1,0 0 0,0 0 0,0 0 1,1 0-1,0 1 0,-1-1 1,-1 9-1,-1 3-6674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4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24575,'4'0'0,"6"0"0,5 0 0,4 0 0,3 0 0,2 0 0,1 0 0,1 0 0,0 0 0,-1 0 0,0 0 0,0 0 0,-1 0 0,1 0 0,-1 0 0,1 0 0,-1 0 0,-4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4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24575,'-1'16'0,"-1"1"0,-1-1 0,0 0 0,-1 0 0,-8 19 0,6-17 0,1-1 0,0 1 0,-3 35 0,-4 53 0,-1 23 0,16 7 0,-6 78 0,2-208-105,0-1 0,0 1 0,-1-1 0,0 1 0,0-1 0,-1 0 0,1 0 0,-1 0 0,0 0 0,0-1 0,-1 1 0,-7 7 0,-2 0-6721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5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24575,'53'0'0,"95"3"0,-132-1 0,-1 0 0,1 1 0,-1 1 0,0 1 0,0 0 0,0 0 0,17 10 0,59 31 0,21 11 0,-109-55 0,1 0 0,-1 1 0,0-1 0,0 1 0,0-1 0,0 1 0,0 0 0,0 0 0,-1 0 0,0 1 0,1-1 0,-1 1 0,0-1 0,-1 1 0,1 0 0,-1-1 0,2 7 0,-2-4 0,-1-1 0,1 1 0,-1 0 0,0-1 0,-1 1 0,0 0 0,0-1 0,0 1 0,0-1 0,-1 1 0,-2 6 0,-3 2 0,0-1 0,-1 1 0,0-1 0,-1-1 0,0 0 0,-1 0 0,-1-1 0,-14 13 0,0-4 0,0-1 0,-1-1 0,-1-2 0,-1 0 0,-35 13 0,43-23 0,-2-2 0,1 0 0,0-2 0,-1 0 0,1-1 0,-1-1 0,-38-6 0,55 5 0,1 0 0,0 0 0,-1 0 0,1-1 0,0 1 0,0-1 0,-6-4 0,9 6 0,0-1 0,1 1 0,-1-1 0,0 1 0,1-1 0,-1 1 0,1-1 0,-1 1 0,1-1 0,-1 1 0,1-1 0,0 0 0,-1 1 0,1-1 0,0 0 0,-1 1 0,1-1 0,0 0 0,0 1 0,-1-2 0,2 1 0,-1 0 0,0 0 0,1 0 0,-1 1 0,1-1 0,-1 0 0,1 0 0,-1 1 0,1-1 0,0 1 0,-1-1 0,1 0 0,0 1 0,-1-1 0,1 1 0,0-1 0,0 1 0,-1 0 0,1-1 0,0 1 0,0 0 0,1-1 0,2 0 0,-1 0 0,1 0 0,0 0 0,0 0 0,-1 1 0,1 0 0,0 0 0,0 0 0,-1 0 0,1 0 0,0 1 0,0-1 0,-1 1 0,1 0 0,0 0 0,-1 1 0,1-1 0,-1 1 0,1 0 0,-1 0 0,0 0 0,0 0 0,0 0 0,0 1 0,0-1 0,-1 1 0,1 0 0,2 4 0,1 0 0,-1 0 0,0 0 0,-1 1 0,1 0 0,-2 0 0,1 0 0,-1 0 0,0 1 0,-1-1 0,0 1 0,1 10 0,-1-10 0,-1 1 0,-1-1 0,0 0 0,0 1 0,0-1 0,-2 1 0,1-1 0,-1 0 0,0 0 0,-1 0 0,0 0 0,0 0 0,-1 0 0,0-1 0,-1 0 0,0 0 0,-10 13 0,11-17 0,-1-1 0,1 0 0,-1 0 0,1-1 0,-1 1 0,0-1 0,0 0 0,0 0 0,0-1 0,0 1 0,0-1 0,-1 0 0,1-1 0,0 1 0,-1-1 0,-6 0 0,-3-1 0,-1 0 0,1-1 0,0-1 0,-22-6 0,26 4 0,0 0 0,0-1 0,0-1 0,1 1 0,0-2 0,0 1 0,1-2 0,0 1 0,-12-16 0,-6-4 0,22 24-136,1 0-1,1-1 1,-1 1-1,1-1 1,-1 0-1,1 0 1,1 0-1,-1 0 0,-2-7 1,0-6-6690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4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24575,'12'1'0,"1"1"0,-1 0 0,0 1 0,0 1 0,0 0 0,0 0 0,0 1 0,-1 1 0,18 11 0,16 18 0,-1 1 0,-39-33 0,5 3 0,0 0 0,-1 0 0,0 1 0,16 15 0,-22-18 0,0 0 0,0 0 0,-1 0 0,0 0 0,1 1 0,-1-1 0,-1 1 0,1 0 0,-1-1 0,1 1 0,-2 0 0,1 0 0,0 0 0,-1 7 0,0-3 0,-1 1 0,1-1 0,-2 0 0,0 0 0,0 1 0,0-1 0,-1 0 0,-1-1 0,1 1 0,-1-1 0,-1 1 0,0-1 0,0 0 0,0-1 0,-1 1 0,0-1 0,-1 0 0,-8 7 0,3-4 0,1-1 0,-1-1 0,-1 0 0,0 0 0,0-1 0,0-1 0,-1 0 0,0-1 0,0-1 0,-28 6 0,38-9 0,-1-1 0,-1 1 0,1 0 0,0 0 0,0 1 0,0-1 0,-10 6 0,15-7 0,0 0 0,0 0 0,0 0 0,0 1 0,0-1 0,0 0 0,0 0 0,0 0 0,0 0 0,0 1 0,0-1 0,0 0 0,0 0 0,0 0 0,1 0 0,-1 1 0,0-1 0,0 0 0,0 0 0,0 0 0,0 0 0,0 0 0,0 0 0,0 1 0,1-1 0,-1 0 0,0 0 0,0 0 0,0 0 0,0 0 0,0 0 0,1 0 0,-1 0 0,0 0 0,0 1 0,0-1 0,0 0 0,1 0 0,-1 0 0,0 0 0,0 0 0,0 0 0,0 0 0,1 0 0,-1 0 0,0 0 0,0 0 0,0-1 0,0 1 0,1 0 0,-1 0 0,0 0 0,15 3 0,-13-3 0,76 21 0,-56-14 0,36 7 0,-50-13 0,-1 0 0,0 0 0,0 1 0,1 0 0,-1 1 0,-1-1 0,10 5 0,-14-5 0,0 0 0,1 0 0,-1 0 0,0 0 0,0 0 0,0 1 0,0-1 0,-1 1 0,1-1 0,-1 1 0,1 0 0,-1-1 0,0 1 0,0 0 0,0 0 0,0 0 0,-1 0 0,1 0 0,-1-1 0,0 7 0,1 10 0,0-1 0,-4 30 0,3-43 0,-1 1 0,0-1 0,0 0 0,-1 0 0,1 0 0,-1 0 0,0 0 0,-1 0 0,1-1 0,-1 1 0,0-1 0,0 1 0,-6 6 0,-5 3 0,-24 32 0,29-34 0,0 1 0,-2-2 0,1 1 0,-19 14 0,11-12 0,-1-1 0,-23 12 0,34-21 0,-1 0 0,0-1 0,0 0 0,0-1 0,0 1 0,-1-2 0,-17 2 0,18-3 0,0 1 0,0-1 0,0-1 0,0 0 0,-17-4 0,22 4 0,0-1 0,0 0 0,0 0 0,0 0 0,1 0 0,-1 0 0,1-1 0,-1 0 0,1 0 0,0 0 0,0 0 0,0 0 0,0 0 0,-2-5 0,-4-5-97,-20-35-1171,24 33-5558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5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24575,'0'24'0,"-1"-1"0,-2 1 0,0-1 0,-2 0 0,0 0 0,-2-1 0,0 1 0,-14 26 0,16-33 0,0 0 0,1 1 0,0-1 0,2 1 0,0 0 0,0 0 0,2 0 0,3 34 0,-3 45 0,-2-83 0,0-1 0,-1 0 0,-1 0 0,-9 23 0,8-24 0,1 0 0,0 1 0,0-1 0,2 1 0,-3 18 0,4 92-1365,2-101-5461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7:5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27 24575,'37'-1'0,"52"-10"0,25-1 0,-95 11 0,-7 0 0,1 1 0,0 0 0,0 1 0,16 3 0,-26-4 0,-1 1 0,1-1 0,0 1 0,-1 0 0,1 0 0,-1 0 0,1 1 0,-1-1 0,0 1 0,1-1 0,-1 1 0,0 0 0,0 0 0,0-1 0,0 2 0,-1-1 0,1 0 0,0 0 0,-1 0 0,1 1 0,-1-1 0,0 1 0,0-1 0,0 1 0,1 4 0,0 5 0,0 1 0,0 0 0,-1-1 0,-1 1 0,0 0 0,-1-1 0,-3 15 0,2-18 0,0-1 0,0 0 0,0 0 0,-1-1 0,-1 1 0,1-1 0,-1 1 0,-1-1 0,1 0 0,-1 0 0,-11 11 0,-109 97 0,93-86 0,-27 21 0,48-43 0,1 1 0,-1-1 0,0 0 0,0-1 0,-16 6 0,18-8 0,0 0 0,0 1 0,1 0 0,0 1 0,0-1 0,0 1 0,1 1 0,-11 11 0,18-18 0,0 1 0,-1-1 0,1 0 0,0 0 0,0 0 0,0 0 0,0 0 0,0 0 0,0 0 0,0 0 0,0 1 0,0-1 0,-1 0 0,1 0 0,0 0 0,0 0 0,0 0 0,0 0 0,0 1 0,0-1 0,0 0 0,0 0 0,0 0 0,0 0 0,0 0 0,0 0 0,0 1 0,0-1 0,0 0 0,0 0 0,0 0 0,0 0 0,0 0 0,0 1 0,1-1 0,-1 0 0,0 0 0,0 0 0,0 0 0,0 0 0,0 0 0,0 0 0,0 1 0,0-1 0,0 0 0,1 0 0,-1 0 0,0 0 0,0 0 0,0 0 0,0 0 0,0 0 0,0 0 0,1 0 0,-1 0 0,0 0 0,0 0 0,0 0 0,0 0 0,0 0 0,1 0 0,-1 0 0,0 0 0,0 0 0,0 0 0,0 0 0,0 0 0,1 0 0,17-2 0,22-10 0,-8 3 0,64-10 0,-65 15 0,1-2 0,43-15 0,-41 11 0,0 1 0,1 3 0,0 0 0,40 0 0,-37 2 0,-17 1-1365,-6-2-5461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0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24575,'-9'32'0,"2"-11"0,-3 21 0,-5 11 0,3 2 0,3 0 0,-5 79 0,3 23 0,-1 2 0,12-144-341,-2 0 0,1 0-1,-5 15 1,1-9-6485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1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24575,'5'-4'0,"1"-1"0,0 1 0,0-1 0,1 2 0,-1-1 0,1 1 0,0 0 0,0 0 0,0 1 0,0 0 0,0 0 0,8-1 0,-4 1 0,1-1 0,-1 0 0,0-1 0,11-5 0,-10 3 0,0 1 0,0 0 0,0 1 0,1 0 0,0 1 0,-1 1 0,1 0 0,22-1 0,-26 3 0,-1 1 0,1-1 0,-1 1 0,1 1 0,-1 0 0,0 0 0,0 0 0,1 1 0,-2 0 0,1 1 0,0 0 0,-1 0 0,0 1 0,9 6 0,1 2 0,-11-9 0,-2-1 0,1 1 0,0 0 0,-1 0 0,1 1 0,3 5 0,-7-9 0,0 1 0,0-1 0,-1 1 0,1 0 0,0-1 0,-1 1 0,1 0 0,-1-1 0,0 1 0,0 0 0,1 0 0,-1-1 0,0 1 0,-1 0 0,1 0 0,0 0 0,0-1 0,-1 1 0,1 0 0,-1-1 0,1 1 0,-1 0 0,0-1 0,0 1 0,0-1 0,-1 3 0,-2 1 0,0 1 0,0-1 0,0 0 0,-1 0 0,0-1 0,0 1 0,-1-1 0,-10 7 0,-53 22 0,23-11 0,-57 31 0,96-49 0,-14 8 0,19-7 0,12-2 0,21-2 0,34-3 0,-35 1 0,57 3 0,-78-1 0,-1 0 0,0 1 0,1 0 0,-1 0 0,0 1 0,0 0 0,0 0 0,0 1 0,-1 0 0,1 1 0,7 5 0,-12-7 0,0-1 0,0 1 0,-1 0 0,1-1 0,-1 1 0,1 0 0,-1 1 0,0-1 0,0 0 0,0 1 0,-1-1 0,1 1 0,-1-1 0,0 1 0,0 0 0,0 0 0,0-1 0,-1 1 0,0 0 0,1 0 0,-1 0 0,-1 0 0,1 0 0,0-1 0,-1 1 0,0 0 0,0 0 0,0-1 0,-1 1 0,-2 5 0,0 0 0,-1-1 0,0 1 0,-1-1 0,0-1 0,0 1 0,-1-1 0,1 0 0,-2-1 0,1 1 0,-1-1 0,-9 5 0,-2 0 0,7-4 0,0 0 0,0 1 0,1 0 0,-1 1 0,-15 17 0,22-22 0,1 1 0,-1-1 0,0 0 0,0-1 0,0 1 0,-1-1 0,1 0 0,-1 0 0,0 0 0,1-1 0,-1 0 0,0 0 0,-1-1 0,1 0 0,-8 1 0,-11 0 0,-1-1 0,-38-4 0,11 0 0,9-2-1365,28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06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24575,'15'0'0,"0"1"0,0 0 0,0 1 0,0 1 0,0 0 0,-1 1 0,1 0 0,-1 1 0,0 1 0,-1 0 0,19 12 0,-22-13 0,0 0 0,-1-1 0,13 4 0,-12-6 0,-1 2 0,-1-1 0,1 1 0,14 9 0,-18-10 0,0 1 0,0 0 0,0 0 0,-1 1 0,0-1 0,0 1 0,0 0 0,0 0 0,-1 1 0,1-1 0,-2 1 0,1-1 0,0 1 0,1 8 0,-3-10 0,0 0 0,0 0 0,-1 1 0,0-1 0,0 0 0,0 0 0,0 0 0,-1 0 0,1 0 0,-1 0 0,0 0 0,0 0 0,-1 0 0,1 0 0,-1 0 0,0 0 0,0-1 0,0 1 0,0-1 0,-1 1 0,1-1 0,-5 3 0,-5 5 0,0-1 0,-1-1 0,0 0 0,-20 10 0,11-7 0,14-8 0,1 0 0,-1-1 0,0 0 0,-1 0 0,1-1 0,0 0 0,-1-1 0,-9 1 0,-68-2 0,84-1 0,57 1 0,49 0 0,-101 0 0,0 0 0,0 1 0,0 0 0,0-1 0,0 1 0,0 0 0,0 1 0,-1-1 0,1 0 0,0 1 0,-1-1 0,1 1 0,-1 0 0,1 0 0,-1 0 0,3 4 0,-2-2 0,0 1 0,0-1 0,0 1 0,-1 0 0,1 0 0,-1 0 0,-1 0 0,3 9 0,-1 2 0,-1 0 0,-1 0 0,0 0 0,-1 0 0,-3 21 0,1-29 0,0-1 0,0 1 0,-1-1 0,0 0 0,0 0 0,-1 0 0,0 0 0,0-1 0,0 1 0,-1-1 0,0 0 0,0-1 0,-1 1 0,0-1 0,0 0 0,0 0 0,-7 4 0,1-2 0,1 0 0,-1 0 0,-1-1 0,1 0 0,-1-1 0,0-1 0,0 0 0,-26 4 0,31-8 0,0 1 0,0-1 0,1 0 0,-1-1 0,0 0 0,1 0 0,-1 0 0,0-1 0,1-1 0,0 1 0,-1-1 0,1 0 0,0-1 0,1 1 0,-1-1 0,1-1 0,-1 1 0,1-1 0,1-1 0,-1 1 0,1-1 0,0 1 0,0-2 0,-7-10 0,-68-125-1365,72 125-5461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0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24575,'0'15'0,"1"37"0,-3 1 0,-12 72 0,10-91 0,-2 39 0,4-42 0,0-2 0,-8 34 0,6-41-455,1 0 0,0 45 0,3-47-6371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1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72 129 24575,'-1'-20'0,"1"11"0,-1 1 0,2-1 0,-1 1 0,1-1 0,3-11 0,-4 18 0,1-1 0,0 1 0,0 0 0,0 0 0,1 0 0,-1 0 0,0 0 0,1 0 0,-1 0 0,1 0 0,0 0 0,-1 1 0,1-1 0,0 1 0,0-1 0,0 1 0,0 0 0,0 0 0,0 0 0,1 0 0,-1 0 0,0 0 0,5 0 0,13-2 0,-1 1 0,1 1 0,-1 1 0,1 0 0,0 2 0,-1 0 0,0 1 0,1 1 0,-1 1 0,32 13 0,-12-9 0,-34-8 0,1 0 0,0 0 0,-1 0 0,1 1 0,-1 0 0,0 0 0,1 0 0,-1 0 0,0 1 0,9 7 0,-13-10 0,0 1 0,-1 0 0,1 0 0,-1 0 0,1 0 0,0 0 0,-1 0 0,0 0 0,1 0 0,-1 0 0,0 0 0,1 0 0,-1 0 0,0 0 0,0 0 0,0 0 0,0 1 0,0-1 0,0 0 0,0 0 0,0 0 0,0 0 0,-1 0 0,1 0 0,0 0 0,-1 0 0,1 0 0,-1 0 0,1 0 0,-1 0 0,0 0 0,1 0 0,-1 0 0,0 0 0,0-1 0,1 1 0,-2 1 0,-5 4 0,0 0 0,0-1 0,-14 9 0,5-4 0,-29 27 0,-42 46 0,65-61 0,-59 53 0,81-75 0,0 0 0,0 1 0,0-1 0,-1 0 0,1 0 0,0 0 0,0 0 0,0 0 0,0 0 0,0 0 0,0 0 0,0 0 0,0 0 0,0 0 0,-1 1 0,1-1 0,0 0 0,0 0 0,0 0 0,0 0 0,0 0 0,0 0 0,0 0 0,0 1 0,0-1 0,0 0 0,0 0 0,0 0 0,0 0 0,0 0 0,0 0 0,0 1 0,0-1 0,0 0 0,0 0 0,0 0 0,0 0 0,0 0 0,0 0 0,0 1 0,0-1 0,0 0 0,1 0 0,-1 0 0,0 0 0,0 0 0,0 0 0,0 0 0,0 0 0,0 1 0,0-1 0,1 0 0,9 2 0,15-1 0,-24-1 0,92-4 0,-9 1 0,87 7 0,-168-4 0,0 1 0,-1-1 0,1 1 0,0 0 0,-1 0 0,1 0 0,-1 0 0,0 1 0,1-1 0,-1 0 0,0 1 0,0 0 0,0-1 0,0 1 0,0 0 0,0 0 0,0 0 0,-1 0 0,1 1 0,-1-1 0,1 0 0,-1 1 0,0-1 0,0 1 0,0-1 0,0 1 0,-1 0 0,1-1 0,-1 1 0,1 0 0,-1-1 0,0 1 0,0 0 0,-1 4 0,1-2 0,0 0 0,-1 1 0,1-1 0,-1 0 0,0 1 0,-1-1 0,1 0 0,-1 0 0,0 0 0,-1 0 0,1-1 0,-1 1 0,0 0 0,0-1 0,0 0 0,-8 8 0,-51 31 0,-16 12 0,66-46 8,0 0 0,-1-1 0,0 0 0,0-1-1,-1 0 1,0-1 0,-1-1 0,1 0 0,-1-1 0,-25 3-1,-8-1-242,1-4-1,-52-2 0,52-1-508,26 1-6082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3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783 3138 24575,'-12'-1'0,"0"0"0,0-1 0,0 0 0,0-1 0,0 0 0,1-1 0,-1-1 0,1 1 0,0-2 0,0 0 0,-12-9 0,9 7 0,-34-18 0,17 9 0,-39-27 0,54 30 0,1-1 0,1 0 0,0-1 0,2 0 0,-13-20 0,-5-7 0,10 17 0,2 0 0,1 0 0,1-2 0,2 0 0,0-1 0,2 0 0,1-1 0,2 0 0,-6-32 0,-18-87 0,21 103 0,2 0 0,1 0 0,-2-79 0,9 107 0,0 0 0,-1 0 0,-1 0 0,0 1 0,-2-1 0,-8-18 0,5 9 0,-9-34 0,-7-32 0,16 66 0,2-1 0,1 1 0,1-1 0,-3-50 0,10-339 0,-1 393 0,2 0 0,5-28 0,-3 26 0,3-42 0,-8 50 0,0 0 0,2 0 0,0 0 0,1 0 0,0 0 0,11-30 0,90-176 0,-71 150 0,-26 54 0,1 2 0,1-1 0,1 1 0,0 1 0,1 0 0,1 0 0,27-29 0,174-132 0,-181 152 0,-22 17 0,0 0 0,1 1 0,0 0 0,0 1 0,24-11 0,-27 15 0,6-2 0,0 0 0,-1-1 0,0-1 0,0 0 0,-1 0 0,0-1 0,17-15 0,-13 9-1365,-1 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4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24575,'111'3'0,"121"-6"0,-219 1 0,1-1 0,-1-1 0,0 0 0,0 0 0,0-1 0,22-13 0,6-1 0,-29 14 0,0 2 0,0 0 0,0 0 0,0 1 0,0 1 0,1 0 0,-1 1 0,0 0 0,15 2 0,-9 4 0,-18-6 0,0 0 0,0 0 0,0 1 0,0-1 0,0 0 0,0 0 0,0 1 0,1-1 0,-1 0 0,0 0 0,0 0 0,0 1 0,0-1 0,0 0 0,0 0 0,0 1 0,0-1 0,0 0 0,-1 0 0,1 1 0,0-1 0,0 0 0,0 0 0,0 1 0,0-1 0,0 0 0,0 0 0,-1 0 0,1 1 0,0-1 0,0 0 0,0 0 0,0 0 0,-1 0 0,1 1 0,0-1 0,-32 18 0,18-11 0,-16 15 0,1 0 0,1 2 0,-45 49 0,72-73 0,-13 17 0,1 2 0,0-1 0,1 2 0,-11 25 0,-39 92 0,40-85 0,-52 110-1365,67-145-5461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4T02:38:54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DDF2C-2DC0-4871-9BA3-4BC326586A45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8B572-2C0B-4946-A011-2EE39364B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62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48ACA-C96D-4DCA-AD29-24FCE05243C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09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F65E-19F4-B2EC-D1EF-69944D073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F7693-7E00-E883-4F07-ADD7F5105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EF3B8-B184-02DA-0299-1A139090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80D07-1FD3-E0F6-A6C7-D5F2D2EE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2D634-B627-E8B8-FCD4-99DE4439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43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825-DA45-24F7-FB4F-97102504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32C51-691A-AA1F-10A0-852B9EAFD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509D8-7E8F-C4ED-9D8F-BAB83978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6079E-9ADA-8C60-4DE1-739616E5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35F7A-C598-7BAA-28A1-B3932481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78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1561-9C66-D0F4-5447-D600086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32EEB-5299-2ACA-2D46-CA380FF7D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B0878-017D-3394-865D-1E65D49F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8D2D0-1CC9-6C1F-A869-E76068B3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53B6-581A-C075-2473-60D4BE87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1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34F0-C1C8-FEFB-5F59-6F7935AE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C21AF-5B92-874E-9526-B1E4F467F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47832-CC39-DBCA-275A-2AC77AFD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31B88-B232-FC33-0E44-30B39066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21400-E482-FF9E-4ABD-3A4B13A0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0C065-E744-2D43-60F2-C8B9AFBE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4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E3DA-67A3-BB35-2FE9-C8001400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F3BE6-CEDF-C2C2-FB4D-7652671D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63784-F629-D2DB-3D16-A50E7E536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D20AA-5E97-C686-75FC-AA71481F7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6585B-8286-1478-DC66-031B3A452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E2977-6D81-992E-A69F-C51954B6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E2548-1529-BD1B-F662-FD6F6FE0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E7C1F-E205-BB35-2914-7ED74A96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95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48C8-C9A6-5B4F-4EA3-218C2E42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84B76-FFB6-A5BA-BFCD-B65B18E4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CB5CA-F066-1E3E-1312-DFB5E5B3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84136-B865-2486-CC8A-B4D1501A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2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21545-530F-215E-4FB0-519C752B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D3233-C192-E346-C390-1F8279DD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90E18-4D5E-67EC-E840-9E728F44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2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8814-BD63-BF44-D689-E202387A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DBFA-EDCE-E82F-365D-BFE051DA4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8DDE4-EB83-0583-77BC-9B0E48485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BAB3E-0259-F736-533E-C58F4348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FE2C1-3C36-8A94-280F-42D67F18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48166-7E35-E18C-845F-2294BB1D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28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A9D5-E1EA-8C11-0F5B-38B5ADC4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48CBF-7A03-4D50-E2D6-EF64114FF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2BD13-1335-33C8-027D-19F48E3CB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4EF6B-2C05-F071-6FBC-60D56109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AD22E-06EC-2265-2E47-BEBC65CE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5236-93BC-C4DF-5AC8-59BFF753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3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7A67-385B-E945-CAC6-55A121BD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218B8-4E42-0428-02E2-AE959EB00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BABD-6395-DCCC-3C46-CB5D3D62D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11ADC-9834-05CE-DE02-EBCD36A8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B0E7-70ED-5CE3-0CD7-12B8761E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8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5C573-F3A0-9B46-0F8D-03BE69CE4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EF231-AAAD-96F2-776D-434681F06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1784-CE18-191F-5329-D54A880B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FEC5D-8F5A-9E55-D907-C4417618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4178-2061-F1BD-5DA4-D8E17D71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5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A25AC-805F-9443-DD68-9197D93EA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5B71D-6920-AACB-7731-BF4C82061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4C2B3-025E-A853-4888-84662B293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19938-1CA1-4474-AF7E-6CD5CDE4A3A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3EC57-7E83-424B-C380-BA8AE903E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4ED70-1031-61AB-346C-052C13D99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98B01-8EDF-43A9-8090-E8BBFE8D1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4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8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31.png"/><Relationship Id="rId50" Type="http://schemas.openxmlformats.org/officeDocument/2006/relationships/customXml" Target="../ink/ink25.xml"/><Relationship Id="rId55" Type="http://schemas.openxmlformats.org/officeDocument/2006/relationships/image" Target="../media/image35.png"/><Relationship Id="rId63" Type="http://schemas.openxmlformats.org/officeDocument/2006/relationships/image" Target="../media/image39.png"/><Relationship Id="rId7" Type="http://schemas.openxmlformats.org/officeDocument/2006/relationships/image" Target="../media/image11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22.png"/><Relationship Id="rId11" Type="http://schemas.openxmlformats.org/officeDocument/2006/relationships/image" Target="../media/image13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6.png"/><Relationship Id="rId40" Type="http://schemas.openxmlformats.org/officeDocument/2006/relationships/customXml" Target="../ink/ink20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8" Type="http://schemas.openxmlformats.org/officeDocument/2006/relationships/customXml" Target="../ink/ink29.xml"/><Relationship Id="rId5" Type="http://schemas.openxmlformats.org/officeDocument/2006/relationships/image" Target="../media/image10.png"/><Relationship Id="rId61" Type="http://schemas.openxmlformats.org/officeDocument/2006/relationships/image" Target="../media/image38.png"/><Relationship Id="rId19" Type="http://schemas.openxmlformats.org/officeDocument/2006/relationships/image" Target="../media/image1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1.png"/><Relationship Id="rId30" Type="http://schemas.openxmlformats.org/officeDocument/2006/relationships/customXml" Target="../ink/ink15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33.png"/><Relationship Id="rId3" Type="http://schemas.openxmlformats.org/officeDocument/2006/relationships/image" Target="../media/image9.png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7.png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9.xml"/><Relationship Id="rId3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8EEC54-B34C-0398-7014-C6395A8B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9" y="91440"/>
            <a:ext cx="9479739" cy="6633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AABB8-6D95-6AA6-8183-E4D41BE42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223" y="5171808"/>
            <a:ext cx="2252749" cy="155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4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916053-7C39-50E1-3C5A-3FC73ECC5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96" y="0"/>
            <a:ext cx="11855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5917F3-08DF-7D5C-681C-6D92E5159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46" y="224444"/>
            <a:ext cx="10702108" cy="65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9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7C149-4BB6-3128-194E-3D714EC7F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62" y="0"/>
            <a:ext cx="10157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2C465-5AA7-B9AE-1790-569B1946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5" y="357874"/>
            <a:ext cx="11651990" cy="61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4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EBB08-7F1E-CB0E-E38B-C9BE220D5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67" y="0"/>
            <a:ext cx="10276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98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8951A-89A7-A3A0-C082-A9329CD6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02" y="0"/>
            <a:ext cx="11379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18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US" sz="4600" dirty="0"/>
              <a:t>Basic blocks and flow graphs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1981200" y="764704"/>
            <a:ext cx="8229600" cy="59766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basic block is a collection of statements which are always executed in a sequential manner</a:t>
            </a:r>
          </a:p>
          <a:p>
            <a:pPr marL="0" indent="0">
              <a:buNone/>
            </a:pPr>
            <a:r>
              <a:rPr lang="en-US" dirty="0"/>
              <a:t>Properties of basic blocks:</a:t>
            </a:r>
          </a:p>
          <a:p>
            <a:r>
              <a:rPr lang="en-US" dirty="0"/>
              <a:t>Partition the intermediate code into basic blocks</a:t>
            </a:r>
          </a:p>
          <a:p>
            <a:pPr lvl="1"/>
            <a:r>
              <a:rPr lang="en-US" dirty="0"/>
              <a:t>The flow of control can only enter the basic block through the first instruction in the block. That is, there are no jumps into the middle of the block.</a:t>
            </a:r>
          </a:p>
          <a:p>
            <a:pPr lvl="1"/>
            <a:r>
              <a:rPr lang="en-US" dirty="0"/>
              <a:t>Control will leave the block without halting or branching, except possibly at the last instruction in the block.</a:t>
            </a:r>
          </a:p>
          <a:p>
            <a:pPr lvl="1"/>
            <a:r>
              <a:rPr lang="en-US" dirty="0"/>
              <a:t>It should not contain conditional statements as well as unconditional statements in the middle of the  block. It can be first or last statement of the block</a:t>
            </a:r>
          </a:p>
          <a:p>
            <a:r>
              <a:rPr lang="en-US" dirty="0"/>
              <a:t>The basic blocks become the nodes of a flow graph</a:t>
            </a:r>
          </a:p>
        </p:txBody>
      </p:sp>
    </p:spTree>
    <p:extLst>
      <p:ext uri="{BB962C8B-B14F-4D97-AF65-F5344CB8AC3E}">
        <p14:creationId xmlns:p14="http://schemas.microsoft.com/office/powerpoint/2010/main" val="48833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F30F9-CC38-2DB0-B5D3-D2A62A846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47528" y="764705"/>
            <a:ext cx="7848872" cy="559022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Example: x = </a:t>
            </a:r>
            <a:r>
              <a:rPr lang="en-IN" dirty="0" err="1"/>
              <a:t>a+b+c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Convert it into three address code</a:t>
            </a:r>
          </a:p>
          <a:p>
            <a:pPr marL="0" indent="0">
              <a:buNone/>
            </a:pPr>
            <a:r>
              <a:rPr lang="en-IN" dirty="0"/>
              <a:t> 		t1 = </a:t>
            </a:r>
            <a:r>
              <a:rPr lang="en-IN" dirty="0" err="1"/>
              <a:t>a+b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		t2 = t1+c</a:t>
            </a:r>
          </a:p>
          <a:p>
            <a:pPr marL="0" indent="0">
              <a:buNone/>
            </a:pPr>
            <a:r>
              <a:rPr lang="en-IN" dirty="0"/>
              <a:t> 		x = t2</a:t>
            </a:r>
          </a:p>
          <a:p>
            <a:pPr marL="0" indent="0">
              <a:buNone/>
            </a:pPr>
            <a:r>
              <a:rPr lang="en-IN" dirty="0"/>
              <a:t> This is the basic block</a:t>
            </a:r>
          </a:p>
        </p:txBody>
      </p:sp>
    </p:spTree>
    <p:extLst>
      <p:ext uri="{BB962C8B-B14F-4D97-AF65-F5344CB8AC3E}">
        <p14:creationId xmlns:p14="http://schemas.microsoft.com/office/powerpoint/2010/main" val="93799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1785359" y="108932"/>
            <a:ext cx="8229600" cy="565375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200" dirty="0"/>
              <a:t>Algorithm for partitioning a 3AC into Basic Blocks</a:t>
            </a:r>
            <a:br>
              <a:rPr lang="en-US" sz="3600" dirty="0"/>
            </a:br>
            <a:r>
              <a:rPr lang="en-US" sz="2800" dirty="0"/>
              <a:t>Rule1: Determining (finding) the leaders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xfrm>
            <a:off x="1785359" y="1577654"/>
            <a:ext cx="8229600" cy="305881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first three-address instruction in the intermediate code is a leader.</a:t>
            </a:r>
          </a:p>
          <a:p>
            <a:pPr>
              <a:lnSpc>
                <a:spcPct val="120000"/>
              </a:lnSpc>
            </a:pPr>
            <a:r>
              <a:rPr lang="en-US" dirty="0"/>
              <a:t>Any instruction that is the target of a conditional or unconditional jump is a leader.</a:t>
            </a:r>
          </a:p>
          <a:p>
            <a:pPr>
              <a:lnSpc>
                <a:spcPct val="120000"/>
              </a:lnSpc>
            </a:pPr>
            <a:r>
              <a:rPr lang="en-US" dirty="0"/>
              <a:t>Any instruction that immediately follows a conditional or unconditional jump is a leader.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A34BFF6-19EF-AD95-4758-CC2F1AE92FCB}"/>
              </a:ext>
            </a:extLst>
          </p:cNvPr>
          <p:cNvSpPr txBox="1">
            <a:spLocks/>
          </p:cNvSpPr>
          <p:nvPr/>
        </p:nvSpPr>
        <p:spPr bwMode="auto">
          <a:xfrm>
            <a:off x="1847528" y="4525468"/>
            <a:ext cx="8229600" cy="5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800" dirty="0"/>
              <a:t>Rule2: Determining the Basic Blocks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6D6D726-DFDC-0F09-9C02-5C54CD901AB8}"/>
              </a:ext>
            </a:extLst>
          </p:cNvPr>
          <p:cNvSpPr txBox="1">
            <a:spLocks/>
          </p:cNvSpPr>
          <p:nvPr/>
        </p:nvSpPr>
        <p:spPr bwMode="auto">
          <a:xfrm>
            <a:off x="1847528" y="4979842"/>
            <a:ext cx="8229600" cy="113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/>
              <a:t>Beginning at the leader statement and ends before the next leader</a:t>
            </a:r>
          </a:p>
        </p:txBody>
      </p:sp>
    </p:spTree>
    <p:extLst>
      <p:ext uri="{BB962C8B-B14F-4D97-AF65-F5344CB8AC3E}">
        <p14:creationId xmlns:p14="http://schemas.microsoft.com/office/powerpoint/2010/main" val="419649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F30F9-CC38-2DB0-B5D3-D2A62A846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47528" y="238238"/>
            <a:ext cx="8496224" cy="6116688"/>
          </a:xfrm>
        </p:spPr>
        <p:txBody>
          <a:bodyPr/>
          <a:lstStyle/>
          <a:p>
            <a:r>
              <a:rPr lang="en-IN" dirty="0">
                <a:solidFill>
                  <a:srgbClr val="0000FF"/>
                </a:solidFill>
              </a:rPr>
              <a:t>Flow graph </a:t>
            </a:r>
            <a:r>
              <a:rPr lang="en-IN" dirty="0"/>
              <a:t>is a directed graph in which the flow control information (directions from one node to another node) is added to Basic Blocks. Here nodes are BBs.</a:t>
            </a:r>
          </a:p>
          <a:p>
            <a:r>
              <a:rPr lang="en-IN" dirty="0"/>
              <a:t>Flow graph is a collection of nodes where we can have edges from one BB to another BB. Here the edge BB1 to BB2 means BB2 follow BB1.</a:t>
            </a:r>
          </a:p>
          <a:p>
            <a:r>
              <a:rPr lang="en-IN" dirty="0"/>
              <a:t>BB1 is the predecessor of BB2 and BB2 is the successor of BB1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D54F7C-AA6B-FFF7-D6B5-DB6485A9166C}"/>
                  </a:ext>
                </a:extLst>
              </p14:cNvPr>
              <p14:cNvContentPartPr/>
              <p14:nvPr/>
            </p14:nvContentPartPr>
            <p14:xfrm>
              <a:off x="4635895" y="3455363"/>
              <a:ext cx="9360" cy="394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D54F7C-AA6B-FFF7-D6B5-DB6485A916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7255" y="3446363"/>
                <a:ext cx="270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9C20DF-8DBF-BA48-7753-BEC7AF43D190}"/>
                  </a:ext>
                </a:extLst>
              </p14:cNvPr>
              <p14:cNvContentPartPr/>
              <p14:nvPr/>
            </p14:nvContentPartPr>
            <p14:xfrm>
              <a:off x="4056295" y="3903604"/>
              <a:ext cx="1477800" cy="694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9C20DF-8DBF-BA48-7753-BEC7AF43D1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7295" y="3894964"/>
                <a:ext cx="1495440" cy="7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B09FD27-7EC1-6BD9-034C-9B69D0FED5C0}"/>
                  </a:ext>
                </a:extLst>
              </p14:cNvPr>
              <p14:cNvContentPartPr/>
              <p14:nvPr/>
            </p14:nvContentPartPr>
            <p14:xfrm>
              <a:off x="4019575" y="3868643"/>
              <a:ext cx="1574640" cy="712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B09FD27-7EC1-6BD9-034C-9B69D0FED5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0575" y="3859643"/>
                <a:ext cx="159228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CBB5E3-949C-E52E-E5F2-F8F1E10A5F7F}"/>
                  </a:ext>
                </a:extLst>
              </p14:cNvPr>
              <p14:cNvContentPartPr/>
              <p14:nvPr/>
            </p14:nvContentPartPr>
            <p14:xfrm>
              <a:off x="4724095" y="4501523"/>
              <a:ext cx="26640" cy="421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CBB5E3-949C-E52E-E5F2-F8F1E10A5F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5095" y="4492883"/>
                <a:ext cx="4428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10CE639-1485-9870-5446-C7CEE18C1307}"/>
                  </a:ext>
                </a:extLst>
              </p14:cNvPr>
              <p14:cNvContentPartPr/>
              <p14:nvPr/>
            </p14:nvContentPartPr>
            <p14:xfrm>
              <a:off x="3959455" y="4949723"/>
              <a:ext cx="1522080" cy="514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10CE639-1485-9870-5446-C7CEE18C13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50455" y="4941083"/>
                <a:ext cx="153972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517AB74-E3E7-37AD-BC6E-A8346894584C}"/>
                  </a:ext>
                </a:extLst>
              </p14:cNvPr>
              <p14:cNvContentPartPr/>
              <p14:nvPr/>
            </p14:nvContentPartPr>
            <p14:xfrm>
              <a:off x="3976015" y="4967363"/>
              <a:ext cx="1470600" cy="502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517AB74-E3E7-37AD-BC6E-A834689458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67015" y="4958363"/>
                <a:ext cx="148824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40BE3D-A6F7-F951-7293-7059FBEC8CA7}"/>
                  </a:ext>
                </a:extLst>
              </p14:cNvPr>
              <p14:cNvContentPartPr/>
              <p14:nvPr/>
            </p14:nvContentPartPr>
            <p14:xfrm>
              <a:off x="4724095" y="5468843"/>
              <a:ext cx="45000" cy="605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40BE3D-A6F7-F951-7293-7059FBEC8C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15095" y="5459843"/>
                <a:ext cx="6264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4541B1-7C49-A5D9-90E5-7C61FFB1DFF2}"/>
                  </a:ext>
                </a:extLst>
              </p14:cNvPr>
              <p14:cNvContentPartPr/>
              <p14:nvPr/>
            </p14:nvContentPartPr>
            <p14:xfrm>
              <a:off x="3924175" y="6075083"/>
              <a:ext cx="1584000" cy="501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4541B1-7C49-A5D9-90E5-7C61FFB1DF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15175" y="6066443"/>
                <a:ext cx="160164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CB3293-17CB-96B2-CFCF-78A141512C94}"/>
                  </a:ext>
                </a:extLst>
              </p14:cNvPr>
              <p14:cNvContentPartPr/>
              <p14:nvPr/>
            </p14:nvContentPartPr>
            <p14:xfrm>
              <a:off x="3968095" y="6101723"/>
              <a:ext cx="5760" cy="518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CB3293-17CB-96B2-CFCF-78A141512C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59095" y="6093083"/>
                <a:ext cx="2340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8AABC17-902A-A56E-1219-7D609411D8B6}"/>
                  </a:ext>
                </a:extLst>
              </p14:cNvPr>
              <p14:cNvContentPartPr/>
              <p14:nvPr/>
            </p14:nvContentPartPr>
            <p14:xfrm>
              <a:off x="3976735" y="6542723"/>
              <a:ext cx="1514160" cy="166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8AABC17-902A-A56E-1219-7D609411D8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68095" y="6534083"/>
                <a:ext cx="15318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25F3238-3F22-975A-4EBE-A5AE639CC09C}"/>
                  </a:ext>
                </a:extLst>
              </p14:cNvPr>
              <p14:cNvContentPartPr/>
              <p14:nvPr/>
            </p14:nvContentPartPr>
            <p14:xfrm>
              <a:off x="4539775" y="3754163"/>
              <a:ext cx="341640" cy="99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25F3238-3F22-975A-4EBE-A5AE639CC09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30775" y="3745163"/>
                <a:ext cx="3592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521CC8-090D-9FC8-53F4-BFEA7800B3DD}"/>
                  </a:ext>
                </a:extLst>
              </p14:cNvPr>
              <p14:cNvContentPartPr/>
              <p14:nvPr/>
            </p14:nvContentPartPr>
            <p14:xfrm>
              <a:off x="4662535" y="4809323"/>
              <a:ext cx="219960" cy="160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521CC8-090D-9FC8-53F4-BFEA7800B3D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53895" y="4800683"/>
                <a:ext cx="2376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D23D95-C99F-425F-1CCF-5129106DDF90}"/>
                  </a:ext>
                </a:extLst>
              </p14:cNvPr>
              <p14:cNvContentPartPr/>
              <p14:nvPr/>
            </p14:nvContentPartPr>
            <p14:xfrm>
              <a:off x="4653895" y="5954123"/>
              <a:ext cx="229680" cy="13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D23D95-C99F-425F-1CCF-5129106DDF9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44895" y="5945123"/>
                <a:ext cx="2473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DAA810-CE56-4079-8B47-203B86610BDE}"/>
                  </a:ext>
                </a:extLst>
              </p14:cNvPr>
              <p14:cNvContentPartPr/>
              <p14:nvPr/>
            </p14:nvContentPartPr>
            <p14:xfrm>
              <a:off x="4407295" y="4079603"/>
              <a:ext cx="44640" cy="289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DAA810-CE56-4079-8B47-203B86610B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98295" y="4070963"/>
                <a:ext cx="622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B3EC519-16F2-88CB-E166-3BD344E9DAFB}"/>
                  </a:ext>
                </a:extLst>
              </p14:cNvPr>
              <p14:cNvContentPartPr/>
              <p14:nvPr/>
            </p14:nvContentPartPr>
            <p14:xfrm>
              <a:off x="4705375" y="4104083"/>
              <a:ext cx="255960" cy="328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B3EC519-16F2-88CB-E166-3BD344E9DAF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96735" y="4095083"/>
                <a:ext cx="273600" cy="34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1F099A6-A42E-ED7D-5A01-4B00B8D5A729}"/>
              </a:ext>
            </a:extLst>
          </p:cNvPr>
          <p:cNvGrpSpPr/>
          <p:nvPr/>
        </p:nvGrpSpPr>
        <p:grpSpPr>
          <a:xfrm>
            <a:off x="4426735" y="4087883"/>
            <a:ext cx="754200" cy="343440"/>
            <a:chOff x="2902735" y="4087883"/>
            <a:chExt cx="75420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BCEE6B-0B70-1255-1369-8A4D981E751D}"/>
                    </a:ext>
                  </a:extLst>
                </p14:cNvPr>
                <p14:cNvContentPartPr/>
                <p14:nvPr/>
              </p14:nvContentPartPr>
              <p14:xfrm>
                <a:off x="2902735" y="4087883"/>
                <a:ext cx="159120" cy="310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BCEE6B-0B70-1255-1369-8A4D981E75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94095" y="4078883"/>
                  <a:ext cx="1767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BC9787-852A-4A62-2202-4CCD477FCF00}"/>
                    </a:ext>
                  </a:extLst>
                </p14:cNvPr>
                <p14:cNvContentPartPr/>
                <p14:nvPr/>
              </p14:nvContentPartPr>
              <p14:xfrm>
                <a:off x="3157975" y="4141163"/>
                <a:ext cx="42480" cy="256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BC9787-852A-4A62-2202-4CCD477FCF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8975" y="4132163"/>
                  <a:ext cx="60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CC0457-6E33-5E8D-9E9D-C2568CD7163B}"/>
                    </a:ext>
                  </a:extLst>
                </p14:cNvPr>
                <p14:cNvContentPartPr/>
                <p14:nvPr/>
              </p14:nvContentPartPr>
              <p14:xfrm>
                <a:off x="3543175" y="4172843"/>
                <a:ext cx="67680" cy="24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CC0457-6E33-5E8D-9E9D-C2568CD7163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34535" y="4163843"/>
                  <a:ext cx="85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164F57-525C-2B0B-B26A-BF5863A3D71A}"/>
                    </a:ext>
                  </a:extLst>
                </p14:cNvPr>
                <p14:cNvContentPartPr/>
                <p14:nvPr/>
              </p14:nvContentPartPr>
              <p14:xfrm>
                <a:off x="3516535" y="4430963"/>
                <a:ext cx="14040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164F57-525C-2B0B-B26A-BF5863A3D7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07895" y="4422323"/>
                  <a:ext cx="1580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58A8993-15FD-D599-4FF6-1A13BD08C50A}"/>
                  </a:ext>
                </a:extLst>
              </p14:cNvPr>
              <p14:cNvContentPartPr/>
              <p14:nvPr/>
            </p14:nvContentPartPr>
            <p14:xfrm>
              <a:off x="4345375" y="5108123"/>
              <a:ext cx="45000" cy="321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58A8993-15FD-D599-4FF6-1A13BD08C5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36375" y="5099483"/>
                <a:ext cx="626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C917EED-E29B-0211-2FF4-7B472D00BD5E}"/>
                  </a:ext>
                </a:extLst>
              </p14:cNvPr>
              <p14:cNvContentPartPr/>
              <p14:nvPr/>
            </p14:nvContentPartPr>
            <p14:xfrm>
              <a:off x="4574695" y="5160683"/>
              <a:ext cx="291960" cy="302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C917EED-E29B-0211-2FF4-7B472D00BD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65695" y="5152043"/>
                <a:ext cx="30960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E808976-DA82-CC9A-81C6-BB7120A8C5D0}"/>
              </a:ext>
            </a:extLst>
          </p:cNvPr>
          <p:cNvGrpSpPr/>
          <p:nvPr/>
        </p:nvGrpSpPr>
        <p:grpSpPr>
          <a:xfrm>
            <a:off x="4347175" y="5081843"/>
            <a:ext cx="786240" cy="386280"/>
            <a:chOff x="2823175" y="5081843"/>
            <a:chExt cx="78624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3FB3E1-F707-184C-1875-8F230A52F6F3}"/>
                    </a:ext>
                  </a:extLst>
                </p14:cNvPr>
                <p14:cNvContentPartPr/>
                <p14:nvPr/>
              </p14:nvContentPartPr>
              <p14:xfrm>
                <a:off x="2823175" y="5081843"/>
                <a:ext cx="185040" cy="361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3FB3E1-F707-184C-1875-8F230A52F6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14535" y="5073203"/>
                  <a:ext cx="2026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D52308-5D13-7FE4-2558-05701620BB9D}"/>
                    </a:ext>
                  </a:extLst>
                </p14:cNvPr>
                <p14:cNvContentPartPr/>
                <p14:nvPr/>
              </p14:nvContentPartPr>
              <p14:xfrm>
                <a:off x="3050695" y="5169683"/>
                <a:ext cx="44280" cy="298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D52308-5D13-7FE4-2558-05701620BB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41695" y="5160683"/>
                  <a:ext cx="619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3C52D5B-007E-DB6E-F7A3-AF0C868B99AB}"/>
                    </a:ext>
                  </a:extLst>
                </p14:cNvPr>
                <p14:cNvContentPartPr/>
                <p14:nvPr/>
              </p14:nvContentPartPr>
              <p14:xfrm>
                <a:off x="3387295" y="5195243"/>
                <a:ext cx="222120" cy="208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3C52D5B-007E-DB6E-F7A3-AF0C868B99A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8295" y="5186603"/>
                  <a:ext cx="23976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1E8F010-25B8-AE32-5538-B071147DAEE3}"/>
                  </a:ext>
                </a:extLst>
              </p14:cNvPr>
              <p14:cNvContentPartPr/>
              <p14:nvPr/>
            </p14:nvContentPartPr>
            <p14:xfrm>
              <a:off x="4323055" y="6242483"/>
              <a:ext cx="41040" cy="289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1E8F010-25B8-AE32-5538-B071147DAEE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14415" y="6233843"/>
                <a:ext cx="586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4522113-B05A-D948-0E2F-56AF5711FFE2}"/>
                  </a:ext>
                </a:extLst>
              </p14:cNvPr>
              <p14:cNvContentPartPr/>
              <p14:nvPr/>
            </p14:nvContentPartPr>
            <p14:xfrm>
              <a:off x="4592335" y="6303683"/>
              <a:ext cx="193680" cy="248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4522113-B05A-D948-0E2F-56AF5711FFE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83695" y="6294683"/>
                <a:ext cx="211320" cy="26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5CCC2FF-FFE9-6240-058B-8D22DE680E8B}"/>
              </a:ext>
            </a:extLst>
          </p:cNvPr>
          <p:cNvGrpSpPr/>
          <p:nvPr/>
        </p:nvGrpSpPr>
        <p:grpSpPr>
          <a:xfrm>
            <a:off x="4330615" y="6260123"/>
            <a:ext cx="730800" cy="299880"/>
            <a:chOff x="2806615" y="6260123"/>
            <a:chExt cx="73080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7FA4BE-5A59-CC89-6B9E-A6D2A8B90B72}"/>
                    </a:ext>
                  </a:extLst>
                </p14:cNvPr>
                <p14:cNvContentPartPr/>
                <p14:nvPr/>
              </p14:nvContentPartPr>
              <p14:xfrm>
                <a:off x="2806615" y="6260123"/>
                <a:ext cx="199800" cy="264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7FA4BE-5A59-CC89-6B9E-A6D2A8B90B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97615" y="6251123"/>
                  <a:ext cx="217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0C327F-5788-23A8-754E-5A6D1E28B414}"/>
                    </a:ext>
                  </a:extLst>
                </p14:cNvPr>
                <p14:cNvContentPartPr/>
                <p14:nvPr/>
              </p14:nvContentPartPr>
              <p14:xfrm>
                <a:off x="3067975" y="6312683"/>
                <a:ext cx="18360" cy="218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0C327F-5788-23A8-754E-5A6D1E28B4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59335" y="6304043"/>
                  <a:ext cx="36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3E5FDC9-ABDB-F2F5-DF8E-669BCD6A43A4}"/>
                    </a:ext>
                  </a:extLst>
                </p14:cNvPr>
                <p14:cNvContentPartPr/>
                <p14:nvPr/>
              </p14:nvContentPartPr>
              <p14:xfrm>
                <a:off x="3315295" y="6301883"/>
                <a:ext cx="222120" cy="258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3E5FDC9-ABDB-F2F5-DF8E-669BCD6A43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06295" y="6293243"/>
                  <a:ext cx="23976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336A1BE-31E4-DD31-93AD-40D4C5EBDCE8}"/>
                  </a:ext>
                </a:extLst>
              </p14:cNvPr>
              <p14:cNvContentPartPr/>
              <p14:nvPr/>
            </p14:nvContentPartPr>
            <p14:xfrm>
              <a:off x="3677575" y="5130443"/>
              <a:ext cx="282960" cy="1129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336A1BE-31E4-DD31-93AD-40D4C5EBDCE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68575" y="5121803"/>
                <a:ext cx="30060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36CD9CE-B946-9757-D9AA-F288E6DD1020}"/>
                  </a:ext>
                </a:extLst>
              </p14:cNvPr>
              <p14:cNvContentPartPr/>
              <p14:nvPr/>
            </p14:nvContentPartPr>
            <p14:xfrm>
              <a:off x="3809695" y="5106683"/>
              <a:ext cx="235440" cy="241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36CD9CE-B946-9757-D9AA-F288E6DD102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01055" y="5098043"/>
                <a:ext cx="253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054FA8C-CEF4-2637-CBCC-0717894D916D}"/>
                  </a:ext>
                </a:extLst>
              </p14:cNvPr>
              <p14:cNvContentPartPr/>
              <p14:nvPr/>
            </p14:nvContentPartPr>
            <p14:xfrm>
              <a:off x="-1266065" y="1758323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054FA8C-CEF4-2637-CBCC-0717894D916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-1275065" y="174968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254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D24D-0599-600F-7674-679BD25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260648"/>
            <a:ext cx="8712968" cy="4536504"/>
          </a:xfrm>
        </p:spPr>
        <p:txBody>
          <a:bodyPr/>
          <a:lstStyle/>
          <a:p>
            <a:r>
              <a:rPr lang="en-I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Loops:</a:t>
            </a:r>
            <a:br>
              <a:rPr lang="en-I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loop is a collection of nodes in a flow graph such that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All nodes in the collection are strongly connected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collection of nodes has a unique entry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loops: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loop the contain no other loops is called inner loop</a:t>
            </a:r>
            <a:br>
              <a:rPr lang="en-IN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1557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Intermediate code to set a 10*10 matrix to an identity matrix</a:t>
            </a:r>
          </a:p>
        </p:txBody>
      </p:sp>
      <p:pic>
        <p:nvPicPr>
          <p:cNvPr id="15565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1188" y="1981200"/>
            <a:ext cx="2944812" cy="4630738"/>
          </a:xfrm>
          <a:noFill/>
        </p:spPr>
      </p:pic>
      <p:pic>
        <p:nvPicPr>
          <p:cNvPr id="155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286000"/>
            <a:ext cx="379095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28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752600" y="228600"/>
            <a:ext cx="8915400" cy="1143000"/>
          </a:xfrm>
        </p:spPr>
        <p:txBody>
          <a:bodyPr/>
          <a:lstStyle/>
          <a:p>
            <a:r>
              <a:rPr lang="en-US"/>
              <a:t>Flow graph based on Basic Blocks</a:t>
            </a:r>
          </a:p>
        </p:txBody>
      </p:sp>
      <p:pic>
        <p:nvPicPr>
          <p:cNvPr id="25603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295400"/>
            <a:ext cx="3354388" cy="5562600"/>
          </a:xfrm>
          <a:noFill/>
        </p:spPr>
      </p:pic>
    </p:spTree>
    <p:extLst>
      <p:ext uri="{BB962C8B-B14F-4D97-AF65-F5344CB8AC3E}">
        <p14:creationId xmlns:p14="http://schemas.microsoft.com/office/powerpoint/2010/main" val="2801451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401</Words>
  <Application>Microsoft Office PowerPoint</Application>
  <PresentationFormat>Widescreen</PresentationFormat>
  <Paragraphs>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blocks and flow graphs</vt:lpstr>
      <vt:lpstr>PowerPoint Presentation</vt:lpstr>
      <vt:lpstr>    Algorithm for partitioning a 3AC into Basic Blocks Rule1: Determining (finding) the leaders</vt:lpstr>
      <vt:lpstr>PowerPoint Presentation</vt:lpstr>
      <vt:lpstr>Loops: A loop is a collection of nodes in a flow graph such that 1. All nodes in the collection are strongly connected 2. The collection of nodes has a unique entry  Inner loops:  A loop the contain no other loops is called inner loop </vt:lpstr>
      <vt:lpstr>Intermediate code to set a 10*10 matrix to an identity matrix</vt:lpstr>
      <vt:lpstr>Flow graph based on Basic Blocks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Sahaaya Arul Mary S A</dc:creator>
  <cp:lastModifiedBy>Sahaaya Arul Mary S A</cp:lastModifiedBy>
  <cp:revision>2</cp:revision>
  <dcterms:created xsi:type="dcterms:W3CDTF">2023-07-04T17:21:05Z</dcterms:created>
  <dcterms:modified xsi:type="dcterms:W3CDTF">2023-07-17T09:46:04Z</dcterms:modified>
</cp:coreProperties>
</file>