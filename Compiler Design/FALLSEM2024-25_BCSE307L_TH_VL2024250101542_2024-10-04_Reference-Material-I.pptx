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3" r:id="rId2"/>
    <p:sldId id="256" r:id="rId3"/>
    <p:sldId id="301" r:id="rId4"/>
    <p:sldId id="257" r:id="rId5"/>
    <p:sldId id="258" r:id="rId6"/>
    <p:sldId id="259" r:id="rId7"/>
    <p:sldId id="303" r:id="rId8"/>
    <p:sldId id="262" r:id="rId9"/>
    <p:sldId id="263" r:id="rId10"/>
    <p:sldId id="328" r:id="rId11"/>
    <p:sldId id="330" r:id="rId12"/>
    <p:sldId id="329" r:id="rId13"/>
    <p:sldId id="331" r:id="rId14"/>
    <p:sldId id="332" r:id="rId15"/>
    <p:sldId id="333" r:id="rId16"/>
    <p:sldId id="33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25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A27EBB96-78CE-4898-A741-3D7C1433D934}"/>
    <pc:docChg chg="undo custSel addSld delSld">
      <pc:chgData name="Sahaaya Arul Mary S A" userId="5e9c2bd099f20264" providerId="LiveId" clId="{A27EBB96-78CE-4898-A741-3D7C1433D934}" dt="2023-06-25T08:52:15.385" v="101" actId="47"/>
      <pc:docMkLst>
        <pc:docMk/>
      </pc:docMkLst>
      <pc:sldChg chg="add del">
        <pc:chgData name="Sahaaya Arul Mary S A" userId="5e9c2bd099f20264" providerId="LiveId" clId="{A27EBB96-78CE-4898-A741-3D7C1433D934}" dt="2023-06-25T08:51:55.967" v="85" actId="47"/>
        <pc:sldMkLst>
          <pc:docMk/>
          <pc:sldMk cId="450768590" sldId="256"/>
        </pc:sldMkLst>
      </pc:sldChg>
      <pc:sldChg chg="add del">
        <pc:chgData name="Sahaaya Arul Mary S A" userId="5e9c2bd099f20264" providerId="LiveId" clId="{A27EBB96-78CE-4898-A741-3D7C1433D934}" dt="2023-06-25T08:51:56.943" v="87" actId="47"/>
        <pc:sldMkLst>
          <pc:docMk/>
          <pc:sldMk cId="0" sldId="257"/>
        </pc:sldMkLst>
      </pc:sldChg>
      <pc:sldChg chg="add del">
        <pc:chgData name="Sahaaya Arul Mary S A" userId="5e9c2bd099f20264" providerId="LiveId" clId="{A27EBB96-78CE-4898-A741-3D7C1433D934}" dt="2023-06-25T08:51:57.610" v="88" actId="47"/>
        <pc:sldMkLst>
          <pc:docMk/>
          <pc:sldMk cId="0" sldId="258"/>
        </pc:sldMkLst>
      </pc:sldChg>
      <pc:sldChg chg="add del">
        <pc:chgData name="Sahaaya Arul Mary S A" userId="5e9c2bd099f20264" providerId="LiveId" clId="{A27EBB96-78CE-4898-A741-3D7C1433D934}" dt="2023-06-25T08:51:58.474" v="89" actId="47"/>
        <pc:sldMkLst>
          <pc:docMk/>
          <pc:sldMk cId="0" sldId="259"/>
        </pc:sldMkLst>
      </pc:sldChg>
      <pc:sldChg chg="add del">
        <pc:chgData name="Sahaaya Arul Mary S A" userId="5e9c2bd099f20264" providerId="LiveId" clId="{A27EBB96-78CE-4898-A741-3D7C1433D934}" dt="2023-06-25T08:51:59.632" v="91" actId="47"/>
        <pc:sldMkLst>
          <pc:docMk/>
          <pc:sldMk cId="0" sldId="262"/>
        </pc:sldMkLst>
      </pc:sldChg>
      <pc:sldChg chg="add del">
        <pc:chgData name="Sahaaya Arul Mary S A" userId="5e9c2bd099f20264" providerId="LiveId" clId="{A27EBB96-78CE-4898-A741-3D7C1433D934}" dt="2023-06-25T08:52:00.167" v="92" actId="47"/>
        <pc:sldMkLst>
          <pc:docMk/>
          <pc:sldMk cId="0" sldId="263"/>
        </pc:sldMkLst>
      </pc:sldChg>
      <pc:sldChg chg="del">
        <pc:chgData name="Sahaaya Arul Mary S A" userId="5e9c2bd099f20264" providerId="LiveId" clId="{A27EBB96-78CE-4898-A741-3D7C1433D934}" dt="2023-06-25T08:51:47.207" v="48" actId="47"/>
        <pc:sldMkLst>
          <pc:docMk/>
          <pc:sldMk cId="2900219586" sldId="264"/>
        </pc:sldMkLst>
      </pc:sldChg>
      <pc:sldChg chg="del">
        <pc:chgData name="Sahaaya Arul Mary S A" userId="5e9c2bd099f20264" providerId="LiveId" clId="{A27EBB96-78CE-4898-A741-3D7C1433D934}" dt="2023-06-25T08:51:40.201" v="2" actId="47"/>
        <pc:sldMkLst>
          <pc:docMk/>
          <pc:sldMk cId="0" sldId="265"/>
        </pc:sldMkLst>
      </pc:sldChg>
      <pc:sldChg chg="del">
        <pc:chgData name="Sahaaya Arul Mary S A" userId="5e9c2bd099f20264" providerId="LiveId" clId="{A27EBB96-78CE-4898-A741-3D7C1433D934}" dt="2023-06-25T08:51:40.533" v="3" actId="47"/>
        <pc:sldMkLst>
          <pc:docMk/>
          <pc:sldMk cId="0" sldId="266"/>
        </pc:sldMkLst>
      </pc:sldChg>
      <pc:sldChg chg="del">
        <pc:chgData name="Sahaaya Arul Mary S A" userId="5e9c2bd099f20264" providerId="LiveId" clId="{A27EBB96-78CE-4898-A741-3D7C1433D934}" dt="2023-06-25T08:51:40.848" v="4" actId="47"/>
        <pc:sldMkLst>
          <pc:docMk/>
          <pc:sldMk cId="0" sldId="267"/>
        </pc:sldMkLst>
      </pc:sldChg>
      <pc:sldChg chg="del">
        <pc:chgData name="Sahaaya Arul Mary S A" userId="5e9c2bd099f20264" providerId="LiveId" clId="{A27EBB96-78CE-4898-A741-3D7C1433D934}" dt="2023-06-25T08:51:41.091" v="5" actId="47"/>
        <pc:sldMkLst>
          <pc:docMk/>
          <pc:sldMk cId="0" sldId="268"/>
        </pc:sldMkLst>
      </pc:sldChg>
      <pc:sldChg chg="del">
        <pc:chgData name="Sahaaya Arul Mary S A" userId="5e9c2bd099f20264" providerId="LiveId" clId="{A27EBB96-78CE-4898-A741-3D7C1433D934}" dt="2023-06-25T08:51:41.339" v="6" actId="47"/>
        <pc:sldMkLst>
          <pc:docMk/>
          <pc:sldMk cId="0" sldId="269"/>
        </pc:sldMkLst>
      </pc:sldChg>
      <pc:sldChg chg="del">
        <pc:chgData name="Sahaaya Arul Mary S A" userId="5e9c2bd099f20264" providerId="LiveId" clId="{A27EBB96-78CE-4898-A741-3D7C1433D934}" dt="2023-06-25T08:51:41.607" v="7" actId="47"/>
        <pc:sldMkLst>
          <pc:docMk/>
          <pc:sldMk cId="0" sldId="270"/>
        </pc:sldMkLst>
      </pc:sldChg>
      <pc:sldChg chg="del">
        <pc:chgData name="Sahaaya Arul Mary S A" userId="5e9c2bd099f20264" providerId="LiveId" clId="{A27EBB96-78CE-4898-A741-3D7C1433D934}" dt="2023-06-25T08:51:41.827" v="8" actId="47"/>
        <pc:sldMkLst>
          <pc:docMk/>
          <pc:sldMk cId="0" sldId="271"/>
        </pc:sldMkLst>
      </pc:sldChg>
      <pc:sldChg chg="del">
        <pc:chgData name="Sahaaya Arul Mary S A" userId="5e9c2bd099f20264" providerId="LiveId" clId="{A27EBB96-78CE-4898-A741-3D7C1433D934}" dt="2023-06-25T08:51:42.332" v="9" actId="47"/>
        <pc:sldMkLst>
          <pc:docMk/>
          <pc:sldMk cId="0" sldId="272"/>
        </pc:sldMkLst>
      </pc:sldChg>
      <pc:sldChg chg="del">
        <pc:chgData name="Sahaaya Arul Mary S A" userId="5e9c2bd099f20264" providerId="LiveId" clId="{A27EBB96-78CE-4898-A741-3D7C1433D934}" dt="2023-06-25T08:51:42.362" v="10" actId="47"/>
        <pc:sldMkLst>
          <pc:docMk/>
          <pc:sldMk cId="0" sldId="273"/>
        </pc:sldMkLst>
      </pc:sldChg>
      <pc:sldChg chg="del">
        <pc:chgData name="Sahaaya Arul Mary S A" userId="5e9c2bd099f20264" providerId="LiveId" clId="{A27EBB96-78CE-4898-A741-3D7C1433D934}" dt="2023-06-25T08:51:42.394" v="11" actId="47"/>
        <pc:sldMkLst>
          <pc:docMk/>
          <pc:sldMk cId="0" sldId="274"/>
        </pc:sldMkLst>
      </pc:sldChg>
      <pc:sldChg chg="del">
        <pc:chgData name="Sahaaya Arul Mary S A" userId="5e9c2bd099f20264" providerId="LiveId" clId="{A27EBB96-78CE-4898-A741-3D7C1433D934}" dt="2023-06-25T08:51:42.425" v="12" actId="47"/>
        <pc:sldMkLst>
          <pc:docMk/>
          <pc:sldMk cId="0" sldId="275"/>
        </pc:sldMkLst>
      </pc:sldChg>
      <pc:sldChg chg="del">
        <pc:chgData name="Sahaaya Arul Mary S A" userId="5e9c2bd099f20264" providerId="LiveId" clId="{A27EBB96-78CE-4898-A741-3D7C1433D934}" dt="2023-06-25T08:51:42.456" v="13" actId="47"/>
        <pc:sldMkLst>
          <pc:docMk/>
          <pc:sldMk cId="0" sldId="276"/>
        </pc:sldMkLst>
      </pc:sldChg>
      <pc:sldChg chg="del">
        <pc:chgData name="Sahaaya Arul Mary S A" userId="5e9c2bd099f20264" providerId="LiveId" clId="{A27EBB96-78CE-4898-A741-3D7C1433D934}" dt="2023-06-25T08:51:42.488" v="14" actId="47"/>
        <pc:sldMkLst>
          <pc:docMk/>
          <pc:sldMk cId="0" sldId="277"/>
        </pc:sldMkLst>
      </pc:sldChg>
      <pc:sldChg chg="del">
        <pc:chgData name="Sahaaya Arul Mary S A" userId="5e9c2bd099f20264" providerId="LiveId" clId="{A27EBB96-78CE-4898-A741-3D7C1433D934}" dt="2023-06-25T08:51:42.520" v="15" actId="47"/>
        <pc:sldMkLst>
          <pc:docMk/>
          <pc:sldMk cId="0" sldId="278"/>
        </pc:sldMkLst>
      </pc:sldChg>
      <pc:sldChg chg="del">
        <pc:chgData name="Sahaaya Arul Mary S A" userId="5e9c2bd099f20264" providerId="LiveId" clId="{A27EBB96-78CE-4898-A741-3D7C1433D934}" dt="2023-06-25T08:51:42.551" v="16" actId="47"/>
        <pc:sldMkLst>
          <pc:docMk/>
          <pc:sldMk cId="0" sldId="281"/>
        </pc:sldMkLst>
      </pc:sldChg>
      <pc:sldChg chg="add del">
        <pc:chgData name="Sahaaya Arul Mary S A" userId="5e9c2bd099f20264" providerId="LiveId" clId="{A27EBB96-78CE-4898-A741-3D7C1433D934}" dt="2023-06-25T08:51:55.417" v="84" actId="47"/>
        <pc:sldMkLst>
          <pc:docMk/>
          <pc:sldMk cId="0" sldId="283"/>
        </pc:sldMkLst>
      </pc:sldChg>
      <pc:sldChg chg="del">
        <pc:chgData name="Sahaaya Arul Mary S A" userId="5e9c2bd099f20264" providerId="LiveId" clId="{A27EBB96-78CE-4898-A741-3D7C1433D934}" dt="2023-06-25T08:51:42.567" v="17" actId="47"/>
        <pc:sldMkLst>
          <pc:docMk/>
          <pc:sldMk cId="0" sldId="284"/>
        </pc:sldMkLst>
      </pc:sldChg>
      <pc:sldChg chg="del">
        <pc:chgData name="Sahaaya Arul Mary S A" userId="5e9c2bd099f20264" providerId="LiveId" clId="{A27EBB96-78CE-4898-A741-3D7C1433D934}" dt="2023-06-25T08:51:42.599" v="18" actId="47"/>
        <pc:sldMkLst>
          <pc:docMk/>
          <pc:sldMk cId="0" sldId="285"/>
        </pc:sldMkLst>
      </pc:sldChg>
      <pc:sldChg chg="del">
        <pc:chgData name="Sahaaya Arul Mary S A" userId="5e9c2bd099f20264" providerId="LiveId" clId="{A27EBB96-78CE-4898-A741-3D7C1433D934}" dt="2023-06-25T08:51:42.645" v="19" actId="47"/>
        <pc:sldMkLst>
          <pc:docMk/>
          <pc:sldMk cId="0" sldId="286"/>
        </pc:sldMkLst>
      </pc:sldChg>
      <pc:sldChg chg="del">
        <pc:chgData name="Sahaaya Arul Mary S A" userId="5e9c2bd099f20264" providerId="LiveId" clId="{A27EBB96-78CE-4898-A741-3D7C1433D934}" dt="2023-06-25T08:51:42.677" v="20" actId="47"/>
        <pc:sldMkLst>
          <pc:docMk/>
          <pc:sldMk cId="0" sldId="287"/>
        </pc:sldMkLst>
      </pc:sldChg>
      <pc:sldChg chg="del">
        <pc:chgData name="Sahaaya Arul Mary S A" userId="5e9c2bd099f20264" providerId="LiveId" clId="{A27EBB96-78CE-4898-A741-3D7C1433D934}" dt="2023-06-25T08:51:42.724" v="22" actId="47"/>
        <pc:sldMkLst>
          <pc:docMk/>
          <pc:sldMk cId="0" sldId="288"/>
        </pc:sldMkLst>
      </pc:sldChg>
      <pc:sldChg chg="del">
        <pc:chgData name="Sahaaya Arul Mary S A" userId="5e9c2bd099f20264" providerId="LiveId" clId="{A27EBB96-78CE-4898-A741-3D7C1433D934}" dt="2023-06-25T08:51:42.786" v="23" actId="47"/>
        <pc:sldMkLst>
          <pc:docMk/>
          <pc:sldMk cId="0" sldId="289"/>
        </pc:sldMkLst>
      </pc:sldChg>
      <pc:sldChg chg="del">
        <pc:chgData name="Sahaaya Arul Mary S A" userId="5e9c2bd099f20264" providerId="LiveId" clId="{A27EBB96-78CE-4898-A741-3D7C1433D934}" dt="2023-06-25T08:51:43.164" v="24" actId="47"/>
        <pc:sldMkLst>
          <pc:docMk/>
          <pc:sldMk cId="0" sldId="290"/>
        </pc:sldMkLst>
      </pc:sldChg>
      <pc:sldChg chg="del">
        <pc:chgData name="Sahaaya Arul Mary S A" userId="5e9c2bd099f20264" providerId="LiveId" clId="{A27EBB96-78CE-4898-A741-3D7C1433D934}" dt="2023-06-25T08:51:43.682" v="25" actId="47"/>
        <pc:sldMkLst>
          <pc:docMk/>
          <pc:sldMk cId="0" sldId="291"/>
        </pc:sldMkLst>
      </pc:sldChg>
      <pc:sldChg chg="del">
        <pc:chgData name="Sahaaya Arul Mary S A" userId="5e9c2bd099f20264" providerId="LiveId" clId="{A27EBB96-78CE-4898-A741-3D7C1433D934}" dt="2023-06-25T08:51:43.714" v="26" actId="47"/>
        <pc:sldMkLst>
          <pc:docMk/>
          <pc:sldMk cId="0" sldId="292"/>
        </pc:sldMkLst>
      </pc:sldChg>
      <pc:sldChg chg="del">
        <pc:chgData name="Sahaaya Arul Mary S A" userId="5e9c2bd099f20264" providerId="LiveId" clId="{A27EBB96-78CE-4898-A741-3D7C1433D934}" dt="2023-06-25T08:51:43.761" v="28" actId="47"/>
        <pc:sldMkLst>
          <pc:docMk/>
          <pc:sldMk cId="0" sldId="293"/>
        </pc:sldMkLst>
      </pc:sldChg>
      <pc:sldChg chg="del">
        <pc:chgData name="Sahaaya Arul Mary S A" userId="5e9c2bd099f20264" providerId="LiveId" clId="{A27EBB96-78CE-4898-A741-3D7C1433D934}" dt="2023-06-25T08:51:42.692" v="21" actId="47"/>
        <pc:sldMkLst>
          <pc:docMk/>
          <pc:sldMk cId="0" sldId="294"/>
        </pc:sldMkLst>
      </pc:sldChg>
      <pc:sldChg chg="del">
        <pc:chgData name="Sahaaya Arul Mary S A" userId="5e9c2bd099f20264" providerId="LiveId" clId="{A27EBB96-78CE-4898-A741-3D7C1433D934}" dt="2023-06-25T08:51:43.745" v="27" actId="47"/>
        <pc:sldMkLst>
          <pc:docMk/>
          <pc:sldMk cId="0" sldId="295"/>
        </pc:sldMkLst>
      </pc:sldChg>
      <pc:sldChg chg="del">
        <pc:chgData name="Sahaaya Arul Mary S A" userId="5e9c2bd099f20264" providerId="LiveId" clId="{A27EBB96-78CE-4898-A741-3D7C1433D934}" dt="2023-06-25T08:51:43.794" v="29" actId="47"/>
        <pc:sldMkLst>
          <pc:docMk/>
          <pc:sldMk cId="0" sldId="296"/>
        </pc:sldMkLst>
      </pc:sldChg>
      <pc:sldChg chg="del">
        <pc:chgData name="Sahaaya Arul Mary S A" userId="5e9c2bd099f20264" providerId="LiveId" clId="{A27EBB96-78CE-4898-A741-3D7C1433D934}" dt="2023-06-25T08:51:47.303" v="51" actId="47"/>
        <pc:sldMkLst>
          <pc:docMk/>
          <pc:sldMk cId="0" sldId="299"/>
        </pc:sldMkLst>
      </pc:sldChg>
      <pc:sldChg chg="del">
        <pc:chgData name="Sahaaya Arul Mary S A" userId="5e9c2bd099f20264" providerId="LiveId" clId="{A27EBB96-78CE-4898-A741-3D7C1433D934}" dt="2023-06-25T08:51:47.348" v="52" actId="47"/>
        <pc:sldMkLst>
          <pc:docMk/>
          <pc:sldMk cId="0" sldId="300"/>
        </pc:sldMkLst>
      </pc:sldChg>
      <pc:sldChg chg="add del">
        <pc:chgData name="Sahaaya Arul Mary S A" userId="5e9c2bd099f20264" providerId="LiveId" clId="{A27EBB96-78CE-4898-A741-3D7C1433D934}" dt="2023-06-25T08:51:56.487" v="86" actId="47"/>
        <pc:sldMkLst>
          <pc:docMk/>
          <pc:sldMk cId="0" sldId="301"/>
        </pc:sldMkLst>
      </pc:sldChg>
      <pc:sldChg chg="add del">
        <pc:chgData name="Sahaaya Arul Mary S A" userId="5e9c2bd099f20264" providerId="LiveId" clId="{A27EBB96-78CE-4898-A741-3D7C1433D934}" dt="2023-06-25T08:51:59.098" v="90" actId="47"/>
        <pc:sldMkLst>
          <pc:docMk/>
          <pc:sldMk cId="0" sldId="303"/>
        </pc:sldMkLst>
      </pc:sldChg>
      <pc:sldChg chg="del">
        <pc:chgData name="Sahaaya Arul Mary S A" userId="5e9c2bd099f20264" providerId="LiveId" clId="{A27EBB96-78CE-4898-A741-3D7C1433D934}" dt="2023-06-25T08:51:47.364" v="53" actId="47"/>
        <pc:sldMkLst>
          <pc:docMk/>
          <pc:sldMk cId="0" sldId="310"/>
        </pc:sldMkLst>
      </pc:sldChg>
      <pc:sldChg chg="del">
        <pc:chgData name="Sahaaya Arul Mary S A" userId="5e9c2bd099f20264" providerId="LiveId" clId="{A27EBB96-78CE-4898-A741-3D7C1433D934}" dt="2023-06-25T08:51:47.835" v="54" actId="47"/>
        <pc:sldMkLst>
          <pc:docMk/>
          <pc:sldMk cId="0" sldId="311"/>
        </pc:sldMkLst>
      </pc:sldChg>
      <pc:sldChg chg="del">
        <pc:chgData name="Sahaaya Arul Mary S A" userId="5e9c2bd099f20264" providerId="LiveId" clId="{A27EBB96-78CE-4898-A741-3D7C1433D934}" dt="2023-06-25T08:51:48.340" v="55" actId="47"/>
        <pc:sldMkLst>
          <pc:docMk/>
          <pc:sldMk cId="0" sldId="314"/>
        </pc:sldMkLst>
      </pc:sldChg>
      <pc:sldChg chg="del">
        <pc:chgData name="Sahaaya Arul Mary S A" userId="5e9c2bd099f20264" providerId="LiveId" clId="{A27EBB96-78CE-4898-A741-3D7C1433D934}" dt="2023-06-25T08:51:48.379" v="56" actId="47"/>
        <pc:sldMkLst>
          <pc:docMk/>
          <pc:sldMk cId="0" sldId="315"/>
        </pc:sldMkLst>
      </pc:sldChg>
      <pc:sldChg chg="del">
        <pc:chgData name="Sahaaya Arul Mary S A" userId="5e9c2bd099f20264" providerId="LiveId" clId="{A27EBB96-78CE-4898-A741-3D7C1433D934}" dt="2023-06-25T08:51:48.513" v="60" actId="47"/>
        <pc:sldMkLst>
          <pc:docMk/>
          <pc:sldMk cId="0" sldId="316"/>
        </pc:sldMkLst>
      </pc:sldChg>
      <pc:sldChg chg="del">
        <pc:chgData name="Sahaaya Arul Mary S A" userId="5e9c2bd099f20264" providerId="LiveId" clId="{A27EBB96-78CE-4898-A741-3D7C1433D934}" dt="2023-06-25T08:51:48.655" v="65" actId="47"/>
        <pc:sldMkLst>
          <pc:docMk/>
          <pc:sldMk cId="0" sldId="317"/>
        </pc:sldMkLst>
      </pc:sldChg>
      <pc:sldChg chg="del">
        <pc:chgData name="Sahaaya Arul Mary S A" userId="5e9c2bd099f20264" providerId="LiveId" clId="{A27EBB96-78CE-4898-A741-3D7C1433D934}" dt="2023-06-25T08:51:49.110" v="66" actId="47"/>
        <pc:sldMkLst>
          <pc:docMk/>
          <pc:sldMk cId="0" sldId="318"/>
        </pc:sldMkLst>
      </pc:sldChg>
      <pc:sldChg chg="add del">
        <pc:chgData name="Sahaaya Arul Mary S A" userId="5e9c2bd099f20264" providerId="LiveId" clId="{A27EBB96-78CE-4898-A741-3D7C1433D934}" dt="2023-06-25T08:52:15.385" v="101" actId="47"/>
        <pc:sldMkLst>
          <pc:docMk/>
          <pc:sldMk cId="0" sldId="319"/>
        </pc:sldMkLst>
      </pc:sldChg>
      <pc:sldChg chg="del">
        <pc:chgData name="Sahaaya Arul Mary S A" userId="5e9c2bd099f20264" providerId="LiveId" clId="{A27EBB96-78CE-4898-A741-3D7C1433D934}" dt="2023-06-25T08:51:43.824" v="30" actId="47"/>
        <pc:sldMkLst>
          <pc:docMk/>
          <pc:sldMk cId="0" sldId="321"/>
        </pc:sldMkLst>
      </pc:sldChg>
      <pc:sldChg chg="del">
        <pc:chgData name="Sahaaya Arul Mary S A" userId="5e9c2bd099f20264" providerId="LiveId" clId="{A27EBB96-78CE-4898-A741-3D7C1433D934}" dt="2023-06-25T08:51:43.840" v="31" actId="47"/>
        <pc:sldMkLst>
          <pc:docMk/>
          <pc:sldMk cId="0" sldId="322"/>
        </pc:sldMkLst>
      </pc:sldChg>
      <pc:sldChg chg="del">
        <pc:chgData name="Sahaaya Arul Mary S A" userId="5e9c2bd099f20264" providerId="LiveId" clId="{A27EBB96-78CE-4898-A741-3D7C1433D934}" dt="2023-06-25T08:51:43.871" v="32" actId="47"/>
        <pc:sldMkLst>
          <pc:docMk/>
          <pc:sldMk cId="0" sldId="323"/>
        </pc:sldMkLst>
      </pc:sldChg>
      <pc:sldChg chg="del">
        <pc:chgData name="Sahaaya Arul Mary S A" userId="5e9c2bd099f20264" providerId="LiveId" clId="{A27EBB96-78CE-4898-A741-3D7C1433D934}" dt="2023-06-25T08:51:43.903" v="33" actId="47"/>
        <pc:sldMkLst>
          <pc:docMk/>
          <pc:sldMk cId="0" sldId="324"/>
        </pc:sldMkLst>
      </pc:sldChg>
      <pc:sldChg chg="del">
        <pc:chgData name="Sahaaya Arul Mary S A" userId="5e9c2bd099f20264" providerId="LiveId" clId="{A27EBB96-78CE-4898-A741-3D7C1433D934}" dt="2023-06-25T08:51:43.934" v="34" actId="47"/>
        <pc:sldMkLst>
          <pc:docMk/>
          <pc:sldMk cId="0" sldId="325"/>
        </pc:sldMkLst>
      </pc:sldChg>
      <pc:sldChg chg="del">
        <pc:chgData name="Sahaaya Arul Mary S A" userId="5e9c2bd099f20264" providerId="LiveId" clId="{A27EBB96-78CE-4898-A741-3D7C1433D934}" dt="2023-06-25T08:51:47.238" v="49" actId="47"/>
        <pc:sldMkLst>
          <pc:docMk/>
          <pc:sldMk cId="0" sldId="326"/>
        </pc:sldMkLst>
      </pc:sldChg>
      <pc:sldChg chg="del">
        <pc:chgData name="Sahaaya Arul Mary S A" userId="5e9c2bd099f20264" providerId="LiveId" clId="{A27EBB96-78CE-4898-A741-3D7C1433D934}" dt="2023-06-25T08:51:47.269" v="50" actId="47"/>
        <pc:sldMkLst>
          <pc:docMk/>
          <pc:sldMk cId="0" sldId="327"/>
        </pc:sldMkLst>
      </pc:sldChg>
      <pc:sldChg chg="add del">
        <pc:chgData name="Sahaaya Arul Mary S A" userId="5e9c2bd099f20264" providerId="LiveId" clId="{A27EBB96-78CE-4898-A741-3D7C1433D934}" dt="2023-06-25T08:52:00.623" v="93" actId="47"/>
        <pc:sldMkLst>
          <pc:docMk/>
          <pc:sldMk cId="2814100229" sldId="328"/>
        </pc:sldMkLst>
      </pc:sldChg>
      <pc:sldChg chg="add del">
        <pc:chgData name="Sahaaya Arul Mary S A" userId="5e9c2bd099f20264" providerId="LiveId" clId="{A27EBB96-78CE-4898-A741-3D7C1433D934}" dt="2023-06-25T08:52:01.644" v="95" actId="47"/>
        <pc:sldMkLst>
          <pc:docMk/>
          <pc:sldMk cId="2133308261" sldId="329"/>
        </pc:sldMkLst>
      </pc:sldChg>
      <pc:sldChg chg="add del">
        <pc:chgData name="Sahaaya Arul Mary S A" userId="5e9c2bd099f20264" providerId="LiveId" clId="{A27EBB96-78CE-4898-A741-3D7C1433D934}" dt="2023-06-25T08:52:01.094" v="94" actId="47"/>
        <pc:sldMkLst>
          <pc:docMk/>
          <pc:sldMk cId="1695215987" sldId="330"/>
        </pc:sldMkLst>
      </pc:sldChg>
      <pc:sldChg chg="add del">
        <pc:chgData name="Sahaaya Arul Mary S A" userId="5e9c2bd099f20264" providerId="LiveId" clId="{A27EBB96-78CE-4898-A741-3D7C1433D934}" dt="2023-06-25T08:52:02.165" v="96" actId="47"/>
        <pc:sldMkLst>
          <pc:docMk/>
          <pc:sldMk cId="1336804558" sldId="331"/>
        </pc:sldMkLst>
      </pc:sldChg>
      <pc:sldChg chg="add del">
        <pc:chgData name="Sahaaya Arul Mary S A" userId="5e9c2bd099f20264" providerId="LiveId" clId="{A27EBB96-78CE-4898-A741-3D7C1433D934}" dt="2023-06-25T08:52:02.697" v="97" actId="47"/>
        <pc:sldMkLst>
          <pc:docMk/>
          <pc:sldMk cId="1302958106" sldId="332"/>
        </pc:sldMkLst>
      </pc:sldChg>
      <pc:sldChg chg="add del">
        <pc:chgData name="Sahaaya Arul Mary S A" userId="5e9c2bd099f20264" providerId="LiveId" clId="{A27EBB96-78CE-4898-A741-3D7C1433D934}" dt="2023-06-25T08:52:03.829" v="98" actId="47"/>
        <pc:sldMkLst>
          <pc:docMk/>
          <pc:sldMk cId="3352916690" sldId="333"/>
        </pc:sldMkLst>
      </pc:sldChg>
      <pc:sldChg chg="add del">
        <pc:chgData name="Sahaaya Arul Mary S A" userId="5e9c2bd099f20264" providerId="LiveId" clId="{A27EBB96-78CE-4898-A741-3D7C1433D934}" dt="2023-06-25T08:52:04.819" v="99" actId="47"/>
        <pc:sldMkLst>
          <pc:docMk/>
          <pc:sldMk cId="502753161" sldId="334"/>
        </pc:sldMkLst>
      </pc:sldChg>
      <pc:sldChg chg="del">
        <pc:chgData name="Sahaaya Arul Mary S A" userId="5e9c2bd099f20264" providerId="LiveId" clId="{A27EBB96-78CE-4898-A741-3D7C1433D934}" dt="2023-06-25T08:51:38.957" v="0" actId="47"/>
        <pc:sldMkLst>
          <pc:docMk/>
          <pc:sldMk cId="4009829458" sldId="335"/>
        </pc:sldMkLst>
      </pc:sldChg>
      <pc:sldChg chg="del">
        <pc:chgData name="Sahaaya Arul Mary S A" userId="5e9c2bd099f20264" providerId="LiveId" clId="{A27EBB96-78CE-4898-A741-3D7C1433D934}" dt="2023-06-25T08:51:39.649" v="1" actId="47"/>
        <pc:sldMkLst>
          <pc:docMk/>
          <pc:sldMk cId="4179822156" sldId="336"/>
        </pc:sldMkLst>
      </pc:sldChg>
      <pc:sldChg chg="del">
        <pc:chgData name="Sahaaya Arul Mary S A" userId="5e9c2bd099f20264" providerId="LiveId" clId="{A27EBB96-78CE-4898-A741-3D7C1433D934}" dt="2023-06-25T08:51:45.099" v="37" actId="47"/>
        <pc:sldMkLst>
          <pc:docMk/>
          <pc:sldMk cId="567342230" sldId="337"/>
        </pc:sldMkLst>
      </pc:sldChg>
      <pc:sldChg chg="del">
        <pc:chgData name="Sahaaya Arul Mary S A" userId="5e9c2bd099f20264" providerId="LiveId" clId="{A27EBB96-78CE-4898-A741-3D7C1433D934}" dt="2023-06-25T08:51:45.256" v="42" actId="47"/>
        <pc:sldMkLst>
          <pc:docMk/>
          <pc:sldMk cId="3158031212" sldId="338"/>
        </pc:sldMkLst>
      </pc:sldChg>
      <pc:sldChg chg="del">
        <pc:chgData name="Sahaaya Arul Mary S A" userId="5e9c2bd099f20264" providerId="LiveId" clId="{A27EBB96-78CE-4898-A741-3D7C1433D934}" dt="2023-06-25T08:51:45.225" v="41" actId="47"/>
        <pc:sldMkLst>
          <pc:docMk/>
          <pc:sldMk cId="2521942761" sldId="340"/>
        </pc:sldMkLst>
      </pc:sldChg>
      <pc:sldChg chg="del">
        <pc:chgData name="Sahaaya Arul Mary S A" userId="5e9c2bd099f20264" providerId="LiveId" clId="{A27EBB96-78CE-4898-A741-3D7C1433D934}" dt="2023-06-25T08:51:45.162" v="39" actId="47"/>
        <pc:sldMkLst>
          <pc:docMk/>
          <pc:sldMk cId="2876986772" sldId="342"/>
        </pc:sldMkLst>
      </pc:sldChg>
      <pc:sldChg chg="del">
        <pc:chgData name="Sahaaya Arul Mary S A" userId="5e9c2bd099f20264" providerId="LiveId" clId="{A27EBB96-78CE-4898-A741-3D7C1433D934}" dt="2023-06-25T08:51:45.130" v="38" actId="47"/>
        <pc:sldMkLst>
          <pc:docMk/>
          <pc:sldMk cId="3896350668" sldId="343"/>
        </pc:sldMkLst>
      </pc:sldChg>
      <pc:sldChg chg="del">
        <pc:chgData name="Sahaaya Arul Mary S A" userId="5e9c2bd099f20264" providerId="LiveId" clId="{A27EBB96-78CE-4898-A741-3D7C1433D934}" dt="2023-06-25T08:51:44.564" v="35" actId="47"/>
        <pc:sldMkLst>
          <pc:docMk/>
          <pc:sldMk cId="1353444673" sldId="344"/>
        </pc:sldMkLst>
      </pc:sldChg>
      <pc:sldChg chg="del">
        <pc:chgData name="Sahaaya Arul Mary S A" userId="5e9c2bd099f20264" providerId="LiveId" clId="{A27EBB96-78CE-4898-A741-3D7C1433D934}" dt="2023-06-25T08:51:45.067" v="36" actId="47"/>
        <pc:sldMkLst>
          <pc:docMk/>
          <pc:sldMk cId="3803485347" sldId="345"/>
        </pc:sldMkLst>
      </pc:sldChg>
      <pc:sldChg chg="del">
        <pc:chgData name="Sahaaya Arul Mary S A" userId="5e9c2bd099f20264" providerId="LiveId" clId="{A27EBB96-78CE-4898-A741-3D7C1433D934}" dt="2023-06-25T08:51:45.197" v="40" actId="47"/>
        <pc:sldMkLst>
          <pc:docMk/>
          <pc:sldMk cId="4146962393" sldId="346"/>
        </pc:sldMkLst>
      </pc:sldChg>
      <pc:sldChg chg="del">
        <pc:chgData name="Sahaaya Arul Mary S A" userId="5e9c2bd099f20264" providerId="LiveId" clId="{A27EBB96-78CE-4898-A741-3D7C1433D934}" dt="2023-06-25T08:51:45.287" v="43" actId="47"/>
        <pc:sldMkLst>
          <pc:docMk/>
          <pc:sldMk cId="353035047" sldId="352"/>
        </pc:sldMkLst>
      </pc:sldChg>
      <pc:sldChg chg="del">
        <pc:chgData name="Sahaaya Arul Mary S A" userId="5e9c2bd099f20264" providerId="LiveId" clId="{A27EBB96-78CE-4898-A741-3D7C1433D934}" dt="2023-06-25T08:51:48.405" v="57" actId="47"/>
        <pc:sldMkLst>
          <pc:docMk/>
          <pc:sldMk cId="1836872715" sldId="353"/>
        </pc:sldMkLst>
      </pc:sldChg>
      <pc:sldChg chg="del">
        <pc:chgData name="Sahaaya Arul Mary S A" userId="5e9c2bd099f20264" providerId="LiveId" clId="{A27EBB96-78CE-4898-A741-3D7C1433D934}" dt="2023-06-25T08:51:48.434" v="58" actId="47"/>
        <pc:sldMkLst>
          <pc:docMk/>
          <pc:sldMk cId="2668275019" sldId="354"/>
        </pc:sldMkLst>
      </pc:sldChg>
      <pc:sldChg chg="del">
        <pc:chgData name="Sahaaya Arul Mary S A" userId="5e9c2bd099f20264" providerId="LiveId" clId="{A27EBB96-78CE-4898-A741-3D7C1433D934}" dt="2023-06-25T08:51:48.481" v="59" actId="47"/>
        <pc:sldMkLst>
          <pc:docMk/>
          <pc:sldMk cId="1494974650" sldId="355"/>
        </pc:sldMkLst>
      </pc:sldChg>
      <pc:sldChg chg="del">
        <pc:chgData name="Sahaaya Arul Mary S A" userId="5e9c2bd099f20264" providerId="LiveId" clId="{A27EBB96-78CE-4898-A741-3D7C1433D934}" dt="2023-06-25T08:51:48.529" v="61" actId="47"/>
        <pc:sldMkLst>
          <pc:docMk/>
          <pc:sldMk cId="1547441956" sldId="356"/>
        </pc:sldMkLst>
      </pc:sldChg>
      <pc:sldChg chg="del">
        <pc:chgData name="Sahaaya Arul Mary S A" userId="5e9c2bd099f20264" providerId="LiveId" clId="{A27EBB96-78CE-4898-A741-3D7C1433D934}" dt="2023-06-25T08:51:48.560" v="62" actId="47"/>
        <pc:sldMkLst>
          <pc:docMk/>
          <pc:sldMk cId="3177362474" sldId="357"/>
        </pc:sldMkLst>
      </pc:sldChg>
      <pc:sldChg chg="del">
        <pc:chgData name="Sahaaya Arul Mary S A" userId="5e9c2bd099f20264" providerId="LiveId" clId="{A27EBB96-78CE-4898-A741-3D7C1433D934}" dt="2023-06-25T08:51:48.591" v="63" actId="47"/>
        <pc:sldMkLst>
          <pc:docMk/>
          <pc:sldMk cId="3606279911" sldId="358"/>
        </pc:sldMkLst>
      </pc:sldChg>
      <pc:sldChg chg="del">
        <pc:chgData name="Sahaaya Arul Mary S A" userId="5e9c2bd099f20264" providerId="LiveId" clId="{A27EBB96-78CE-4898-A741-3D7C1433D934}" dt="2023-06-25T08:51:48.623" v="64" actId="47"/>
        <pc:sldMkLst>
          <pc:docMk/>
          <pc:sldMk cId="2370019048" sldId="359"/>
        </pc:sldMkLst>
      </pc:sldChg>
      <pc:sldChg chg="del">
        <pc:chgData name="Sahaaya Arul Mary S A" userId="5e9c2bd099f20264" providerId="LiveId" clId="{A27EBB96-78CE-4898-A741-3D7C1433D934}" dt="2023-06-25T08:51:46.608" v="44" actId="47"/>
        <pc:sldMkLst>
          <pc:docMk/>
          <pc:sldMk cId="1089070877" sldId="360"/>
        </pc:sldMkLst>
      </pc:sldChg>
      <pc:sldChg chg="del">
        <pc:chgData name="Sahaaya Arul Mary S A" userId="5e9c2bd099f20264" providerId="LiveId" clId="{A27EBB96-78CE-4898-A741-3D7C1433D934}" dt="2023-06-25T08:51:47.112" v="45" actId="47"/>
        <pc:sldMkLst>
          <pc:docMk/>
          <pc:sldMk cId="2458409291" sldId="361"/>
        </pc:sldMkLst>
      </pc:sldChg>
      <pc:sldChg chg="del">
        <pc:chgData name="Sahaaya Arul Mary S A" userId="5e9c2bd099f20264" providerId="LiveId" clId="{A27EBB96-78CE-4898-A741-3D7C1433D934}" dt="2023-06-25T08:51:47.144" v="46" actId="47"/>
        <pc:sldMkLst>
          <pc:docMk/>
          <pc:sldMk cId="2976168169" sldId="362"/>
        </pc:sldMkLst>
      </pc:sldChg>
      <pc:sldChg chg="del">
        <pc:chgData name="Sahaaya Arul Mary S A" userId="5e9c2bd099f20264" providerId="LiveId" clId="{A27EBB96-78CE-4898-A741-3D7C1433D934}" dt="2023-06-25T08:51:47.175" v="47" actId="47"/>
        <pc:sldMkLst>
          <pc:docMk/>
          <pc:sldMk cId="2646776566" sldId="363"/>
        </pc:sldMkLst>
      </pc:sldChg>
      <pc:sldMasterChg chg="delSldLayout">
        <pc:chgData name="Sahaaya Arul Mary S A" userId="5e9c2bd099f20264" providerId="LiveId" clId="{A27EBB96-78CE-4898-A741-3D7C1433D934}" dt="2023-06-25T08:51:48.655" v="65" actId="47"/>
        <pc:sldMasterMkLst>
          <pc:docMk/>
          <pc:sldMasterMk cId="0" sldId="2147483648"/>
        </pc:sldMasterMkLst>
        <pc:sldLayoutChg chg="del">
          <pc:chgData name="Sahaaya Arul Mary S A" userId="5e9c2bd099f20264" providerId="LiveId" clId="{A27EBB96-78CE-4898-A741-3D7C1433D934}" dt="2023-06-25T08:51:48.655" v="65" actId="47"/>
          <pc:sldLayoutMkLst>
            <pc:docMk/>
            <pc:sldMasterMk cId="0" sldId="2147483648"/>
            <pc:sldLayoutMk cId="104710924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4019C-9318-4E28-AB6A-10DD60EFFDB4}" type="datetimeFigureOut">
              <a:rPr lang="en-IN" smtClean="0"/>
              <a:t>25-06-2023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2D8D0-E1BF-482E-A38E-15F196D87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2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D8D0-E1BF-482E-A38E-15F196D87C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960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2F8C-452B-4963-8803-62AD661A5C4C}" type="datetimeFigureOut">
              <a:rPr lang="en-US" smtClean="0"/>
              <a:pPr/>
              <a:t>6/25/2023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11D1C-C377-450F-94F6-C73DD5088F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357430"/>
            <a:ext cx="8229600" cy="82866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dirty="0"/>
              <a:t>Intermediate Code Generation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48782"/>
            <a:ext cx="7000924" cy="5268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076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368457"/>
            <a:ext cx="85011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1. Variants of Syntax Trees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1.1 Directed Acyclic Graphs for Expressions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1.2 The value number method for Constructing DAGs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 Three Address Code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2.1 Address and Instructions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2.2 Quadruples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2.3 Triples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2.4 Static Single – Assignment Form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 Types and Declarations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3.1 Type Expressions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3.2 Type Equivalence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3.3 Declarations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3.4 Storage Layout for Local Names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3.5 Sequence of Declarations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3.6 Fields in Records and Classes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8715436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8501122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0"/>
            <a:ext cx="8715436" cy="322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8401" y="3218175"/>
            <a:ext cx="3934120" cy="3498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3071810"/>
            <a:ext cx="3857620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ight Arrow 7"/>
          <p:cNvSpPr/>
          <p:nvPr/>
        </p:nvSpPr>
        <p:spPr>
          <a:xfrm>
            <a:off x="4143372" y="4786322"/>
            <a:ext cx="1071570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78684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572264" y="3786190"/>
            <a:ext cx="662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DAG </a:t>
            </a:r>
            <a:endParaRPr lang="en-IN" b="1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85786" y="2857496"/>
            <a:ext cx="69294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+ b + ( a + b )</a:t>
            </a:r>
          </a:p>
          <a:p>
            <a:r>
              <a:rPr lang="en-US" sz="2800" dirty="0"/>
              <a:t>a + b + a + b</a:t>
            </a:r>
          </a:p>
          <a:p>
            <a:r>
              <a:rPr lang="en-US" sz="2800" dirty="0"/>
              <a:t>a + a+ (a + a+ a+ (a + a + a + a +) )</a:t>
            </a: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6B9523-6330-D2D9-9A44-12B28018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84784"/>
            <a:ext cx="8784976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0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A631F0-623B-1265-4639-0BED65243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88640"/>
            <a:ext cx="8784976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1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98EC50-C2B1-E782-8DBA-F10D0D611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535"/>
            <a:ext cx="9144000" cy="435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08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AC9EE-F6D7-82E1-0D3F-8A9ED5C8F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3"/>
            <a:ext cx="9144000" cy="3143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726340-52ED-546D-3B72-4B37FBC5D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284984"/>
            <a:ext cx="885698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04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C03FC9-D0C6-30A5-4EB5-D5522EDEC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38849"/>
            <a:ext cx="8640960" cy="598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5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1B1AC1-4364-061B-608C-DED9ECA3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970"/>
            <a:ext cx="9144000" cy="609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16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F3C3C-CEBD-C280-515B-41A8415E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466"/>
            <a:ext cx="8748464" cy="587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5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122</Words>
  <Application>Microsoft Office PowerPoint</Application>
  <PresentationFormat>On-screen Show (4:3)</PresentationFormat>
  <Paragraphs>21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</dc:creator>
  <cp:lastModifiedBy>Sahaaya Arul Mary S A</cp:lastModifiedBy>
  <cp:revision>76</cp:revision>
  <dcterms:created xsi:type="dcterms:W3CDTF">2020-02-24T00:31:46Z</dcterms:created>
  <dcterms:modified xsi:type="dcterms:W3CDTF">2023-06-25T08:52:24Z</dcterms:modified>
</cp:coreProperties>
</file>