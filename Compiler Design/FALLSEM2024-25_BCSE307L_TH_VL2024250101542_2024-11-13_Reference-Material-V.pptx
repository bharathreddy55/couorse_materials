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1" r:id="rId2"/>
    <p:sldId id="273" r:id="rId3"/>
    <p:sldId id="274" r:id="rId4"/>
    <p:sldId id="275" r:id="rId5"/>
    <p:sldId id="276" r:id="rId6"/>
    <p:sldId id="277" r:id="rId7"/>
    <p:sldId id="278" r:id="rId8"/>
    <p:sldId id="279" r:id="rId9"/>
    <p:sldId id="280" r:id="rId10"/>
    <p:sldId id="281" r:id="rId11"/>
    <p:sldId id="282" r:id="rId12"/>
    <p:sldId id="263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2" d="100"/>
          <a:sy n="92" d="100"/>
        </p:scale>
        <p:origin x="21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haaya Arul Mary S A" userId="5e9c2bd099f20264" providerId="LiveId" clId="{76A91A24-8192-4119-807A-AE3D2CD5CF9E}"/>
    <pc:docChg chg="delSld">
      <pc:chgData name="Sahaaya Arul Mary S A" userId="5e9c2bd099f20264" providerId="LiveId" clId="{76A91A24-8192-4119-807A-AE3D2CD5CF9E}" dt="2023-07-17T09:59:58.911" v="12" actId="47"/>
      <pc:docMkLst>
        <pc:docMk/>
      </pc:docMkLst>
      <pc:sldChg chg="del">
        <pc:chgData name="Sahaaya Arul Mary S A" userId="5e9c2bd099f20264" providerId="LiveId" clId="{76A91A24-8192-4119-807A-AE3D2CD5CF9E}" dt="2023-07-17T09:59:44.461" v="0" actId="47"/>
        <pc:sldMkLst>
          <pc:docMk/>
          <pc:sldMk cId="1686592168" sldId="257"/>
        </pc:sldMkLst>
      </pc:sldChg>
      <pc:sldChg chg="del">
        <pc:chgData name="Sahaaya Arul Mary S A" userId="5e9c2bd099f20264" providerId="LiveId" clId="{76A91A24-8192-4119-807A-AE3D2CD5CF9E}" dt="2023-07-17T09:59:45.517" v="2" actId="47"/>
        <pc:sldMkLst>
          <pc:docMk/>
          <pc:sldMk cId="2828628388" sldId="259"/>
        </pc:sldMkLst>
      </pc:sldChg>
      <pc:sldChg chg="del">
        <pc:chgData name="Sahaaya Arul Mary S A" userId="5e9c2bd099f20264" providerId="LiveId" clId="{76A91A24-8192-4119-807A-AE3D2CD5CF9E}" dt="2023-07-17T09:59:45.945" v="3" actId="47"/>
        <pc:sldMkLst>
          <pc:docMk/>
          <pc:sldMk cId="3716419103" sldId="260"/>
        </pc:sldMkLst>
      </pc:sldChg>
      <pc:sldChg chg="del">
        <pc:chgData name="Sahaaya Arul Mary S A" userId="5e9c2bd099f20264" providerId="LiveId" clId="{76A91A24-8192-4119-807A-AE3D2CD5CF9E}" dt="2023-07-17T09:59:46.360" v="4" actId="47"/>
        <pc:sldMkLst>
          <pc:docMk/>
          <pc:sldMk cId="293266620" sldId="261"/>
        </pc:sldMkLst>
      </pc:sldChg>
      <pc:sldChg chg="del">
        <pc:chgData name="Sahaaya Arul Mary S A" userId="5e9c2bd099f20264" providerId="LiveId" clId="{76A91A24-8192-4119-807A-AE3D2CD5CF9E}" dt="2023-07-17T09:59:46.832" v="5" actId="47"/>
        <pc:sldMkLst>
          <pc:docMk/>
          <pc:sldMk cId="1599774651" sldId="262"/>
        </pc:sldMkLst>
      </pc:sldChg>
      <pc:sldChg chg="del">
        <pc:chgData name="Sahaaya Arul Mary S A" userId="5e9c2bd099f20264" providerId="LiveId" clId="{76A91A24-8192-4119-807A-AE3D2CD5CF9E}" dt="2023-07-17T09:59:58.911" v="12" actId="47"/>
        <pc:sldMkLst>
          <pc:docMk/>
          <pc:sldMk cId="1604195974" sldId="265"/>
        </pc:sldMkLst>
      </pc:sldChg>
      <pc:sldChg chg="del">
        <pc:chgData name="Sahaaya Arul Mary S A" userId="5e9c2bd099f20264" providerId="LiveId" clId="{76A91A24-8192-4119-807A-AE3D2CD5CF9E}" dt="2023-07-17T09:59:47.265" v="6" actId="47"/>
        <pc:sldMkLst>
          <pc:docMk/>
          <pc:sldMk cId="660531826" sldId="266"/>
        </pc:sldMkLst>
      </pc:sldChg>
      <pc:sldChg chg="del">
        <pc:chgData name="Sahaaya Arul Mary S A" userId="5e9c2bd099f20264" providerId="LiveId" clId="{76A91A24-8192-4119-807A-AE3D2CD5CF9E}" dt="2023-07-17T09:59:47.806" v="7" actId="47"/>
        <pc:sldMkLst>
          <pc:docMk/>
          <pc:sldMk cId="2391991485" sldId="267"/>
        </pc:sldMkLst>
      </pc:sldChg>
      <pc:sldChg chg="del">
        <pc:chgData name="Sahaaya Arul Mary S A" userId="5e9c2bd099f20264" providerId="LiveId" clId="{76A91A24-8192-4119-807A-AE3D2CD5CF9E}" dt="2023-07-17T09:59:48.342" v="8" actId="47"/>
        <pc:sldMkLst>
          <pc:docMk/>
          <pc:sldMk cId="758685807" sldId="268"/>
        </pc:sldMkLst>
      </pc:sldChg>
      <pc:sldChg chg="del">
        <pc:chgData name="Sahaaya Arul Mary S A" userId="5e9c2bd099f20264" providerId="LiveId" clId="{76A91A24-8192-4119-807A-AE3D2CD5CF9E}" dt="2023-07-17T09:59:48.845" v="9" actId="47"/>
        <pc:sldMkLst>
          <pc:docMk/>
          <pc:sldMk cId="3277409654" sldId="269"/>
        </pc:sldMkLst>
      </pc:sldChg>
      <pc:sldChg chg="del">
        <pc:chgData name="Sahaaya Arul Mary S A" userId="5e9c2bd099f20264" providerId="LiveId" clId="{76A91A24-8192-4119-807A-AE3D2CD5CF9E}" dt="2023-07-17T09:59:51.324" v="11" actId="47"/>
        <pc:sldMkLst>
          <pc:docMk/>
          <pc:sldMk cId="322012225" sldId="270"/>
        </pc:sldMkLst>
      </pc:sldChg>
      <pc:sldChg chg="del">
        <pc:chgData name="Sahaaya Arul Mary S A" userId="5e9c2bd099f20264" providerId="LiveId" clId="{76A91A24-8192-4119-807A-AE3D2CD5CF9E}" dt="2023-07-17T09:59:49.397" v="10" actId="47"/>
        <pc:sldMkLst>
          <pc:docMk/>
          <pc:sldMk cId="1934968914" sldId="272"/>
        </pc:sldMkLst>
      </pc:sldChg>
      <pc:sldChg chg="del">
        <pc:chgData name="Sahaaya Arul Mary S A" userId="5e9c2bd099f20264" providerId="LiveId" clId="{76A91A24-8192-4119-807A-AE3D2CD5CF9E}" dt="2023-07-17T09:59:45.065" v="1" actId="47"/>
        <pc:sldMkLst>
          <pc:docMk/>
          <pc:sldMk cId="2579284313" sldId="283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5T06:43:07.86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756 4 24575,'-74'-1'0,"26"-1"0,0 2 0,1 2 0,-1 2 0,-69 16 0,85-12 0,1 2 0,-48 22 0,64-24 0,0 1 0,1 0 0,0 1 0,1 1 0,-1 0 0,2 1 0,-21 23 0,22-21 0,-5 4 0,1 0 0,-13 23 0,24-33 0,0 0 0,0 0 0,0 1 0,1-1 0,0 1 0,1 0 0,0 0 0,-1 17 0,0 34 0,10 100 0,-7-153 0,1 0 0,1 0 0,0-1 0,-1 1 0,2 0 0,-1-1 0,1 0 0,0 1 0,1-1 0,-1-1 0,1 1 0,0 0 0,0-1 0,1 0 0,0 0 0,0 0 0,0 0 0,0-1 0,1 0 0,0 0 0,0-1 0,0 1 0,0-1 0,0 0 0,1-1 0,-1 0 0,1 0 0,0 0 0,0-1 0,12 1 0,-18-2 0,37 3 0,0-2 0,75-8 0,-105 5 0,-1 0 0,0-1 0,0 1 0,1-2 0,-2 1 0,1-1 0,0 0 0,-1-1 0,0 1 0,0-1 0,8-8 0,-3 1 0,0 0 0,-1-1 0,-1 0 0,13-22 0,-4-7 0,-15 33 0,0 1 0,1 0 0,0 0 0,0 0 0,10-14 0,-5 9 0,-2 0 0,1 0 0,-2 0 0,0-1 0,0 0 0,-2 0 0,7-27 0,12-36 0,-6 37 0,-1 4 0,-2-1 0,18-74 0,-31 109 0,-1-1 0,1 1 0,0-1 0,0 1 0,0-1 0,0 1 0,0-1 0,1 1 0,-1 0 0,1 0 0,-1-1 0,4-1 0,-5 3 0,0 1 0,1 0 0,-1 0 0,0-1 0,1 1 0,-1 0 0,1 0 0,-1-1 0,1 1 0,-1 0 0,0 0 0,1 0 0,-1 0 0,1 0 0,-1 0 0,1 0 0,-1 0 0,1 0 0,-1 0 0,1 0 0,-1 0 0,1 0 0,-1 0 0,0 0 0,1 0 0,0 1 0,0 0 0,0 0 0,0 0 0,0-1 0,0 2 0,0-1 0,0 0 0,-1 0 0,1 0 0,0 0 0,-1 0 0,1 1 0,-1-1 0,1 0 0,0 2 0,6 23 0,-1 1 0,-1 0 0,-2 0 0,1 32 0,8 52 0,-10-101 0,1-1 0,0 0 0,1 0 0,0 0 0,0-1 0,9 13 0,-7-11 0,0 0 0,0 1 0,6 17 0,-9-19 0,1 0 0,0-1 0,0 1 0,1-1 0,0 0 0,1 0 0,0-1 0,0 1 0,0-1 0,1-1 0,0 1 0,0-1 0,1 0 0,0-1 0,13 7 0,-7-5 0,0 0 0,0-2 0,0 1 0,1-2 0,0 0 0,0-1 0,0 0 0,0-1 0,16-1 0,-24-1-118,-3 0 14,-1 0 0,1 0 0,-1 0 0,1 0 0,0 1 0,-1-1 1,1 1-1,-1 0 0,1 0 0,-1 1 0,5 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5T06:43:09.5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24575,'581'0'-1365,"-560"0"-5461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5T06:43:11.63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24575,'895'0'-1365,"-874"0"-5461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5T06:43:16.1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805 1 24575,'-29'1'0,"-1"2"0,1 2 0,-43 11 0,42-8 0,0-2 0,-1-1 0,-31 1 0,46-5 0,0 0 0,1 1 0,-1 1 0,1 1 0,0 0 0,0 0 0,0 2 0,1 0 0,-1 1 0,2 0 0,-1 1 0,1 0 0,0 1 0,1 1 0,0 0 0,-17 17 0,-3 7 0,-2-1 0,1 2 0,-49 69 0,74-89 0,0 0 0,1 0 0,1 1 0,1 0 0,0 0 0,1 0 0,0 1 0,2-1 0,0 1 0,1 0 0,0-1 0,1 1 0,4 23 0,2 3 0,2 1 0,3-1 0,28 77 0,-35-111 0,0 1 0,0-1 0,1 0 0,0 0 0,1 0 0,0-1 0,1 1 0,-1-2 0,1 1 0,1-1 0,-1 0 0,2 0 0,-1-1 0,0 0 0,17 8 0,-9-7 0,1-1 0,-1-1 0,1 0 0,0-1 0,0-1 0,0 0 0,1-1 0,26-1 0,-35-1 0,152-5 0,-132 3 0,0-2 0,-1-1 0,43-14 0,-12 1 0,-34 11 0,0-1 0,0 0 0,-2-2 0,1-1 0,23-15 0,-10 8-1365,-20 12-5461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5T06:43:17.8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 0 24575,'0'679'0,"0"-676"-87,-1 34 305,1-35-293,-1-1 1,1 1-1,0-1 0,0 1 0,0-1 0,-1 0 1,1 1-1,-1-1 0,1 1 0,-1-1 0,0 0 0,0 1 1,1-1-1,-1 0 0,0 1 0,0-1 0,0 0 1,0 0-1,-2 1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5T06:43:20.3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458 0 24575,'-2'1'0,"1"-1"0,0 1 0,-1-1 0,1 1 0,0 0 0,0-1 0,0 1 0,0 0 0,-1 0 0,1 0 0,0 0 0,0 0 0,1 0 0,-1 0 0,0 0 0,0 0 0,0 0 0,1 1 0,-1-1 0,0 3 0,-13 31 0,11-28 0,-29 85 0,-32 144 0,56-176 0,2 0 0,4 1 0,6 93 0,-2-116 0,1-1 0,1 0 0,2 0 0,13 44 0,43 105 0,9 41 0,-59-177 0,-4-9 0,2-1 0,31 77 0,-30-87 0,-1 1 0,-1 0 0,5 33 0,-2-9 0,-3-8 0,-1 0 0,-3 0 0,-2 1 0,-1 0 0,-8 65 0,5-105 0,-1 1 0,0 0 0,0-1 0,-1 1 0,-1-1 0,1 0 0,-1 0 0,0 0 0,-1-1 0,0 1 0,0-1 0,-10 10 0,-7 5 0,0-1 0,-32 22 0,40-32 0,-8 4 0,0-1 0,-2-1 0,1-1 0,-2-2 0,1 0 0,-41 10 0,39-15-20,-1-1 0,-1-2-1,1-1 1,-42-3 0,13 0-1244,35 2-5562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5T06:43:22.09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0 373 24575,'17'-2'0,"0"0"0,0-2 0,0 0 0,0-1 0,27-12 0,-34 13 0,405-175 0,-366 151 0,-38 21 0,1 0 0,1 0 0,-1 1 0,1 1 0,0 0 0,14-3 0,-5 2 0,0-1 0,0-1 0,24-13 0,15-5 0,-44 19-1365,-4-1-5461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5T06:43:23.5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24575,'0'0'-8191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5T06:42:40.54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2140 24575,'1'-17'0,"1"-1"0,0 1 0,1-1 0,1 1 0,1 0 0,7-20 0,49-94 0,-50 109 0,77-135 0,128-172 0,-187 287 0,-18 26 0,22-31 0,33-64 0,-30 42 0,-17 36 0,-2-1 0,-1-1 0,-1 0 0,-3-1 0,12-49 0,-7-6 0,-4-1 0,-4-1 0,-4-104 0,-7 177 0,0 1 0,-1-1 0,-1 1 0,-1 0 0,-1 0 0,-13-31 0,1 13 0,-2 2 0,-30-42 0,48 75 0,1-1 0,-1 1 0,0-1 0,0 1 0,0 0 0,0 0 0,-1 0 0,1 0 0,-1 0 0,1 1 0,-1-1 0,-3-1 0,5 3 0,0 0 0,0 0 0,0 0 0,0 0 0,0 0 0,0 0 0,0 0 0,0 0 0,0 0 0,0 1 0,0-1 0,0 0 0,0 1 0,0-1 0,0 1 0,0-1 0,1 1 0,-1-1 0,0 1 0,0 0 0,0-1 0,1 1 0,-1 0 0,0-1 0,1 1 0,-1 0 0,1 0 0,-1 0 0,1 0 0,-1 0 0,1-1 0,-1 1 0,1 0 0,0 0 0,0 0 0,0 0 0,-1 0 0,1 2 0,-4 19 0,0 1 0,2 0 0,1-1 0,0 1 0,5 34 0,-2-1 0,1 1085 0,-5-604 0,2-522 0,2 1 0,-1-1 0,2 1 0,0-1 0,1 0 0,0-1 0,1 1 0,11 20 0,-11-24 0,0-1 0,1-1 0,1 1 0,0-1 0,0 0 0,1-1 0,-1 1 0,2-1 0,-1-1 0,1 0 0,1 0 0,10 5 0,-1-1 0,1-1 0,0-1 0,1-1 0,0 0 0,28 5 0,-42-12 0,0 0 0,0 0 0,1-1 0,-1 0 0,0 0 0,0-1 0,0 0 0,0 0 0,0-1 0,0 1 0,0-1 0,0-1 0,-1 0 0,1 0 0,-1 0 0,0 0 0,1-1 0,-2 0 0,1-1 0,8-7 0,-8 5 0,0-1 0,0 0 0,0 0 0,-1 0 0,-1-1 0,1 0 0,-1 0 0,-1 0 0,0-1 0,0 1 0,-1-1 0,2-14 0,1-13 0,-2-71 0,-4 86 0,-1 1 0,-1-1 0,-1 1 0,-1 0 0,0 0 0,-2 0 0,0 1 0,-2 0 0,0 0 0,-14-21 0,-41-57 0,-9-17 0,61 97 0,0 1 0,-2 0 0,0 1 0,-1 1 0,0 0 0,-22-15 0,31 25 0,10 3 0,-1 0 0,0 0 0,1 1 0,-1-1 0,1 1 0,-1 0 0,1 0 0,0 0 0,4-1 0,4 0-195,0-1 0,1 1 0,-1 1 0,1 0 0,-1 1 0,22 2 0,-19 3-6631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5T06:42:42.5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1 216 24575,'4'0'0,"10"0"0,14-8 0,19-7 0,7 0 0,1 1 0,-1 0 0,-4-2 0,-3-3 0,-10-2 0,-6 3 0,-5 4 0,-3 0 0,-1-1 0,-4-2 0,-6 1-8191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5T06:42:44.2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0 109 24575,'8'0'0,"7"-4"0,9-6 0,5 0 0,1 0 0,0 3 0,-1 2 0,-2 2 0,-1-2 0,0-5 0,-2 0 0,1 1 0,-1 2 0,-1 3 0,1 1 0,0 2 0,-4-4 0,-5 0-8191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5T06:42:46.8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802 2 24575,'-145'-2'0,"-155"5"0,289-2 0,1 1 0,-1 0 0,1 1 0,0 0 0,0 0 0,0 1 0,0 1 0,-15 8 0,-5 7 0,-32 27 0,53-40 0,-4 3 0,1 1 0,1 0 0,-1 0 0,2 1 0,-1 1 0,2 0 0,0 0 0,0 1 0,1 0 0,1 0 0,1 1 0,0-1 0,0 2 0,2-1 0,0 1 0,0-1 0,2 1 0,0 0 0,0 26 0,2-4 0,-2-18 0,2 0 0,1 1 0,6 37 0,-6-52 0,1-1 0,-1 0 0,1 1 0,0-1 0,0 0 0,1 0 0,0 0 0,0-1 0,0 1 0,0-1 0,1 1 0,-1-1 0,1 0 0,0-1 0,1 1 0,-1-1 0,1 1 0,9 4 0,98 41 0,-101-44 0,1-1 0,0-1 0,0 0 0,0 0 0,0-1 0,20 0 0,78-4 0,-45 0 0,-45 0 0,0-1 0,0-1 0,0 0 0,0-2 0,0 0 0,-1-1 0,25-13 0,47-17 0,-65 31 0,41-6 0,-25 6 0,-14 2-682,41-1-1,-48 5-6143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5T06:42:49.7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231 1 24575,'-1'11'0,"-1"1"0,0-1 0,-1 0 0,0 1 0,-6 13 0,-2 8 0,-12 42 0,-52 113 0,7-60 0,45-93-1365,13-19-5461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5T06:42:53.0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175 658 24575,'17'0'0,"1"-1"0,0-2 0,-1 1 0,1-2 0,28-10 0,78-40 0,-55 22 0,127-67 0,-190 95 0,0 1 0,0-1 0,-1-1 0,1 1 0,-1-1 0,0 1 0,-1-1 0,1-1 0,-1 1 0,0-1 0,0 0 0,-1 1 0,0-2 0,4-9 0,-3 4 0,-1-1 0,0 0 0,-2 0 0,1-1 0,-1 1 0,-2-21 0,0 21 0,1-5 0,-1 0 0,-4-19 0,4 31 0,-1 0 0,1-1 0,-2 1 0,1 1 0,-1-1 0,1 0 0,-2 0 0,1 1 0,-7-8 0,1 2 0,-1 0 0,0 0 0,0 1 0,-22-16 0,25 22 0,0 0 0,1 1 0,-2 0 0,1 0 0,0 0 0,-1 1 0,1 0 0,-1 0 0,1 1 0,-15-1 0,-15 0 0,-67 8 0,91-5 0,0 1 0,0 1 0,1 0 0,-1 0 0,1 2 0,-1-1 0,1 2 0,-18 10 0,18-6 0,1 0 0,0 0 0,1 1 0,0 1 0,-14 21 0,-13 16 0,14-23 0,1 0 0,1 2 0,1 0 0,2 1 0,1 2 0,2-1 0,-15 40 0,21-35 0,3 0 0,0 1 0,2 0 0,2-1 0,1 1 0,7 57 0,-5-87 0,0 0 0,0 1 0,1-1 0,0 0 0,1-1 0,-1 1 0,1 0 0,0-1 0,0 1 0,1-1 0,-1 0 0,1 0 0,0 0 0,1-1 0,-1 1 0,1-1 0,7 5 0,6 3 0,0-1 0,0-1 0,36 15 0,-14 0 0,-36-22 0,1 1 0,-1-1 0,1 0 0,0 0 0,0 0 0,0-1 0,0 0 0,1 0 0,9 3 0,23-2 0,1 0 0,64-6 0,-19 1 0,-27 2 0,93-3 0,-126 1 0,-1-1 0,1-1 0,-1-1 0,30-11 0,-20 5 0,-25 10 0,0-2 0,-1 1 0,1-1 0,0 0 0,-1-1 0,0 1 0,0-1 0,0-1 0,10-8 0,-8 5-60,-6 7-59,-1-1 0,1 0 1,-1 0-1,0 1 1,0-2-1,0 1 0,0 0 1,0 0-1,0-1 1,1-3-1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5T06:42:55.0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189 1 24575,'-3'60'0,"-4"-1"0,-16 77 0,22-133 0,-47 163 0,12-50 0,35-113 0,-5 23 0,-1 0 0,-2 0 0,-1-1 0,-14 26 0,17-35-1365,1-1-5461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5T06:42:57.82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873 1 24575,'-51'25'0,"1"2"0,-81 59 0,16 22 0,70-62 0,27-27 0,1 1 0,1 1 0,1 1 0,1 1 0,1 0 0,1 0 0,0 1 0,2 1 0,1 0 0,1 0 0,-6 35 0,1 16 0,3 0 0,1 125 0,9-139 0,16 109 0,-9-101 0,-2 70 0,-5-91 0,2 0 0,2-1 0,2 1 0,13 49 0,-8-60 0,-2 0 0,-1 1 0,-2 0 0,2 78 0,-9-64 0,2-16 0,-2-1 0,-2 1 0,-10 50 0,13-83 0,-2 5 0,0-1 0,0 1 0,-1-1 0,0 1 0,0-1 0,-1 0 0,0 0 0,0 0 0,-8 8 0,-25 36 0,29-39 0,0-1 0,-1 0 0,0 0 0,-1-1 0,0-1 0,-1 0 0,0 0 0,-16 11 0,17-15 0,1-1 0,-1 0 0,-1 0 0,1-1 0,-1 0 0,0-1 0,-17 4 0,24-7 0,1 1 0,0-1 0,0 0 0,-1 0 0,1 0 0,0 0 0,-1-1 0,1 1 0,0-1 0,0 0 0,0 0 0,0 0 0,0-1 0,0 1 0,0-1 0,0 1 0,0-1 0,0 0 0,1 0 0,-1 0 0,1 0 0,0-1 0,-1 1 0,1-1 0,0 1 0,0-1 0,1 0 0,-1 0 0,1 0 0,-3-5 0,-2-10-1365,3 0-5461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5T06:42:59.7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1 123 24575,'29'0'0,"0"-1"0,1-1 0,-1-2 0,0 0 0,50-16 0,-49 11 0,36-5 0,-13 4 0,37-7 0,33-9 0,-102 21-682,41-5-1,-52 9-6143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5T06:42:12.87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608 1 24575,'-340'0'0,"332"0"0,1 1 0,0 0 0,1 0 0,-1 1 0,0-1 0,0 1 0,1 1 0,-1 0 0,1 0 0,-1 0 0,1 0 0,-10 8 0,4-1 0,1 0 0,0 1 0,0 0 0,-16 23 0,18-19 0,0 0 0,1 1 0,1 0 0,-7 22 0,-2 3 0,8-20 0,1 0 0,1 0 0,1 1 0,1 0 0,-2 36 0,7 114 0,1-71 0,-3-41 0,0 49 0,2-96 0,0 0 0,1 0 0,1 1 0,0-2 0,9 24 0,-9-30 0,0 1 0,1-1 0,-1 0 0,2 0 0,-1-1 0,0 1 0,1-1 0,0 0 0,1 0 0,-1-1 0,1 0 0,0 0 0,0 0 0,0 0 0,7 2 0,-1-1 0,-1-1 0,1 0 0,0-1 0,0 0 0,0-1 0,0 0 0,23-1 0,18-2 0,0-2 0,-1-3 0,1-2 0,-1-2 0,0-3 0,82-31 0,-125 41 0,1 1 0,0 0 0,-1 0 0,1 1 0,19 0 0,-20 1 0,1 0 0,-1-1 0,1 0 0,-1-1 0,14-3 0,6-14-1365,-18 10-5461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5T06:42:16.03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1 103 24575,'13'-11'0,"1"1"0,0 0 0,1 1 0,0 1 0,0 1 0,30-11 0,-30 12 0,0 1 0,0 0 0,1 1 0,-1 1 0,1 0 0,27 0 0,-7 2 0,50 7 0,-84-6-105,1 0 0,0 1 0,-1-1 0,1 1 0,-1 0 0,1 0 0,-1 0 0,1 0 0,-1 0 0,1 1 0,-1-1 0,2 2 0,6 8-6721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5T06:42:18.1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26 24575,'46'0'0,"-10"1"0,1-1 0,-1-2 0,62-12 0,-71 10-127,2 0-1,-1 2 0,47 2 0,-52 0-726,-2 0-5972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5T06:41:49.3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680 1468 24575,'-118'-2'0,"-129"5"0,233 0 0,0 1 0,0 1 0,1 0 0,0 0 0,0 2 0,0-1 0,-15 12 0,14-9 0,1 1 0,1 1 0,-1 0 0,2 0 0,0 1 0,0 1 0,1 0 0,1 0 0,0 1 0,0 0 0,2 0 0,0 1 0,0 0 0,2 0 0,0 1 0,0 0 0,2 0 0,0 0 0,1 0 0,-1 19 0,-8 108 0,-1 51 0,12-140 0,2 69 0,-1-116 0,0 0 0,1-1 0,0 1 0,0 0 0,0-1 0,1 0 0,0 1 0,6 7 0,36 47 0,-14-20 0,-26-33 0,1-1 0,0 0 0,0-1 0,1 1 0,-1-1 0,10 6 0,-15-11 0,0 0 0,1 0 0,-1 0 0,0 0 0,1 0 0,-1 0 0,1-1 0,-1 1 0,1 0 0,-1-1 0,1 1 0,-1-1 0,1 0 0,0 1 0,-1-1 0,1 0 0,0 0 0,-1 0 0,1 0 0,0 0 0,-1-1 0,1 1 0,-1 0 0,1-1 0,0 1 0,-1-1 0,1 0 0,-1 1 0,1-1 0,-1 0 0,0 0 0,1 0 0,-1 0 0,0 0 0,0 0 0,1 0 0,-1-1 0,0 1 0,0 0 0,1-2 0,10-18 0,0 2 0,0-1 0,-1-1 0,15-42 0,-19 45 0,0 0 0,14-24 0,-14 30 0,-1 0 0,0 0 0,-1 0 0,-1-1 0,1 0 0,-2 0 0,3-16 0,-5 12 0,1 0 0,0 0 0,2-1 0,0 2 0,1-1 0,8-19 0,-7 19 0,-2 1 0,0-1 0,0 0 0,-2 0 0,0 0 0,-1-22 0,4-23 0,7-105 0,-9-188 0,-5 174 0,2-437 0,1 589 0,11-56 0,-7 55 0,3-53 0,-10-3 0,0 56 0,1 0 0,1 0 0,2 0 0,1-1 0,1 2 0,10-33 0,-34 135 0,-12 94 0,10-46 0,13-71 0,3 0 0,1 0 0,3 0 0,6 84 0,20-14 0,-1-23 0,-16-71 0,0 1 0,-2 0 0,3 48 0,-10 45 0,4 66 0,21-43 0,-13-91 0,-5-28 0,4 46 0,-10 104 0,3 38 0,9-126 0,-6-57 0,3 51 0,-8-67 0,1 0 0,0 0 0,1 0 0,0-1 0,1 1 0,0-1 0,8 19 0,1-1 0,-1 1 0,-1 0 0,8 46 0,-15-65 0,1-1 0,0-1 0,1 1 0,0 0 0,0-1 0,1 0 0,1-1 0,0 1 0,0-1 0,11 10 0,26 38 0,-31-38-195,1-1 0,1-1 0,0 0 0,1-1 0,1-1 0,25 18 0,-25-21-6631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5T06:41:51.1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1 151 24575,'13'-1'0,"0"0"0,0-1 0,-1-1 0,1 0 0,18-7 0,10-3 0,164-49 0,-133 40 0,-55 15 0,1 2 0,0 0 0,0 1 0,30-3 0,-35 7-69,-11 0-49,1 0 0,0 0 0,0 0 0,0 0 1,0 0-1,0 0 0,0-1 0,0 0 1,0 0-1,4-1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5T06:41:53.4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1 276 24575,'4'-1'0,"0"-1"0,0 1 0,0-1 0,-1 0 0,1 0 0,0 0 0,-1-1 0,6-4 0,2 0 0,117-77 0,-40 25 0,-78 53 0,0 1 0,0-1 0,0 2 0,1-1 0,0 2 0,-1-1 0,21-2 0,25-10 0,-20 4-15,-22 8-323,-1 0 1,0-1-1,18-10 1,-18 7-6489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5T06:41:25.0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 1504 24575,'6'-1'0,"0"0"0,-1 0 0,1-1 0,0 0 0,-1 0 0,1-1 0,-1 0 0,0 1 0,0-2 0,7-4 0,10-6 0,419-234 0,-421 235 0,0 0 0,-1-1 0,-1-1 0,-1-1 0,19-20 0,71-97 0,-87 106 0,80-115 0,-84 118 0,-1-1 0,-1 0 0,-1 0 0,-1-2 0,-1 1 0,-2-2 0,11-45 0,-13 35 0,0 0 0,-3 0 0,-1-1 0,-2 1 0,-2-1 0,-1 0 0,-13-66 0,13 99 0,0 0 0,0 1 0,-1-1 0,0 1 0,0 0 0,0 0 0,-1 0 0,1 0 0,-1 0 0,0 1 0,-1 0 0,-7-7 0,-7-3 0,-1 1 0,-20-11 0,7 6 0,23 12 0,-1 1 0,0 0 0,0 1 0,0 0 0,-1 1 0,0 0 0,1 1 0,-1 0 0,0 1 0,0 1 0,-21 1 0,9 1 0,-1 1 0,1 2 0,-1 0 0,-37 15 0,49-14 0,-1 1 0,1 0 0,1 1 0,-14 11 0,3-3 0,8-5 0,1 1 0,-1 1 0,2 0 0,-17 21 0,-43 66 0,70-95 0,-19 32 0,2 1 0,2 1 0,2 0 0,-21 75 0,10-31 0,26-81 0,-28 81 0,-36 170 0,62-235 0,-5 32 0,-4 97 0,12-124 0,0 40 0,15 119 0,-14-178 0,2 15 0,1 0 0,0 0 0,2 0 0,11 28 0,0-4 0,-14-33 0,1 0 0,0 0 0,0 0 0,1 0 0,8 10 0,23 35 0,-23-34 0,29 37 0,-1-14 0,1-2 0,58 43 0,-78-69 0,2-1 0,-1-1 0,2-1 0,0-1 0,50 16 0,10-12 0,-21-4 0,3 3 0,87 22 0,-112-27 0,1-3 0,0-2 0,0-1 0,0-2 0,45-5 0,-14 2 0,-58 1 0,-1-2 0,1 0 0,0 0 0,0-1 0,-1-1 0,0-1 0,0 0 0,0-1 0,0-1 0,-1 0 0,0-1 0,-1 0 0,24-20 0,-24 19 0,0 1 0,0 0 0,22-8 0,6-4 0,31-11 10,-42 19-1385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5T06:41:26.8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49 24575,'82'1'0,"-38"1"0,1-1 0,-1-3 0,0-1 0,85-19 0,-86 13-191,0 1 0,0 3 0,1 1 0,80 4 1,-106 0-221,3 1-6415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5T06:41:28.8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24575,'0'2'0,"1"0"0,-1-1 0,1 1 0,0-1 0,0 1 0,-1 0 0,1-1 0,0 0 0,0 1 0,1-1 0,-1 0 0,0 1 0,0-1 0,1 0 0,-1 0 0,0 0 0,1 0 0,-1 0 0,1-1 0,0 1 0,-1 0 0,3 0 0,38 13 0,2-9 0,-1-1 0,0-2 0,56-5 0,-9 0 0,248 3-1365,-318 0-5461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5T06:40:49.2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1595 2 24575,'-62'-1'0,"-70"2"0,121 1 0,0 0 0,1 1 0,0 0 0,-1 0 0,1 1 0,1 1 0,-1-1 0,0 2 0,-8 6 0,-2 1 0,2 1 0,0 1 0,-18 20 0,-20 20 0,31-32 0,2 1 0,-33 42 0,49-56 0,1 0 0,0 0 0,1 0 0,0 1 0,0 0 0,1 0 0,1 0 0,0 0 0,0 0 0,1 1 0,0 16 0,1 355 0,3-174 0,0-47 0,-4 177 0,-2-301 0,-2 0 0,-11 43 0,-5 27 0,1-2 0,-4 25 0,-1 263 0,27 39 0,-2-422 0,0-1 0,0 1 0,-2-1 0,1 0 0,-1 1 0,-1-1 0,0-1 0,0 1 0,-10 15 0,3-7 0,-1-1 0,0 0 0,-29 30 0,33-40 0,-2 5 0,-2-1 0,1 0 0,-2-1 0,1 0 0,-1-1 0,-1 0 0,-24 11 0,-19 5 0,43-17 0,-1-2 0,0 1 0,0-2 0,-1 0 0,0-1 0,0 0 0,0-1 0,-20 1 0,4-3 0,1-1 0,-1-2 0,0-1 0,1-1 0,-35-10 0,61 12 0,0 0 0,0 0 0,0-1 0,0 0 0,1 0 0,-1 0 0,1-1 0,-7-6 0,-32-40 0,20 23 0,5 8-73,11 12-142,0 0 0,0-1-1,1 0 1,0 0-1,-6-11 1,6 5-6611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5T06:40:51.58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 24575,'139'-1'0,"155"3"0,-278 0 0,-1 0 0,0 1 0,1 1 0,-2 0 0,16 8 0,1-2 0,-10-5 0,1-1 0,0-1 0,0-1 0,0 0 0,0-2 0,27-3 0,9 1 0,-13 1 0,0 2 0,75 13 0,-94-10-682,43 2-1,-48-6-6143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5T06:40:53.8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28 24575,'0'-1'0,"0"0"0,1 0 0,-1 0 0,1-1 0,-1 1 0,1 0 0,-1 1 0,1-1 0,0 0 0,0 0 0,-1 0 0,1 0 0,0 0 0,0 1 0,0-1 0,0 0 0,0 1 0,0-1 0,0 1 0,0-1 0,0 1 0,0-1 0,0 1 0,1 0 0,-1 0 0,0-1 0,2 1 0,38-5 0,-37 5 0,340-2 64,-177 4-1493,-147-2-5397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5T06:40:56.41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24575,'508'0'-1365,"-487"0"-5461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5T06:41:05.6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150 0 24575,'-2'4'0,"-1"-1"0,1 0 0,0 1 0,0-1 0,0 1 0,1-1 0,-1 1 0,1 0 0,-2 5 0,2-4 0,0-1 0,-1 1 0,1-1 0,-1 1 0,0-1 0,-1 0 0,-2 5 0,-2 0 0,1 1 0,0 0 0,1 1 0,0-1 0,0 1 0,-5 21 0,5-16 0,-1 0 0,-9 20 0,8-21 0,0-1 0,1 1 0,1 0 0,1 0 0,0 1 0,1 0 0,-1 21 0,2-2 0,1 0 0,6 44 0,-4-70 0,1 0 0,-1-1 0,2 1 0,-1-1 0,1 1 0,0-1 0,1 0 0,-1 0 0,2 0 0,-1-1 0,1 0 0,0 0 0,1 0 0,0 0 0,7 6 0,7 4 0,2-1 0,0 0 0,38 19 0,-40-24 0,73 47 0,-60-35 0,2-1 0,54 24 0,56 7 0,-40-16 0,-92-32 0,-1-2 0,1 0 0,0 0 0,0-1 0,0-1 0,0 0 0,21-1 0,4-4 0,47-10 0,-52 8 0,-6-1 0,0-2 0,0-1 0,-1-1 0,39-22 0,-38 19 0,-10 5 0,-7 5 0,0-1 0,0 0 0,-1-1 0,0 0 0,0 0 0,0-1 0,13-13 0,54-61-100,-51 57-1165,-12 11-5561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5T06:41:11.3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5T06:46:05.15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170 0 24575,'-1'17'0,"-1"0"0,-1 0 0,-1-1 0,-8 24 0,1-3 0,6-22 0,-1 1 0,-14 28 0,12-30 0,0 2 0,-8 27 0,6-4 0,-6 42 0,10-51 0,-10 34 0,10-46 0,1-1 0,0 1 0,2 1 0,0-1 0,1 1 0,1 19 0,1-36 0,0-1 0,0 1 0,0-1 0,0 1 0,0 0 0,1-1 0,-1 1 0,1-1 0,-1 1 0,1-1 0,-1 1 0,1-1 0,0 1 0,0-1 0,0 1 0,-1-1 0,1 0 0,1 0 0,-1 1 0,0-1 0,0 0 0,0 0 0,1 0 0,-1 0 0,0-1 0,1 1 0,-1 0 0,1 0 0,-1-1 0,1 1 0,-1-1 0,1 1 0,-1-1 0,1 0 0,0 0 0,-1 0 0,1 0 0,2 0 0,7-1 0,-1-1 0,1 0 0,-1-1 0,0 0 0,11-5 0,9-2 0,-1 4 0,-1 2 0,39-2 0,29-4 0,-64 6 0,-1 1 0,52 3 0,-52 1 0,0-1 0,52-8 0,-12-12 0,-55 14 0,0 1 0,0 1 0,0 1 0,18-3 0,127 6 76,-81 1-1517,-59-1-5385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5T06:46:08.18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24575,'0'412'-1365,"0"-392"-5461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15T06:48:35.03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0 24575,'0'0'-8191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29B75-DFAB-1609-8779-D978CA2B820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33B457-35FD-20CA-CBB1-13842A010C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6B03E3-F469-D1CB-688A-CACFA0EDF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4F0C1-CC24-4602-9282-89687AFE6947}" type="datetimeFigureOut">
              <a:rPr lang="en-IN" smtClean="0"/>
              <a:t>17-07-2023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9438E-BA27-6AAD-0060-93D6EA90E2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8AA71B-27BE-D82E-71FD-3C343BD89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07865-52B2-4D9F-94A1-F75F56A7C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6518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A7092C-38AE-3FB0-4C73-85BB69F44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07DA52-825E-44E0-E15E-51D451669D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ED638D-9BE4-8F75-168A-39ED4B6A62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4F0C1-CC24-4602-9282-89687AFE6947}" type="datetimeFigureOut">
              <a:rPr lang="en-IN" smtClean="0"/>
              <a:t>17-07-2023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AA069B-1B1A-44F9-6997-9D5888F5D0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6087B-4001-113F-BE43-8933D47C1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07865-52B2-4D9F-94A1-F75F56A7C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44902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BD366A-80CE-5A22-66BF-45D59319F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D6074B-2E68-8055-5121-8C6595B0B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6B3F0D-CF2F-9F24-C5F9-9C2AA0FCB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4F0C1-CC24-4602-9282-89687AFE6947}" type="datetimeFigureOut">
              <a:rPr lang="en-IN" smtClean="0"/>
              <a:t>17-07-2023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2370B4-E355-0558-D5AF-217A69C2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825269-6315-CA38-C5A6-AF0A15589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07865-52B2-4D9F-94A1-F75F56A7C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9769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D6DF01-565C-182D-EC59-AF11D1C01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33B0FD-5B7E-E6BD-0FC6-4A118348D9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04DE9D-ADBB-39A5-A409-53C3FF9028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4E3AABA-B1D8-CFF4-CB05-C742B9DF3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4F0C1-CC24-4602-9282-89687AFE6947}" type="datetimeFigureOut">
              <a:rPr lang="en-IN" smtClean="0"/>
              <a:t>17-07-2023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98463E-1D60-1FE1-8551-C973E516CE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0D28B6-774E-06D9-550E-30A62FB14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07865-52B2-4D9F-94A1-F75F56A7C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87934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15E84-5B31-A679-ED88-98EBEF2E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B0ECCE-F2FE-505A-ED4F-2B0345418B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CA8A57-3A13-B1F9-3179-38BA350AF2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585E4A-844F-3F5A-9BA6-EA46C7AAD8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F8281E-D528-E3B6-8BBE-E3D3A0A2E1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19C0E4-0775-283F-37E4-34A3565627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4F0C1-CC24-4602-9282-89687AFE6947}" type="datetimeFigureOut">
              <a:rPr lang="en-IN" smtClean="0"/>
              <a:t>17-07-2023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155101-DB36-5A40-8C6F-A0C823A49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B034B6-7C7D-E010-5F25-D3DA38F279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07865-52B2-4D9F-94A1-F75F56A7C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55304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EB4E15-9B96-EDC5-FE15-F950ABAAA2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2DEF43-2501-08C1-7E30-22D5FC85EB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4F0C1-CC24-4602-9282-89687AFE6947}" type="datetimeFigureOut">
              <a:rPr lang="en-IN" smtClean="0"/>
              <a:t>17-07-2023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9FA8442-31EB-DA05-A401-3372EBAE3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C437DF-9F2D-0A17-C073-B6C90C68B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07865-52B2-4D9F-94A1-F75F56A7C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4357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12CED41-6B8E-14A3-D8D2-CB26C485F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4F0C1-CC24-4602-9282-89687AFE6947}" type="datetimeFigureOut">
              <a:rPr lang="en-IN" smtClean="0"/>
              <a:t>17-07-2023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6C951FC-3942-4280-1F67-959652A71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E75CF0-1103-E292-D8EC-BC77097BA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07865-52B2-4D9F-94A1-F75F56A7C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9432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7D5EED-77E5-1440-3431-4D61BDAB39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CA2194-BF30-A426-58B7-64129D5DB3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6B2359-E685-95CC-54B0-946ACC8223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751AFB-E9C4-FF43-843B-BA7844D53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4F0C1-CC24-4602-9282-89687AFE6947}" type="datetimeFigureOut">
              <a:rPr lang="en-IN" smtClean="0"/>
              <a:t>17-07-2023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2DF090-B521-651C-808D-BEA7953622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66CC91-B738-11C6-1B1C-9A262FDAA9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07865-52B2-4D9F-94A1-F75F56A7C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3993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1A7F5-7F26-FF1C-4DC3-FF0BE1127E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D55C104-BFA8-E083-9271-0056EC0077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EF263C-516C-D05F-9814-D0077F7D51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AE4F6B-15C6-AE64-08CE-490F5A207A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4F0C1-CC24-4602-9282-89687AFE6947}" type="datetimeFigureOut">
              <a:rPr lang="en-IN" smtClean="0"/>
              <a:t>17-07-2023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3C810E-8D7D-6FAD-47B5-B8CE41483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789A49-6424-9A53-9523-E429A342B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07865-52B2-4D9F-94A1-F75F56A7C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40635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C9FB44-A255-72E9-A569-90034A1F1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754606-36AD-0170-F4B1-79AD7D4588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993E8D-F0BA-8FAD-8677-16FA3782C2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4F0C1-CC24-4602-9282-89687AFE6947}" type="datetimeFigureOut">
              <a:rPr lang="en-IN" smtClean="0"/>
              <a:t>17-07-2023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1B31B1-5001-9247-615B-0C6CD85682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1C6650-644E-8AF8-751B-DA1A22030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07865-52B2-4D9F-94A1-F75F56A7C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16537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A22D50-D28C-510A-9346-DA30BCBCF1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52BE9E-FCDF-606D-D483-2708CFBD78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FEC6D4-FC3F-9641-3B34-C14EE8E5D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4F0C1-CC24-4602-9282-89687AFE6947}" type="datetimeFigureOut">
              <a:rPr lang="en-IN" smtClean="0"/>
              <a:t>17-07-2023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237FE-AFF8-6EE1-9A06-FB9440CBF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DCE9F-317D-B2E5-F9C5-188177EC9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AE07865-52B2-4D9F-94A1-F75F56A7C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89391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A36D420-C8CF-539D-8D48-B9493904C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6A9566-330A-552B-4B22-A6DF59F0D9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3BCA55-83F0-0B7E-9F67-8DB7F9BE04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F4F0C1-CC24-4602-9282-89687AFE6947}" type="datetimeFigureOut">
              <a:rPr lang="en-IN" smtClean="0"/>
              <a:t>17-07-2023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E9B6A-978A-3E09-A736-FAC4E75509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AD63EF-1A49-3245-E5AB-CA2EF2EC01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E07865-52B2-4D9F-94A1-F75F56A7CF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8541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customXml" Target="../ink/ink6.xml"/><Relationship Id="rId18" Type="http://schemas.openxmlformats.org/officeDocument/2006/relationships/image" Target="../media/image25.png"/><Relationship Id="rId3" Type="http://schemas.openxmlformats.org/officeDocument/2006/relationships/customXml" Target="../ink/ink1.xml"/><Relationship Id="rId7" Type="http://schemas.openxmlformats.org/officeDocument/2006/relationships/customXml" Target="../ink/ink3.xml"/><Relationship Id="rId12" Type="http://schemas.openxmlformats.org/officeDocument/2006/relationships/image" Target="../media/image22.png"/><Relationship Id="rId17" Type="http://schemas.openxmlformats.org/officeDocument/2006/relationships/customXml" Target="../ink/ink8.xml"/><Relationship Id="rId2" Type="http://schemas.openxmlformats.org/officeDocument/2006/relationships/image" Target="../media/image4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customXml" Target="../ink/ink5.xml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10" Type="http://schemas.openxmlformats.org/officeDocument/2006/relationships/image" Target="../media/image21.png"/><Relationship Id="rId4" Type="http://schemas.openxmlformats.org/officeDocument/2006/relationships/image" Target="../media/image18.png"/><Relationship Id="rId9" Type="http://schemas.openxmlformats.org/officeDocument/2006/relationships/customXml" Target="../ink/ink4.xml"/><Relationship Id="rId1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customXml" Target="../ink/ink14.xml"/><Relationship Id="rId18" Type="http://schemas.openxmlformats.org/officeDocument/2006/relationships/image" Target="../media/image34.png"/><Relationship Id="rId3" Type="http://schemas.openxmlformats.org/officeDocument/2006/relationships/customXml" Target="../ink/ink9.xml"/><Relationship Id="rId7" Type="http://schemas.openxmlformats.org/officeDocument/2006/relationships/customXml" Target="../ink/ink11.xml"/><Relationship Id="rId12" Type="http://schemas.openxmlformats.org/officeDocument/2006/relationships/image" Target="../media/image31.png"/><Relationship Id="rId17" Type="http://schemas.openxmlformats.org/officeDocument/2006/relationships/customXml" Target="../ink/ink16.xml"/><Relationship Id="rId2" Type="http://schemas.openxmlformats.org/officeDocument/2006/relationships/image" Target="../media/image5.png"/><Relationship Id="rId16" Type="http://schemas.openxmlformats.org/officeDocument/2006/relationships/image" Target="../media/image33.png"/><Relationship Id="rId20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customXml" Target="../ink/ink13.xml"/><Relationship Id="rId5" Type="http://schemas.openxmlformats.org/officeDocument/2006/relationships/customXml" Target="../ink/ink10.xml"/><Relationship Id="rId15" Type="http://schemas.openxmlformats.org/officeDocument/2006/relationships/customXml" Target="../ink/ink15.xml"/><Relationship Id="rId10" Type="http://schemas.openxmlformats.org/officeDocument/2006/relationships/image" Target="../media/image30.png"/><Relationship Id="rId19" Type="http://schemas.openxmlformats.org/officeDocument/2006/relationships/customXml" Target="../ink/ink17.xml"/><Relationship Id="rId4" Type="http://schemas.openxmlformats.org/officeDocument/2006/relationships/image" Target="../media/image27.png"/><Relationship Id="rId9" Type="http://schemas.openxmlformats.org/officeDocument/2006/relationships/customXml" Target="../ink/ink12.xml"/><Relationship Id="rId14" Type="http://schemas.openxmlformats.org/officeDocument/2006/relationships/image" Target="../media/image3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3" Type="http://schemas.openxmlformats.org/officeDocument/2006/relationships/customXml" Target="../ink/ink18.xml"/><Relationship Id="rId7" Type="http://schemas.openxmlformats.org/officeDocument/2006/relationships/customXml" Target="../ink/ink20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8.png"/><Relationship Id="rId5" Type="http://schemas.openxmlformats.org/officeDocument/2006/relationships/customXml" Target="../ink/ink19.xml"/><Relationship Id="rId4" Type="http://schemas.openxmlformats.org/officeDocument/2006/relationships/image" Target="../media/image3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3.png"/><Relationship Id="rId3" Type="http://schemas.openxmlformats.org/officeDocument/2006/relationships/customXml" Target="../ink/ink21.xml"/><Relationship Id="rId7" Type="http://schemas.openxmlformats.org/officeDocument/2006/relationships/customXml" Target="../ink/ink23.xm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customXml" Target="../ink/ink22.xml"/><Relationship Id="rId4" Type="http://schemas.openxmlformats.org/officeDocument/2006/relationships/image" Target="../media/image4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3" Type="http://schemas.openxmlformats.org/officeDocument/2006/relationships/customXml" Target="../ink/ink24.xml"/><Relationship Id="rId7" Type="http://schemas.openxmlformats.org/officeDocument/2006/relationships/customXml" Target="../ink/ink26.xm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customXml" Target="../ink/ink25.xml"/><Relationship Id="rId4" Type="http://schemas.openxmlformats.org/officeDocument/2006/relationships/image" Target="../media/image4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13" Type="http://schemas.openxmlformats.org/officeDocument/2006/relationships/customXml" Target="../ink/ink32.xml"/><Relationship Id="rId3" Type="http://schemas.openxmlformats.org/officeDocument/2006/relationships/customXml" Target="../ink/ink27.xml"/><Relationship Id="rId7" Type="http://schemas.openxmlformats.org/officeDocument/2006/relationships/customXml" Target="../ink/ink29.xml"/><Relationship Id="rId12" Type="http://schemas.openxmlformats.org/officeDocument/2006/relationships/image" Target="../media/image53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11" Type="http://schemas.openxmlformats.org/officeDocument/2006/relationships/customXml" Target="../ink/ink31.xml"/><Relationship Id="rId5" Type="http://schemas.openxmlformats.org/officeDocument/2006/relationships/customXml" Target="../ink/ink28.xml"/><Relationship Id="rId10" Type="http://schemas.openxmlformats.org/officeDocument/2006/relationships/image" Target="../media/image52.png"/><Relationship Id="rId4" Type="http://schemas.openxmlformats.org/officeDocument/2006/relationships/image" Target="../media/image49.png"/><Relationship Id="rId9" Type="http://schemas.openxmlformats.org/officeDocument/2006/relationships/customXml" Target="../ink/ink30.xml"/><Relationship Id="rId14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ustomXml" Target="../ink/ink33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6.png"/><Relationship Id="rId5" Type="http://schemas.openxmlformats.org/officeDocument/2006/relationships/customXml" Target="../ink/ink34.xml"/><Relationship Id="rId4" Type="http://schemas.openxmlformats.org/officeDocument/2006/relationships/image" Target="../media/image5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25.png"/><Relationship Id="rId7" Type="http://schemas.openxmlformats.org/officeDocument/2006/relationships/image" Target="../media/image14.png"/><Relationship Id="rId2" Type="http://schemas.openxmlformats.org/officeDocument/2006/relationships/customXml" Target="../ink/ink3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946B2E-50C1-3BED-2AA7-F708410B7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686" y="0"/>
            <a:ext cx="975462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69739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2AD37B4-EECC-577C-12C5-DF544F6ED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571" y="8708"/>
            <a:ext cx="11538858" cy="586087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8615B6B-8C44-AD6A-48C1-FF8B58288B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571" y="5869578"/>
            <a:ext cx="10676545" cy="788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0385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39A821-0C87-88C8-2A45-046C76BD67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" y="483961"/>
            <a:ext cx="11094720" cy="6082301"/>
          </a:xfrm>
          <a:prstGeom prst="rect">
            <a:avLst/>
          </a:prstGeom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9A99A806-CB43-AFDF-E715-A417D87BD3F8}"/>
              </a:ext>
            </a:extLst>
          </p:cNvPr>
          <p:cNvGrpSpPr/>
          <p:nvPr/>
        </p:nvGrpSpPr>
        <p:grpSpPr>
          <a:xfrm>
            <a:off x="6320211" y="1914463"/>
            <a:ext cx="872280" cy="264600"/>
            <a:chOff x="6320211" y="1914463"/>
            <a:chExt cx="872280" cy="26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0C94F20-81B9-45A9-2258-EC21992D1F56}"/>
                    </a:ext>
                  </a:extLst>
                </p14:cNvPr>
                <p14:cNvContentPartPr/>
                <p14:nvPr/>
              </p14:nvContentPartPr>
              <p14:xfrm>
                <a:off x="6320211" y="1914463"/>
                <a:ext cx="422640" cy="2646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0C94F20-81B9-45A9-2258-EC21992D1F56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311211" y="1905823"/>
                  <a:ext cx="44028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A8899D3-2A85-4CB4-E2E9-8BABFC3E48A1}"/>
                    </a:ext>
                  </a:extLst>
                </p14:cNvPr>
                <p14:cNvContentPartPr/>
                <p14:nvPr/>
              </p14:nvContentPartPr>
              <p14:xfrm>
                <a:off x="6975411" y="2037943"/>
                <a:ext cx="217080" cy="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A8899D3-2A85-4CB4-E2E9-8BABFC3E48A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966771" y="2028943"/>
                  <a:ext cx="23472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6CD5BB0-2E1F-29ED-AD24-03561E9461AD}"/>
                  </a:ext>
                </a:extLst>
              </p14:cNvPr>
              <p14:cNvContentPartPr/>
              <p14:nvPr/>
            </p14:nvContentPartPr>
            <p14:xfrm>
              <a:off x="6931851" y="2185543"/>
              <a:ext cx="330120" cy="36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6CD5BB0-2E1F-29ED-AD24-03561E9461AD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923211" y="2176543"/>
                <a:ext cx="347760" cy="18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" name="Group 9">
            <a:extLst>
              <a:ext uri="{FF2B5EF4-FFF2-40B4-BE49-F238E27FC236}">
                <a16:creationId xmlns:a16="http://schemas.microsoft.com/office/drawing/2014/main" id="{694743C5-9DDD-63CF-94EA-D6D53640FDB2}"/>
              </a:ext>
            </a:extLst>
          </p:cNvPr>
          <p:cNvGrpSpPr/>
          <p:nvPr/>
        </p:nvGrpSpPr>
        <p:grpSpPr>
          <a:xfrm>
            <a:off x="7608651" y="1863343"/>
            <a:ext cx="612720" cy="548280"/>
            <a:chOff x="7608651" y="1863343"/>
            <a:chExt cx="612720" cy="548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8FFA2409-3164-5034-FD30-9B3F4201BA15}"/>
                    </a:ext>
                  </a:extLst>
                </p14:cNvPr>
                <p14:cNvContentPartPr/>
                <p14:nvPr/>
              </p14:nvContentPartPr>
              <p14:xfrm>
                <a:off x="7608651" y="1863343"/>
                <a:ext cx="351360" cy="3754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8FFA2409-3164-5034-FD30-9B3F4201BA15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599651" y="1854703"/>
                  <a:ext cx="369000" cy="39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0DCAF7F-C32A-D497-7B06-BD8195D754AC}"/>
                    </a:ext>
                  </a:extLst>
                </p14:cNvPr>
                <p14:cNvContentPartPr/>
                <p14:nvPr/>
              </p14:nvContentPartPr>
              <p14:xfrm>
                <a:off x="8215611" y="2142343"/>
                <a:ext cx="5760" cy="2692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0DCAF7F-C32A-D497-7B06-BD8195D754A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206611" y="2133343"/>
                  <a:ext cx="23400" cy="28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56DA8A4-2AB2-1D91-7303-890343B1FA7B}"/>
              </a:ext>
            </a:extLst>
          </p:cNvPr>
          <p:cNvGrpSpPr/>
          <p:nvPr/>
        </p:nvGrpSpPr>
        <p:grpSpPr>
          <a:xfrm>
            <a:off x="8612691" y="1741663"/>
            <a:ext cx="326880" cy="898920"/>
            <a:chOff x="8612691" y="1741663"/>
            <a:chExt cx="326880" cy="89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2FC73930-EE02-B4C8-63DB-D7139A2571DB}"/>
                    </a:ext>
                  </a:extLst>
                </p14:cNvPr>
                <p14:cNvContentPartPr/>
                <p14:nvPr/>
              </p14:nvContentPartPr>
              <p14:xfrm>
                <a:off x="8613411" y="1741663"/>
                <a:ext cx="227880" cy="8989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2FC73930-EE02-B4C8-63DB-D7139A2571DB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604411" y="1732663"/>
                  <a:ext cx="245520" cy="9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C3412226-A906-538E-890B-894AE5858607}"/>
                    </a:ext>
                  </a:extLst>
                </p14:cNvPr>
                <p14:cNvContentPartPr/>
                <p14:nvPr/>
              </p14:nvContentPartPr>
              <p14:xfrm>
                <a:off x="8612691" y="2051263"/>
                <a:ext cx="326880" cy="1346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C3412226-A906-538E-890B-894AE5858607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8603691" y="2042263"/>
                  <a:ext cx="344520" cy="152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628EC0E-69DD-0AA8-74EA-600930692586}"/>
                  </a:ext>
                </a:extLst>
              </p14:cNvPr>
              <p14:cNvContentPartPr/>
              <p14:nvPr/>
            </p14:nvContentPartPr>
            <p14:xfrm>
              <a:off x="12426891" y="2072503"/>
              <a:ext cx="360" cy="3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628EC0E-69DD-0AA8-74EA-600930692586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2418251" y="2063503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012827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6199CD-906C-7534-B002-68FFDEC582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830" y="72099"/>
            <a:ext cx="10246639" cy="651158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E895D6A1-8BAF-D5A4-B86A-DDE846B99217}"/>
                  </a:ext>
                </a:extLst>
              </p14:cNvPr>
              <p14:cNvContentPartPr/>
              <p14:nvPr/>
            </p14:nvContentPartPr>
            <p14:xfrm>
              <a:off x="6827451" y="1049383"/>
              <a:ext cx="375480" cy="8143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E895D6A1-8BAF-D5A4-B86A-DDE846B9921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18451" y="1040743"/>
                <a:ext cx="393120" cy="83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381D1811-03F7-FD34-B463-46037547E4EF}"/>
                  </a:ext>
                </a:extLst>
              </p14:cNvPr>
              <p14:cNvContentPartPr/>
              <p14:nvPr/>
            </p14:nvContentPartPr>
            <p14:xfrm>
              <a:off x="7393371" y="1367623"/>
              <a:ext cx="188280" cy="781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381D1811-03F7-FD34-B463-46037547E4EF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384731" y="1358623"/>
                <a:ext cx="205920" cy="95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F23C0886-8FB1-ADF6-24BC-0815502DF396}"/>
                  </a:ext>
                </a:extLst>
              </p14:cNvPr>
              <p14:cNvContentPartPr/>
              <p14:nvPr/>
            </p14:nvContentPartPr>
            <p14:xfrm>
              <a:off x="7437291" y="1510903"/>
              <a:ext cx="152640" cy="3924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F23C0886-8FB1-ADF6-24BC-0815502DF396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428291" y="1502263"/>
                <a:ext cx="170280" cy="5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" name="Group 10">
            <a:extLst>
              <a:ext uri="{FF2B5EF4-FFF2-40B4-BE49-F238E27FC236}">
                <a16:creationId xmlns:a16="http://schemas.microsoft.com/office/drawing/2014/main" id="{A6655435-171F-8446-F7D1-7E5865558D76}"/>
              </a:ext>
            </a:extLst>
          </p:cNvPr>
          <p:cNvGrpSpPr/>
          <p:nvPr/>
        </p:nvGrpSpPr>
        <p:grpSpPr>
          <a:xfrm>
            <a:off x="7871091" y="1253503"/>
            <a:ext cx="576360" cy="419040"/>
            <a:chOff x="7871091" y="1253503"/>
            <a:chExt cx="576360" cy="41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BCD6623A-8DA3-5536-E811-AD6DA311D2DA}"/>
                    </a:ext>
                  </a:extLst>
                </p14:cNvPr>
                <p14:cNvContentPartPr/>
                <p14:nvPr/>
              </p14:nvContentPartPr>
              <p14:xfrm>
                <a:off x="7871091" y="1253503"/>
                <a:ext cx="357840" cy="2638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BCD6623A-8DA3-5536-E811-AD6DA311D2DA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862091" y="1244503"/>
                  <a:ext cx="37548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D8933EB7-9884-EDDF-4AC4-D7A665CCA52C}"/>
                    </a:ext>
                  </a:extLst>
                </p14:cNvPr>
                <p14:cNvContentPartPr/>
                <p14:nvPr/>
              </p14:nvContentPartPr>
              <p14:xfrm>
                <a:off x="8364291" y="1471663"/>
                <a:ext cx="83160" cy="2008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D8933EB7-9884-EDDF-4AC4-D7A665CCA52C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8355651" y="1463023"/>
                  <a:ext cx="100800" cy="21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976172CA-6429-127A-4170-D0E635FDEBB2}"/>
              </a:ext>
            </a:extLst>
          </p:cNvPr>
          <p:cNvGrpSpPr/>
          <p:nvPr/>
        </p:nvGrpSpPr>
        <p:grpSpPr>
          <a:xfrm>
            <a:off x="8698011" y="1097263"/>
            <a:ext cx="1072800" cy="904320"/>
            <a:chOff x="8698011" y="1097263"/>
            <a:chExt cx="1072800" cy="90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EC99ACE-EB48-6B95-77D6-9E38B13A6369}"/>
                    </a:ext>
                  </a:extLst>
                </p14:cNvPr>
                <p14:cNvContentPartPr/>
                <p14:nvPr/>
              </p14:nvContentPartPr>
              <p14:xfrm>
                <a:off x="8698011" y="1208503"/>
                <a:ext cx="376200" cy="35208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EC99ACE-EB48-6B95-77D6-9E38B13A6369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8689011" y="1199503"/>
                  <a:ext cx="39384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D128C62-A537-A38B-F211-4FB49E089B41}"/>
                    </a:ext>
                  </a:extLst>
                </p14:cNvPr>
                <p14:cNvContentPartPr/>
                <p14:nvPr/>
              </p14:nvContentPartPr>
              <p14:xfrm>
                <a:off x="9241251" y="1515223"/>
                <a:ext cx="68400" cy="2624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D128C62-A537-A38B-F211-4FB49E089B41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9232251" y="1506583"/>
                  <a:ext cx="8604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7F9D9549-4F29-9C61-0E7F-83FABC86CD2B}"/>
                    </a:ext>
                  </a:extLst>
                </p14:cNvPr>
                <p14:cNvContentPartPr/>
                <p14:nvPr/>
              </p14:nvContentPartPr>
              <p14:xfrm>
                <a:off x="9456531" y="1097263"/>
                <a:ext cx="314280" cy="9043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7F9D9549-4F29-9C61-0E7F-83FABC86CD2B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9447891" y="1088623"/>
                  <a:ext cx="331920" cy="9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14D04F3F-8AD9-1615-041F-58C9F5CADEF7}"/>
                    </a:ext>
                  </a:extLst>
                </p14:cNvPr>
                <p14:cNvContentPartPr/>
                <p14:nvPr/>
              </p14:nvContentPartPr>
              <p14:xfrm>
                <a:off x="9509451" y="1445023"/>
                <a:ext cx="245160" cy="446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14D04F3F-8AD9-1615-041F-58C9F5CADEF7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9500811" y="1436023"/>
                  <a:ext cx="262800" cy="62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10653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244568E-84E1-BE95-6665-66374D60FF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762" y="18754"/>
            <a:ext cx="10798476" cy="682049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23F47913-2126-C79D-8024-DD6B94725CE0}"/>
                  </a:ext>
                </a:extLst>
              </p14:cNvPr>
              <p14:cNvContentPartPr/>
              <p14:nvPr/>
            </p14:nvContentPartPr>
            <p14:xfrm>
              <a:off x="6356211" y="844543"/>
              <a:ext cx="310320" cy="3841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23F47913-2126-C79D-8024-DD6B94725CE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347211" y="835903"/>
                <a:ext cx="327960" cy="40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410537F-04BB-F5F0-5C5A-7E4D4FAF2F57}"/>
                  </a:ext>
                </a:extLst>
              </p14:cNvPr>
              <p14:cNvContentPartPr/>
              <p14:nvPr/>
            </p14:nvContentPartPr>
            <p14:xfrm>
              <a:off x="6261171" y="1434943"/>
              <a:ext cx="156240" cy="3708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410537F-04BB-F5F0-5C5A-7E4D4FAF2F57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52531" y="1425943"/>
                <a:ext cx="17388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FDB6DF2-0BC1-A19F-8623-F9E998C04601}"/>
                  </a:ext>
                </a:extLst>
              </p14:cNvPr>
              <p14:cNvContentPartPr/>
              <p14:nvPr/>
            </p14:nvContentPartPr>
            <p14:xfrm>
              <a:off x="6296091" y="1575703"/>
              <a:ext cx="164520" cy="9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FDB6DF2-0BC1-A19F-8623-F9E998C04601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6287451" y="1567063"/>
                <a:ext cx="182160" cy="27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47269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D7F3A8-F468-D5E4-8E32-F1BE23E5F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021" y="18754"/>
            <a:ext cx="11049958" cy="6820491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35938A4B-3EEC-2D56-4154-23CFC0742A60}"/>
              </a:ext>
            </a:extLst>
          </p:cNvPr>
          <p:cNvGrpSpPr/>
          <p:nvPr/>
        </p:nvGrpSpPr>
        <p:grpSpPr>
          <a:xfrm>
            <a:off x="6121131" y="830143"/>
            <a:ext cx="632880" cy="1029240"/>
            <a:chOff x="6121131" y="830143"/>
            <a:chExt cx="632880" cy="102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F356FF5-9CBA-06B7-6B18-080C8249B674}"/>
                    </a:ext>
                  </a:extLst>
                </p14:cNvPr>
                <p14:cNvContentPartPr/>
                <p14:nvPr/>
              </p14:nvContentPartPr>
              <p14:xfrm>
                <a:off x="6121131" y="830143"/>
                <a:ext cx="314640" cy="10292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F356FF5-9CBA-06B7-6B18-080C8249B674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112491" y="821503"/>
                  <a:ext cx="332280" cy="10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FB43BB7-72C8-1EC4-CE1C-5835ED255AB5}"/>
                    </a:ext>
                  </a:extLst>
                </p14:cNvPr>
                <p14:cNvContentPartPr/>
                <p14:nvPr/>
              </p14:nvContentPartPr>
              <p14:xfrm>
                <a:off x="6522531" y="1391023"/>
                <a:ext cx="209880" cy="547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FB43BB7-72C8-1EC4-CE1C-5835ED255AB5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513891" y="1382383"/>
                  <a:ext cx="2275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FAC9CEC-A971-95CE-E299-F324889E2AF6}"/>
                    </a:ext>
                  </a:extLst>
                </p14:cNvPr>
                <p14:cNvContentPartPr/>
                <p14:nvPr/>
              </p14:nvContentPartPr>
              <p14:xfrm>
                <a:off x="6557451" y="1477063"/>
                <a:ext cx="196560" cy="99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FAC9CEC-A971-95CE-E299-F324889E2AF6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548811" y="1468423"/>
                  <a:ext cx="214200" cy="117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54330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624A8B-AAB4-865F-C25E-5C5083F83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935" y="26375"/>
            <a:ext cx="10966130" cy="6805250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EB381E4-F30B-049D-69A8-B02D2281C5F1}"/>
              </a:ext>
            </a:extLst>
          </p:cNvPr>
          <p:cNvGrpSpPr/>
          <p:nvPr/>
        </p:nvGrpSpPr>
        <p:grpSpPr>
          <a:xfrm>
            <a:off x="6983691" y="886663"/>
            <a:ext cx="966600" cy="795600"/>
            <a:chOff x="6983691" y="886663"/>
            <a:chExt cx="966600" cy="795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DC1D5C9-670B-295D-BCF9-5BEA4B84DF6B}"/>
                    </a:ext>
                  </a:extLst>
                </p14:cNvPr>
                <p14:cNvContentPartPr/>
                <p14:nvPr/>
              </p14:nvContentPartPr>
              <p14:xfrm>
                <a:off x="6983691" y="886663"/>
                <a:ext cx="635040" cy="7956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DC1D5C9-670B-295D-BCF9-5BEA4B84DF6B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975051" y="878023"/>
                  <a:ext cx="652680" cy="81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F85DBEE-8502-BC4A-31BC-181C707649F8}"/>
                    </a:ext>
                  </a:extLst>
                </p14:cNvPr>
                <p14:cNvContentPartPr/>
                <p14:nvPr/>
              </p14:nvContentPartPr>
              <p14:xfrm>
                <a:off x="7593891" y="1210303"/>
                <a:ext cx="261000" cy="194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F85DBEE-8502-BC4A-31BC-181C707649F8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7585251" y="1201303"/>
                  <a:ext cx="27864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84E2CED-7323-6D9F-340E-9650EFBA2C10}"/>
                    </a:ext>
                  </a:extLst>
                </p14:cNvPr>
                <p14:cNvContentPartPr/>
                <p14:nvPr/>
              </p14:nvContentPartPr>
              <p14:xfrm>
                <a:off x="7680651" y="1375903"/>
                <a:ext cx="269640" cy="194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84E2CED-7323-6D9F-340E-9650EFBA2C10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672011" y="1366903"/>
                  <a:ext cx="287280" cy="37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42285435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138712-7D46-A4B0-64D7-16B5099BA7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943" y="0"/>
            <a:ext cx="11220113" cy="6858000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F1C57E49-CA3E-D014-DBE5-164532BF949A}"/>
              </a:ext>
            </a:extLst>
          </p:cNvPr>
          <p:cNvGrpSpPr/>
          <p:nvPr/>
        </p:nvGrpSpPr>
        <p:grpSpPr>
          <a:xfrm>
            <a:off x="6445131" y="1149103"/>
            <a:ext cx="1043640" cy="1168560"/>
            <a:chOff x="6445131" y="1149103"/>
            <a:chExt cx="1043640" cy="116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56BDA6C-9A5E-F812-51E2-0DCED3C62882}"/>
                    </a:ext>
                  </a:extLst>
                </p14:cNvPr>
                <p14:cNvContentPartPr/>
                <p14:nvPr/>
              </p14:nvContentPartPr>
              <p14:xfrm>
                <a:off x="6445131" y="1149103"/>
                <a:ext cx="574200" cy="11685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56BDA6C-9A5E-F812-51E2-0DCED3C62882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436491" y="1140463"/>
                  <a:ext cx="591840" cy="11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E6DEB03-67ED-792D-EF4E-C19EBE3305F1}"/>
                    </a:ext>
                  </a:extLst>
                </p14:cNvPr>
                <p14:cNvContentPartPr/>
                <p14:nvPr/>
              </p14:nvContentPartPr>
              <p14:xfrm>
                <a:off x="6601011" y="1732303"/>
                <a:ext cx="408600" cy="27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E6DEB03-67ED-792D-EF4E-C19EBE3305F1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592371" y="1723663"/>
                  <a:ext cx="42624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E7A65FC-A70F-4109-D163-B8E2C8F50287}"/>
                    </a:ext>
                  </a:extLst>
                </p14:cNvPr>
                <p14:cNvContentPartPr/>
                <p14:nvPr/>
              </p14:nvContentPartPr>
              <p14:xfrm>
                <a:off x="7254051" y="1557703"/>
                <a:ext cx="217080" cy="100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E7A65FC-A70F-4109-D163-B8E2C8F5028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7245411" y="1549063"/>
                  <a:ext cx="23472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989FC87-9662-3D4E-9A1E-662F4B8F8374}"/>
                    </a:ext>
                  </a:extLst>
                </p14:cNvPr>
                <p14:cNvContentPartPr/>
                <p14:nvPr/>
              </p14:nvContentPartPr>
              <p14:xfrm>
                <a:off x="7297611" y="1689463"/>
                <a:ext cx="191160" cy="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989FC87-9662-3D4E-9A1E-662F4B8F8374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7288971" y="1680463"/>
                  <a:ext cx="208800" cy="18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2E1E98E4-2CC5-8BF8-D927-FA6EC82D05E5}"/>
                  </a:ext>
                </a:extLst>
              </p14:cNvPr>
              <p14:cNvContentPartPr/>
              <p14:nvPr/>
            </p14:nvContentPartPr>
            <p14:xfrm>
              <a:off x="11110371" y="1445383"/>
              <a:ext cx="509040" cy="3668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2E1E98E4-2CC5-8BF8-D927-FA6EC82D05E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1101371" y="1436383"/>
                <a:ext cx="526680" cy="38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4AAD0707-0BB2-352C-FE9B-71AAEAE2F905}"/>
                  </a:ext>
                </a:extLst>
              </p14:cNvPr>
              <p14:cNvContentPartPr/>
              <p14:nvPr/>
            </p14:nvContentPartPr>
            <p14:xfrm>
              <a:off x="12566571" y="1340983"/>
              <a:ext cx="360" cy="3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4AAD0707-0BB2-352C-FE9B-71AAEAE2F905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12557571" y="1331983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661665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44B4B8-06D3-87CC-92B0-DEE51B04BC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183" y="156754"/>
            <a:ext cx="10458994" cy="626335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D5E046BC-2197-459A-DEAD-55F713547386}"/>
                  </a:ext>
                </a:extLst>
              </p14:cNvPr>
              <p14:cNvContentPartPr/>
              <p14:nvPr/>
            </p14:nvContentPartPr>
            <p14:xfrm>
              <a:off x="3108651" y="6122143"/>
              <a:ext cx="391320" cy="2498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D5E046BC-2197-459A-DEAD-55F713547386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100011" y="6113143"/>
                <a:ext cx="408960" cy="26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0772D64D-ECDF-2DDF-8BF8-38AE22CBAAA4}"/>
                  </a:ext>
                </a:extLst>
              </p14:cNvPr>
              <p14:cNvContentPartPr/>
              <p14:nvPr/>
            </p14:nvContentPartPr>
            <p14:xfrm>
              <a:off x="3274251" y="6287383"/>
              <a:ext cx="360" cy="1562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0772D64D-ECDF-2DDF-8BF8-38AE22CBAAA4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265611" y="6278743"/>
                <a:ext cx="18000" cy="173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25958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7543CDF8-9618-B247-FE39-BE008263E8D8}"/>
                  </a:ext>
                </a:extLst>
              </p14:cNvPr>
              <p14:cNvContentPartPr/>
              <p14:nvPr/>
            </p14:nvContentPartPr>
            <p14:xfrm>
              <a:off x="2464251" y="3639943"/>
              <a:ext cx="360" cy="36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7543CDF8-9618-B247-FE39-BE008263E8D8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55251" y="3630943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65E2841A-2F40-8365-F9D5-26DFEF3A14B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63" y="0"/>
            <a:ext cx="3455249" cy="321769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90B1561-54D3-C846-4949-04DA20CD6D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16491" y="2"/>
            <a:ext cx="3390000" cy="32176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B3711BB-CCD6-C270-34D5-BD36A14BCF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98675" y="39068"/>
            <a:ext cx="3831772" cy="310472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E5915CF-FCDB-68EB-C94F-D8D86936729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363" y="3544389"/>
            <a:ext cx="3583055" cy="30743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F7C0DDD-6615-1CC2-0732-42A4AFC30F7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10743" y="3472724"/>
            <a:ext cx="5030034" cy="3217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2235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7373BF4-B057-F7BA-367F-741C315BFE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407" y="267788"/>
            <a:ext cx="5247748" cy="57411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0A7B9F8-355B-D14E-D66C-0F82440F78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0"/>
            <a:ext cx="6139543" cy="6731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5925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770406A-0B97-37BA-2924-1D8664E69D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04" y="1"/>
            <a:ext cx="11862261" cy="6774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4592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C40737-A2C9-5587-7D03-923C499348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6777" y="411218"/>
            <a:ext cx="4807132" cy="603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6031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2691</TotalTime>
  <Words>0</Words>
  <Application>Microsoft Office PowerPoint</Application>
  <PresentationFormat>Widescreen</PresentationFormat>
  <Paragraphs>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Sahaaya Arul Mary S A</dc:creator>
  <cp:lastModifiedBy>Sahaaya Arul Mary S A</cp:lastModifiedBy>
  <cp:revision>2</cp:revision>
  <dcterms:created xsi:type="dcterms:W3CDTF">2023-07-09T20:32:23Z</dcterms:created>
  <dcterms:modified xsi:type="dcterms:W3CDTF">2023-07-17T10:00:03Z</dcterms:modified>
</cp:coreProperties>
</file>