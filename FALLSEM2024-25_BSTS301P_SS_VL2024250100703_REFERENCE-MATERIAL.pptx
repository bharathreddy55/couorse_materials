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3f3afa928_0_0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2f3f3afa928_0_0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3f3afa928_0_96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g2f3f3afa928_0_96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3f3afa928_0_146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g2f3f3afa928_0_146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3f3afa928_0_196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g2f3f3afa928_0_196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3f3afa928_0_246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2f3f3afa928_0_246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3f3afa928_0_296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g2f3f3afa928_0_296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3f3afa928_0_353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g2f3f3afa928_0_353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3f3afa928_0_44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2f3f3afa928_0_44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3f3afa928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3f3afa928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3f3afa928_0_585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g2f3f3afa928_0_585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13277039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28132770397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13277039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28132770397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813277039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28132770397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13277039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28132770397_0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13277039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28132770397_0_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8132770397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28132770397_0_2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132770397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28132770397_0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8132770397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28132770397_0_3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132770397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28132770397_0_4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8132770397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28132770397_0_4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132770397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28132770397_0_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813277039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28132770397_0_5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8132770397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28132770397_0_6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8132770397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28132770397_0_6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8132770397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28132770397_0_7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8132770397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28132770397_0_7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8132770397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28132770397_0_8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8132770397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28132770397_0_9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8132770397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28132770397_0_9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8132770397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28132770397_0_10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132770397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28132770397_0_10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8132770397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28132770397_0_1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8132770397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28132770397_0_1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8132770397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28132770397_0_1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gaGM3PgURvrSd96G6" TargetMode="External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orms.gle/vLep53Dn1cNGn6ks9" TargetMode="External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rms.gle/eeUKnoLr6kuVMPPQ9" TargetMode="External"/><Relationship Id="rId4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ms.gle/LsD6CnjK5gaVNHg98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orms.gle/YDWLEoCL7apATTAU8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orms.gle/rfiS4B5bPgnaRVgg6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forms.gle/geq3XgXnt7WCk3qMA" TargetMode="External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orms.gle/hghiSo2Yd4KmiExg6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forms.gle/X9YBo21L7PU9enHU8" TargetMode="External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forms.gle/VR1E4L6Q92xy9LBU7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orms.gle/wG88PDGGY5RKX98u6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orms.gle/n73PA2jM3vLYM9bK7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forms.gle/RPJsrq95tk79c2my5" TargetMode="External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gle/SFDVg26roZ2rtzcy5" TargetMode="External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forms.gle/UgBKp3nRGePA2eXMA" TargetMode="External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forms.gle/eaLan5f1DZq9XBVD9" TargetMode="External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forms.gle/L9yNisQKr1XjdLHH9" TargetMode="External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forms.gle/144U2FKEpCzTmZdS9" TargetMode="External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orms.gle/eujGZJtiSaQ9aKbz5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forms.gle/aVqbiUfE2quWLoPQA" TargetMode="External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forms.gle/54ANJLeEKjZBG59B7" TargetMode="External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forms.gle/Ng9gye6z37pzzGFy8" TargetMode="External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forms.gle/9e9Xk6RhCqE37aTZ8" TargetMode="External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forms.gle/Dg1PM3HuHVQ7FQbL8" TargetMode="External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forms.gle/AEkomEEm51wVk58EA" TargetMode="External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forms.gle/fbopASmReiwLuH8L9" TargetMode="External"/><Relationship Id="rId4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forms.gle/M8GtMx9D5MN5Xx879" TargetMode="External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forms.gle/gh43AnHbnZjrFVgu8" TargetMode="External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forms.gle/UEMmeQcjPSFFMrMq6" TargetMode="External"/><Relationship Id="rId4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forms.gle/xBEqaAHK7WPC2FdD7" TargetMode="External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forms.gle/b8mJ8D6v34HjabLg6" TargetMode="External"/><Relationship Id="rId4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forms.gle/bx6ufbKmHZWFp6rr7" TargetMode="External"/><Relationship Id="rId4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forms.gle/NwmE5Ve1oKJVoG4a7" TargetMode="External"/><Relationship Id="rId4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forms.gle/degRw7n6JhTtU59J7" TargetMode="Externa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BSTS301P</a:t>
            </a:r>
            <a:endParaRPr b="1" sz="2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Quiz PPT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443942" y="1508395"/>
            <a:ext cx="79935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6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https://forms.gle/gaGM3PgURvrSd96G6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B0F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197510" y="563687"/>
            <a:ext cx="4572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Java introduction, Features, Structure, Data Types</a:t>
            </a:r>
            <a:endParaRPr b="1" i="0" sz="24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4450" y="2130825"/>
            <a:ext cx="2981899" cy="24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870154" y="1149782"/>
            <a:ext cx="79935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600" u="sng" cap="none" strike="noStrike">
                <a:solidFill>
                  <a:schemeClr val="accent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https://forms.gle/vLep53Dn1cNGn6ks9</a:t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B0F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197510" y="260668"/>
            <a:ext cx="4572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basic input,output,operators</a:t>
            </a:r>
            <a:endParaRPr b="0" i="0" sz="2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5550" y="2046325"/>
            <a:ext cx="2970800" cy="254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870155" y="1149783"/>
            <a:ext cx="79935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6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https://forms.gle/eeUKnoLr6kuVMPPQ9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197510" y="309633"/>
            <a:ext cx="4572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rPr>
              <a:t>Decision-making and Control structures</a:t>
            </a:r>
            <a:endParaRPr b="1" i="0" sz="24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5550" y="1969825"/>
            <a:ext cx="2891625" cy="259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870155" y="1149783"/>
            <a:ext cx="79935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sng" cap="none" strike="noStrike">
                <a:solidFill>
                  <a:srgbClr val="00B0F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https://forms.gle/LsD6CnjK5gaVNHg98</a:t>
            </a:r>
            <a:endParaRPr b="1" i="0" sz="1800" u="none" cap="none" strike="noStrike">
              <a:solidFill>
                <a:srgbClr val="00B0F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1708485" y="575460"/>
            <a:ext cx="65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 TO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9480" y="2353616"/>
            <a:ext cx="2713231" cy="2409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870155" y="1149783"/>
            <a:ext cx="79935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8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https://forms.gle/YDWLEoCL7apATTAU8</a:t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1708485" y="575460"/>
            <a:ext cx="652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TEST TIME ON TIME AND SPACE COMPLEXITY</a:t>
            </a:r>
            <a:endParaRPr b="1" i="0" sz="20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5990" y="2006819"/>
            <a:ext cx="2836196" cy="271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870155" y="1149783"/>
            <a:ext cx="79935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8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https://forms.gle/rfiS4B5bPgnaRVgg6</a:t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1708485" y="575460"/>
            <a:ext cx="652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TEST TIME ON SIMPLE SIEVE</a:t>
            </a:r>
            <a:endParaRPr b="1" i="0" sz="20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9971" y="2059259"/>
            <a:ext cx="2512741" cy="2526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870155" y="1149784"/>
            <a:ext cx="79935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8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https://forms.gle/geq3XgXnt7WCk3qMA</a:t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1708485" y="575461"/>
            <a:ext cx="6525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SEGMENTED AND INCREMENTAL SIEVE</a:t>
            </a:r>
            <a:endParaRPr b="1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1255" y="2076099"/>
            <a:ext cx="3227312" cy="272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870155" y="1149784"/>
            <a:ext cx="79935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" sz="18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 https://forms.gle/hghiSo2Yd4KmiExg6</a:t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1708486" y="575461"/>
            <a:ext cx="652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EULER’S PHI ALGORITHM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719" y="2074719"/>
            <a:ext cx="3195862" cy="2735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                                 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Test on Strobogrammatic number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Roboto"/>
                <a:ea typeface="Roboto"/>
                <a:cs typeface="Roboto"/>
                <a:sym typeface="Roboto"/>
              </a:rPr>
              <a:t>URL : </a:t>
            </a:r>
            <a:r>
              <a:rPr b="1" lang="en" sz="2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https://forms.gle/X9YBo21L7PU9enHU8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Roboto"/>
                <a:ea typeface="Roboto"/>
                <a:cs typeface="Roboto"/>
                <a:sym typeface="Roboto"/>
              </a:rPr>
              <a:t>QR CODE: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550" y="1870805"/>
            <a:ext cx="2649875" cy="25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870155" y="1149784"/>
            <a:ext cx="79935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URL: </a:t>
            </a:r>
            <a:r>
              <a:rPr b="1" i="0" lang="en" sz="1800" u="sng" cap="none" strike="noStrike">
                <a:solidFill>
                  <a:srgbClr val="37373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https://forms.gle/VR1E4L6Q92xy9LBU7</a:t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" sz="18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1309374" y="505011"/>
            <a:ext cx="652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REMAINDER THEOREM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9475" y="1969823"/>
            <a:ext cx="2983275" cy="270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https://forms.gle/wG88PDGGY5RKX98u6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MAXIMUM SUM OF HOUR GLASS IN MATRIX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27126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https://forms.gle/n73PA2jM3vLYM9bK7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MAX EQUILIBRIUM SUM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80424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linkClick r:id="rId3"/>
              </a:rPr>
              <a:t>https://forms.gle/RPJsrq95tk79c2my5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LEADERS IN ARRAY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575" y="2275025"/>
            <a:ext cx="2824925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https://forms.gle/SFDVg26roZ2rtzcy5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MAJORITY ELEMENT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331900"/>
            <a:ext cx="2740451" cy="22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https://forms.gle/UgBKp3nRGePA2eXMA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LEXICOGRAPHICALLY FIRST PALINDROMIC STRING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40451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https://forms.gle/eaLan5f1DZq9XBVD9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NATURAL SORT ORDER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331900"/>
            <a:ext cx="2753775" cy="22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https://forms.gle/L9yNisQKr1XjdLHH9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590650" y="5292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QUICK, SELECTION SORT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27126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https://forms.gle/144U2FKEpCzTmZdS9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WEIGHTS SUBSTRING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53775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https://forms.gle/eujGZJtiSaQ9aKbz5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MOVE HYPHEN TO BEGINNING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40451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https://forms.gle/aVqbiUfE2quWLoPQA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MANACHER'S ALGORITHM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04" name="Google Shape;204;p33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67100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https://forms.gle/54ANJLeEKjZBG59B7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SORTED UNIQUE PERMUTATION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40451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https://forms.gle/Ng9gye6z37pzzGFy8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MANEUVERING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67100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https://forms.gle/9e9Xk6RhCqE37aTZ8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COMBINATION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67100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https://forms.gle/Dg1PM3HuHVQ7FQbL8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JOSEPHUS TRAP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36" name="Google Shape;236;p37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40451" cy="23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https://forms.gle/AEkomEEm51wVk58EA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8"/>
          <p:cNvSpPr txBox="1"/>
          <p:nvPr/>
        </p:nvSpPr>
        <p:spPr>
          <a:xfrm>
            <a:off x="577325" y="6221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MAZE SOLVING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40451" cy="23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400" y="2275025"/>
            <a:ext cx="2740451" cy="23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https://forms.gle/fbopASmReiwLuH8L9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9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N QUEENS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40451" cy="222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https://forms.gle/M8GtMx9D5MN5Xx879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0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 WARNSDORFF’S ALGORITHM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27126" cy="230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https://forms.gle/gh43AnHbnZjrFVgu8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41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HAMILTONIAN CYCLE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69" name="Google Shape;269;p41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0" name="Google Shape;27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27126" cy="233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https://forms.gle/UEMmeQcjPSFFMrMq6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42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KRUSKAL'S ALGORITHM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77" name="Google Shape;277;p42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8" name="Google Shape;27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27126" cy="233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https://forms.gle/xBEqaAHK7WPC2FdD7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3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ACTIVITY SELECTION PROBLEM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85" name="Google Shape;285;p43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6" name="Google Shape;28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80424" cy="230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https://forms.gle/b8mJ8D6v34HjabLg6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44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GRAPH COLORING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93" name="Google Shape;293;p44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4" name="Google Shape;29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345225"/>
            <a:ext cx="2740451" cy="222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https://forms.gle/bx6ufbKmHZWFp6rr7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HUFFMAN CODING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301" name="Google Shape;301;p45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2" name="Google Shape;30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13799" cy="229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https://forms.gle/NwmE5Ve1oKJVoG4a7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46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NETWORKING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309" name="Google Shape;309;p46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0" name="Google Shape;31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93749" cy="232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 txBox="1"/>
          <p:nvPr>
            <p:ph idx="1" type="body"/>
          </p:nvPr>
        </p:nvSpPr>
        <p:spPr>
          <a:xfrm>
            <a:off x="675900" y="1406425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lang="en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https://forms.gle/degRw7n6JhTtU59J7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7"/>
          <p:cNvSpPr txBox="1"/>
          <p:nvPr/>
        </p:nvSpPr>
        <p:spPr>
          <a:xfrm>
            <a:off x="577325" y="622125"/>
            <a:ext cx="778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                    TEST TIME ON CRYPTION TECHNIQUES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317" name="Google Shape;317;p47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8" name="Google Shape;31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400" y="2275025"/>
            <a:ext cx="2727126" cy="232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