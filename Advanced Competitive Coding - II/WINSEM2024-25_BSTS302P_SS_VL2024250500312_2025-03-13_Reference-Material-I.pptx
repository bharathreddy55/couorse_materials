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744" r:id="rId2"/>
    <p:sldId id="260" r:id="rId3"/>
    <p:sldId id="352" r:id="rId4"/>
    <p:sldId id="358" r:id="rId5"/>
    <p:sldId id="28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6B1F2-9BA1-4621-899D-FD70485BD4AC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8B8FE-F754-4E94-8ED5-5C2B4EEA72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900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357A-62BF-44EB-D9BE-73B5A667D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70C78-90EB-784D-0386-20E377A6F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3D510-53CB-47EF-4785-CF1C9F6F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92ED-C717-9CCE-16F8-4CD8493A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D469A-F768-FFC8-9F11-70953DBA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57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D2D8-AD28-97B6-8358-A851DA02C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8EB4B-5DEC-CE8F-DED7-0FAF400A6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F81F-D9BC-A59B-CCFD-647E15A7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D882-2D75-717A-33BE-D6A09DCE6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8EEC-2989-D7B0-DECB-CA1B81D7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98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79FD-9B09-3B96-D64C-8C1F09E9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5AC55-6560-04C0-7C69-2B71756BF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CBD2-B578-8809-0025-229E2D79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0137D-6A4D-48EC-BBD5-280F35DD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3EA7F-4194-6A29-AD51-15A3369E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59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B11F-BF40-2BEA-5B6D-764A6346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F1893-7B3E-DDFF-E921-B7AA17058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22D48-14AB-8622-4B53-193C77300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7D0C-BC00-6343-AA2E-3A30B62C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28E03-8C8A-5B0B-BE3D-814666159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0C4D-3D1D-8968-92ED-50B84C0A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0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996B-11A4-2037-2A2D-921A96FE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D9905-D910-3D0E-D555-F2846B37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0B44F-EA7C-B158-8045-5DD2976A8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E42E3-3DC0-DF7E-215C-73D733FF41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5C06F9-4E37-A601-7B0A-AE9DAB16C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46C6C-BEF7-6E73-FD40-7A4269A7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25ECA2-2E25-9E87-BE70-2D28E97A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7F044-D75D-73B1-7528-725A8FE9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39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9A1-7D1D-7FFC-121C-5A3548D14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6091A-E381-1A93-4A1B-1E413E42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81B9B-0A0B-C485-D07F-E8B0C258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CD866-A1C5-FD7F-A068-646D4D11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46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2C156C-6216-64DE-2C11-00D885160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86FAB-A6D9-CE93-95DE-8B81D84E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81B19-0EAB-0E77-52A2-F73E5D1E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7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17BC-6522-97D8-B2F6-BC1ECCA4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08D9-A766-135A-C989-BDB45B87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E09C6-8D1B-0D05-3A80-F414D49D0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D31F1-3396-8310-E21A-AAD8A9DF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5AC68-685C-BE4C-5974-A08E0938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A6C9-EB36-2180-8AC3-C1D9C46B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9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A674-8285-C6A8-50C9-8D3E3F6B6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3AE26-1EB4-D720-76C3-9F0E17260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E762F-3F66-0328-6365-A56FC8658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59BD-50B6-57A9-2EF3-10132972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E38D8-0040-C2C9-190F-1E957B39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A922C-0858-6AAC-ED85-3AD597C7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8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64F5-41C1-F870-3B7A-6F22915AF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752EC-1BE0-2967-CCCE-787690E27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437EE-F913-85C3-323F-BBEA755D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08833-4812-0830-C905-FB89ADF0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A125-3BD1-79A0-5F88-156ABD39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87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91B55-0C84-E2B5-3BB9-05D5776C1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6F823-4077-306C-AA3C-EB4B30062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2F48F-5D0D-BD16-CAC8-BE94B9A3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C540E-ED87-4120-E258-FFFC0C65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F4B6C-3FB0-939D-CCE9-0F84985E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63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C0732-E5AD-3211-253E-94CDC562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164AA-DFA6-C283-0A2C-D491E4CD1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10DB7-1E59-754D-472A-4F7D9715B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02E63-000C-4EC5-A9EC-B62C50EBAB0D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9C790-9FF7-D6DB-FBBB-2C79E2FD3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119A0-C192-81FC-D65B-8C26F1F6E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CF58D-AFAF-4346-B0BF-CC26072B02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1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Coin Change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Coin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76225"/>
            <a:ext cx="10515600" cy="46759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You are given an integer array coins representing coins of different denominations and an integer amount representing a total amount of money.</a:t>
            </a:r>
          </a:p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Return the fewest number of coins that you need to make up that amount. If that amount of money cannot be made up by any combination of the coins, return -1.</a:t>
            </a:r>
          </a:p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You may assume that you have an infinite number of each kind of coin.</a:t>
            </a:r>
          </a:p>
          <a:p>
            <a:pPr marL="0" indent="0">
              <a:buNone/>
            </a:pPr>
            <a:endParaRPr lang="en-US" sz="2500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US" sz="2500" b="1" dirty="0">
                <a:latin typeface="Nunito Sans" panose="020B0604020202020204" charset="0"/>
              </a:rPr>
              <a:t>Example 1:</a:t>
            </a:r>
          </a:p>
          <a:p>
            <a:pPr marL="0" indent="0">
              <a:buNone/>
            </a:pPr>
            <a:endParaRPr lang="en-US" sz="2500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US" sz="2500" b="1" dirty="0">
                <a:latin typeface="Nunito Sans" panose="020B0604020202020204" charset="0"/>
              </a:rPr>
              <a:t>Input: </a:t>
            </a:r>
          </a:p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coins = [1,2,5], amount = 11</a:t>
            </a:r>
          </a:p>
          <a:p>
            <a:pPr marL="0" indent="0">
              <a:buNone/>
            </a:pPr>
            <a:r>
              <a:rPr lang="en-US" sz="2500" b="1" dirty="0">
                <a:latin typeface="Nunito Sans" panose="020B0604020202020204" charset="0"/>
              </a:rPr>
              <a:t>Output: </a:t>
            </a:r>
          </a:p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3</a:t>
            </a:r>
          </a:p>
          <a:p>
            <a:pPr marL="0" indent="0">
              <a:buNone/>
            </a:pPr>
            <a:r>
              <a:rPr lang="en-US" sz="2500" b="1" dirty="0">
                <a:latin typeface="Nunito Sans" panose="020B0604020202020204" charset="0"/>
              </a:rPr>
              <a:t>Explanation: </a:t>
            </a:r>
          </a:p>
          <a:p>
            <a:pPr marL="0" indent="0">
              <a:buNone/>
            </a:pPr>
            <a:r>
              <a:rPr lang="en-US" sz="2500" dirty="0">
                <a:latin typeface="Nunito Sans" panose="020B0604020202020204" charset="0"/>
              </a:rPr>
              <a:t>11 = 5 + 5 + 1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2E180-8003-16A2-70BB-B0759AA7E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1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Scanner s = 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amount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count=0;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deno.length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while(amount &gt;=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count+=1;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amount -=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if(amount==0)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335</Words>
  <Application>Microsoft Office PowerPoint</Application>
  <PresentationFormat>Widescreen</PresentationFormat>
  <Paragraphs>70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3</cp:revision>
  <dcterms:created xsi:type="dcterms:W3CDTF">2024-01-12T10:27:21Z</dcterms:created>
  <dcterms:modified xsi:type="dcterms:W3CDTF">2024-01-15T07:56:28Z</dcterms:modified>
</cp:coreProperties>
</file>