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2" r:id="rId2"/>
    <p:sldId id="260" r:id="rId3"/>
    <p:sldId id="317" r:id="rId4"/>
    <p:sldId id="333" r:id="rId5"/>
    <p:sldId id="340" r:id="rId6"/>
    <p:sldId id="320" r:id="rId7"/>
    <p:sldId id="321" r:id="rId8"/>
    <p:sldId id="322" r:id="rId9"/>
    <p:sldId id="338" r:id="rId10"/>
    <p:sldId id="339" r:id="rId11"/>
    <p:sldId id="28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51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0CA3B4-2974-44E9-B7FB-A72EE20E5A66}" type="datetimeFigureOut">
              <a:rPr lang="en-IN" smtClean="0"/>
              <a:t>30-12-2023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E10376-305F-47F5-9387-CB4F1C44B8E3}" type="slidenum">
              <a:rPr lang="en-IN" smtClean="0"/>
              <a:t>‹#›</a:t>
            </a:fld>
            <a:endParaRPr lang="en-IN"/>
          </a:p>
        </p:txBody>
      </p:sp>
    </p:spTree>
    <p:extLst>
      <p:ext uri="{BB962C8B-B14F-4D97-AF65-F5344CB8AC3E}">
        <p14:creationId xmlns:p14="http://schemas.microsoft.com/office/powerpoint/2010/main" val="302686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a:t>
            </a:r>
            <a:r>
              <a:rPr lang="en-US" b="1" baseline="30000" dirty="0"/>
              <a:t>st</a:t>
            </a:r>
            <a:r>
              <a:rPr lang="en-US" b="1" dirty="0"/>
              <a:t> slide (Mandatory)</a:t>
            </a:r>
          </a:p>
        </p:txBody>
      </p:sp>
      <p:sp>
        <p:nvSpPr>
          <p:cNvPr id="4" name="Slide Number Placeholder 3"/>
          <p:cNvSpPr>
            <a:spLocks noGrp="1"/>
          </p:cNvSpPr>
          <p:nvPr>
            <p:ph type="sldNum" sz="quarter" idx="5"/>
          </p:nvPr>
        </p:nvSpPr>
        <p:spPr/>
        <p:txBody>
          <a:bodyPr/>
          <a:lstStyle/>
          <a:p>
            <a:fld id="{0AAB6876-1BF1-4B88-890A-0B4E46201506}" type="slidenum">
              <a:rPr lang="en-US" smtClean="0"/>
              <a:pPr/>
              <a:t>1</a:t>
            </a:fld>
            <a:endParaRPr lang="en-US" dirty="0"/>
          </a:p>
        </p:txBody>
      </p:sp>
    </p:spTree>
    <p:extLst>
      <p:ext uri="{BB962C8B-B14F-4D97-AF65-F5344CB8AC3E}">
        <p14:creationId xmlns:p14="http://schemas.microsoft.com/office/powerpoint/2010/main" val="630894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a:t>Section End/Start</a:t>
            </a:r>
            <a:endParaRPr/>
          </a:p>
          <a:p>
            <a:pPr marL="0" lvl="0" indent="0" algn="l" rtl="0">
              <a:spcBef>
                <a:spcPts val="0"/>
              </a:spcBef>
              <a:spcAft>
                <a:spcPts val="0"/>
              </a:spcAft>
              <a:buNone/>
            </a:pPr>
            <a:r>
              <a:rPr lang="en-US" b="0"/>
              <a:t>Use this at section’s start or end. For example: “Questions” or “Time for Practice”. To be used for Impacts (get the student’s attention). </a:t>
            </a:r>
            <a:endParaRPr/>
          </a:p>
        </p:txBody>
      </p:sp>
      <p:sp>
        <p:nvSpPr>
          <p:cNvPr id="123" name="Google Shape;12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latin typeface="Nunito Sans" panose="020B0604020202020204" charset="0"/>
            </a:endParaRPr>
          </a:p>
        </p:txBody>
      </p:sp>
      <p:sp>
        <p:nvSpPr>
          <p:cNvPr id="4" name="Slide Number Placeholder 3"/>
          <p:cNvSpPr>
            <a:spLocks noGrp="1"/>
          </p:cNvSpPr>
          <p:nvPr>
            <p:ph type="sldNum" sz="quarter" idx="5"/>
          </p:nvPr>
        </p:nvSpPr>
        <p:spPr/>
        <p:txBody>
          <a:bodyPr/>
          <a:lstStyle/>
          <a:p>
            <a:fld id="{0AAB6876-1BF1-4B88-890A-0B4E46201506}" type="slidenum">
              <a:rPr lang="en-US" smtClean="0"/>
              <a:pPr/>
              <a:t>3</a:t>
            </a:fld>
            <a:endParaRPr lang="en-US" dirty="0"/>
          </a:p>
        </p:txBody>
      </p:sp>
    </p:spTree>
    <p:extLst>
      <p:ext uri="{BB962C8B-B14F-4D97-AF65-F5344CB8AC3E}">
        <p14:creationId xmlns:p14="http://schemas.microsoft.com/office/powerpoint/2010/main" val="781976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Nunito Sans" panose="020B0604020202020204" charset="0"/>
              </a:rPr>
              <a:t>Approach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Nunito Sans" panose="020B0604020202020204" charset="0"/>
              </a:rPr>
              <a:t>This approach will take two traversals. One is for finding the last node and another one is used to delete the odd nodes.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Nunito Sans" panose="020B0604020202020204" charset="0"/>
              </a:rPr>
              <a:t>Time complexity: 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Nunito Sans" panose="020B0604020202020204" charset="0"/>
              </a:rPr>
              <a:t>Space complexity: (1)</a:t>
            </a:r>
          </a:p>
        </p:txBody>
      </p:sp>
      <p:sp>
        <p:nvSpPr>
          <p:cNvPr id="4" name="Slide Number Placeholder 3"/>
          <p:cNvSpPr>
            <a:spLocks noGrp="1"/>
          </p:cNvSpPr>
          <p:nvPr>
            <p:ph type="sldNum" sz="quarter" idx="5"/>
          </p:nvPr>
        </p:nvSpPr>
        <p:spPr/>
        <p:txBody>
          <a:bodyPr/>
          <a:lstStyle/>
          <a:p>
            <a:fld id="{0AAB6876-1BF1-4B88-890A-0B4E46201506}" type="slidenum">
              <a:rPr lang="en-US" smtClean="0"/>
              <a:pPr/>
              <a:t>4</a:t>
            </a:fld>
            <a:endParaRPr lang="en-US" dirty="0"/>
          </a:p>
        </p:txBody>
      </p:sp>
    </p:spTree>
    <p:extLst>
      <p:ext uri="{BB962C8B-B14F-4D97-AF65-F5344CB8AC3E}">
        <p14:creationId xmlns:p14="http://schemas.microsoft.com/office/powerpoint/2010/main" val="2874675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Nunito Sans" panose="020B0604020202020204" charset="0"/>
              </a:rPr>
              <a:t>Approach 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Nunito Sans" pitchFamily="2" charset="0"/>
              </a:rPr>
              <a:t>Traverse the linked list and connect all the even nodes in one list and connect all the odd nodes in once list. And the connect even list last node and odd list first node.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tx1"/>
              </a:solidFill>
              <a:latin typeface="Nunito Sans" panose="020B0604020202020204" charset="0"/>
            </a:endParaRPr>
          </a:p>
          <a:p>
            <a:pPr marL="0" indent="0">
              <a:buFont typeface="Arial" panose="020B0604020202020204" pitchFamily="34" charset="0"/>
              <a:buNone/>
            </a:pPr>
            <a:r>
              <a:rPr lang="en-US" b="1" i="0" dirty="0">
                <a:solidFill>
                  <a:srgbClr val="273239"/>
                </a:solidFill>
                <a:effectLst/>
                <a:latin typeface="Nunito" pitchFamily="2" charset="0"/>
              </a:rPr>
              <a:t>Time Complexity: </a:t>
            </a:r>
            <a:r>
              <a:rPr lang="en-US" b="0" i="0" dirty="0">
                <a:solidFill>
                  <a:srgbClr val="273239"/>
                </a:solidFill>
                <a:effectLst/>
                <a:latin typeface="Nunito" pitchFamily="2" charset="0"/>
              </a:rPr>
              <a:t>O(n), As we are only traversing linearly through the list.</a:t>
            </a:r>
            <a:br>
              <a:rPr lang="en-US" dirty="0"/>
            </a:br>
            <a:r>
              <a:rPr lang="en-US" b="1" i="0" dirty="0">
                <a:solidFill>
                  <a:srgbClr val="273239"/>
                </a:solidFill>
                <a:effectLst/>
                <a:latin typeface="Nunito" pitchFamily="2" charset="0"/>
              </a:rPr>
              <a:t>Auxiliary Space:</a:t>
            </a:r>
            <a:r>
              <a:rPr lang="en-US" b="0" i="0" dirty="0">
                <a:solidFill>
                  <a:srgbClr val="273239"/>
                </a:solidFill>
                <a:effectLst/>
                <a:latin typeface="Nunito" pitchFamily="2" charset="0"/>
              </a:rPr>
              <a:t> O(1)</a:t>
            </a:r>
            <a:endParaRPr lang="en-US" sz="1200" b="1" dirty="0">
              <a:solidFill>
                <a:schemeClr val="tx1"/>
              </a:solidFill>
              <a:latin typeface="Nunito Sans" panose="020B0604020202020204" charset="0"/>
            </a:endParaRPr>
          </a:p>
        </p:txBody>
      </p:sp>
      <p:sp>
        <p:nvSpPr>
          <p:cNvPr id="4" name="Slide Number Placeholder 3"/>
          <p:cNvSpPr>
            <a:spLocks noGrp="1"/>
          </p:cNvSpPr>
          <p:nvPr>
            <p:ph type="sldNum" sz="quarter" idx="5"/>
          </p:nvPr>
        </p:nvSpPr>
        <p:spPr/>
        <p:txBody>
          <a:bodyPr/>
          <a:lstStyle/>
          <a:p>
            <a:fld id="{0AAB6876-1BF1-4B88-890A-0B4E46201506}" type="slidenum">
              <a:rPr lang="en-US" smtClean="0"/>
              <a:pPr/>
              <a:t>5</a:t>
            </a:fld>
            <a:endParaRPr lang="en-US" dirty="0"/>
          </a:p>
        </p:txBody>
      </p:sp>
    </p:spTree>
    <p:extLst>
      <p:ext uri="{BB962C8B-B14F-4D97-AF65-F5344CB8AC3E}">
        <p14:creationId xmlns:p14="http://schemas.microsoft.com/office/powerpoint/2010/main" val="10219727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0AAB6876-1BF1-4B88-890A-0B4E46201506}" type="slidenum">
              <a:rPr lang="en-US" smtClean="0"/>
              <a:pPr/>
              <a:t>6</a:t>
            </a:fld>
            <a:endParaRPr lang="en-US"/>
          </a:p>
        </p:txBody>
      </p:sp>
    </p:spTree>
    <p:extLst>
      <p:ext uri="{BB962C8B-B14F-4D97-AF65-F5344CB8AC3E}">
        <p14:creationId xmlns:p14="http://schemas.microsoft.com/office/powerpoint/2010/main" val="28255769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baseline="0" dirty="0"/>
          </a:p>
        </p:txBody>
      </p:sp>
      <p:sp>
        <p:nvSpPr>
          <p:cNvPr id="4" name="Slide Number Placeholder 3"/>
          <p:cNvSpPr>
            <a:spLocks noGrp="1"/>
          </p:cNvSpPr>
          <p:nvPr>
            <p:ph type="sldNum" sz="quarter" idx="10"/>
          </p:nvPr>
        </p:nvSpPr>
        <p:spPr/>
        <p:txBody>
          <a:bodyPr/>
          <a:lstStyle/>
          <a:p>
            <a:fld id="{0AAB6876-1BF1-4B88-890A-0B4E46201506}" type="slidenum">
              <a:rPr lang="en-US" smtClean="0"/>
              <a:pPr/>
              <a:t>7</a:t>
            </a:fld>
            <a:endParaRPr lang="en-US"/>
          </a:p>
        </p:txBody>
      </p:sp>
    </p:spTree>
    <p:extLst>
      <p:ext uri="{BB962C8B-B14F-4D97-AF65-F5344CB8AC3E}">
        <p14:creationId xmlns:p14="http://schemas.microsoft.com/office/powerpoint/2010/main" val="4287559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0AAB6876-1BF1-4B88-890A-0B4E46201506}" type="slidenum">
              <a:rPr lang="en-US" smtClean="0"/>
              <a:pPr/>
              <a:t>8</a:t>
            </a:fld>
            <a:endParaRPr lang="en-US"/>
          </a:p>
        </p:txBody>
      </p:sp>
    </p:spTree>
    <p:extLst>
      <p:ext uri="{BB962C8B-B14F-4D97-AF65-F5344CB8AC3E}">
        <p14:creationId xmlns:p14="http://schemas.microsoft.com/office/powerpoint/2010/main" val="4094871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0AAB6876-1BF1-4B88-890A-0B4E46201506}" type="slidenum">
              <a:rPr lang="en-US" smtClean="0"/>
              <a:pPr/>
              <a:t>9</a:t>
            </a:fld>
            <a:endParaRPr lang="en-US"/>
          </a:p>
        </p:txBody>
      </p:sp>
    </p:spTree>
    <p:extLst>
      <p:ext uri="{BB962C8B-B14F-4D97-AF65-F5344CB8AC3E}">
        <p14:creationId xmlns:p14="http://schemas.microsoft.com/office/powerpoint/2010/main" val="4094871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baseline="0" dirty="0"/>
          </a:p>
        </p:txBody>
      </p:sp>
      <p:sp>
        <p:nvSpPr>
          <p:cNvPr id="4" name="Slide Number Placeholder 3"/>
          <p:cNvSpPr>
            <a:spLocks noGrp="1"/>
          </p:cNvSpPr>
          <p:nvPr>
            <p:ph type="sldNum" sz="quarter" idx="10"/>
          </p:nvPr>
        </p:nvSpPr>
        <p:spPr/>
        <p:txBody>
          <a:bodyPr/>
          <a:lstStyle/>
          <a:p>
            <a:fld id="{0AAB6876-1BF1-4B88-890A-0B4E46201506}" type="slidenum">
              <a:rPr lang="en-US" smtClean="0"/>
              <a:pPr/>
              <a:t>10</a:t>
            </a:fld>
            <a:endParaRPr lang="en-US"/>
          </a:p>
        </p:txBody>
      </p:sp>
    </p:spTree>
    <p:extLst>
      <p:ext uri="{BB962C8B-B14F-4D97-AF65-F5344CB8AC3E}">
        <p14:creationId xmlns:p14="http://schemas.microsoft.com/office/powerpoint/2010/main" val="24386976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Thank you slide</a:t>
            </a:r>
          </a:p>
        </p:txBody>
      </p:sp>
      <p:sp>
        <p:nvSpPr>
          <p:cNvPr id="4" name="Slide Number Placeholder 3"/>
          <p:cNvSpPr>
            <a:spLocks noGrp="1"/>
          </p:cNvSpPr>
          <p:nvPr>
            <p:ph type="sldNum" sz="quarter" idx="5"/>
          </p:nvPr>
        </p:nvSpPr>
        <p:spPr/>
        <p:txBody>
          <a:bodyPr/>
          <a:lstStyle/>
          <a:p>
            <a:fld id="{0AAB6876-1BF1-4B88-890A-0B4E46201506}" type="slidenum">
              <a:rPr lang="en-US" smtClean="0"/>
              <a:pPr/>
              <a:t>11</a:t>
            </a:fld>
            <a:endParaRPr lang="en-US"/>
          </a:p>
        </p:txBody>
      </p:sp>
    </p:spTree>
    <p:extLst>
      <p:ext uri="{BB962C8B-B14F-4D97-AF65-F5344CB8AC3E}">
        <p14:creationId xmlns:p14="http://schemas.microsoft.com/office/powerpoint/2010/main" val="4190133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7B034-C36F-99EB-4638-B5FD21A1F2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3824016-A228-9880-AE10-1000052931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DFD5029-19EC-5152-ADAB-435C8E5D2B55}"/>
              </a:ext>
            </a:extLst>
          </p:cNvPr>
          <p:cNvSpPr>
            <a:spLocks noGrp="1"/>
          </p:cNvSpPr>
          <p:nvPr>
            <p:ph type="dt" sz="half" idx="10"/>
          </p:nvPr>
        </p:nvSpPr>
        <p:spPr/>
        <p:txBody>
          <a:bodyPr/>
          <a:lstStyle/>
          <a:p>
            <a:fld id="{91CFE6A2-4535-4678-BAFE-A4C3EB7BF546}" type="datetimeFigureOut">
              <a:rPr lang="en-IN" smtClean="0"/>
              <a:t>30-12-2023</a:t>
            </a:fld>
            <a:endParaRPr lang="en-IN"/>
          </a:p>
        </p:txBody>
      </p:sp>
      <p:sp>
        <p:nvSpPr>
          <p:cNvPr id="5" name="Footer Placeholder 4">
            <a:extLst>
              <a:ext uri="{FF2B5EF4-FFF2-40B4-BE49-F238E27FC236}">
                <a16:creationId xmlns:a16="http://schemas.microsoft.com/office/drawing/2014/main" id="{2E1F8FA5-1A66-3B14-5F10-76B142FDF2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270077-F632-7E78-CCA6-7338F368DD42}"/>
              </a:ext>
            </a:extLst>
          </p:cNvPr>
          <p:cNvSpPr>
            <a:spLocks noGrp="1"/>
          </p:cNvSpPr>
          <p:nvPr>
            <p:ph type="sldNum" sz="quarter" idx="12"/>
          </p:nvPr>
        </p:nvSpPr>
        <p:spPr/>
        <p:txBody>
          <a:bodyPr/>
          <a:lstStyle/>
          <a:p>
            <a:fld id="{41F0513B-20A8-4F42-B9EE-123F863C6B20}" type="slidenum">
              <a:rPr lang="en-IN" smtClean="0"/>
              <a:t>‹#›</a:t>
            </a:fld>
            <a:endParaRPr lang="en-IN"/>
          </a:p>
        </p:txBody>
      </p:sp>
    </p:spTree>
    <p:extLst>
      <p:ext uri="{BB962C8B-B14F-4D97-AF65-F5344CB8AC3E}">
        <p14:creationId xmlns:p14="http://schemas.microsoft.com/office/powerpoint/2010/main" val="3555569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2D90A-8BEB-5DE4-98AB-D080A65713E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6A3A19-C7B5-ADE1-B8BE-04059D9DFE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3FDF62-DC08-0466-0BBD-FAD2CFE2F92C}"/>
              </a:ext>
            </a:extLst>
          </p:cNvPr>
          <p:cNvSpPr>
            <a:spLocks noGrp="1"/>
          </p:cNvSpPr>
          <p:nvPr>
            <p:ph type="dt" sz="half" idx="10"/>
          </p:nvPr>
        </p:nvSpPr>
        <p:spPr/>
        <p:txBody>
          <a:bodyPr/>
          <a:lstStyle/>
          <a:p>
            <a:fld id="{91CFE6A2-4535-4678-BAFE-A4C3EB7BF546}" type="datetimeFigureOut">
              <a:rPr lang="en-IN" smtClean="0"/>
              <a:t>30-12-2023</a:t>
            </a:fld>
            <a:endParaRPr lang="en-IN"/>
          </a:p>
        </p:txBody>
      </p:sp>
      <p:sp>
        <p:nvSpPr>
          <p:cNvPr id="5" name="Footer Placeholder 4">
            <a:extLst>
              <a:ext uri="{FF2B5EF4-FFF2-40B4-BE49-F238E27FC236}">
                <a16:creationId xmlns:a16="http://schemas.microsoft.com/office/drawing/2014/main" id="{6D16D648-9B5A-C847-F59A-3A5D886312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306590-1A7D-157F-7C54-5C5FF1E27A33}"/>
              </a:ext>
            </a:extLst>
          </p:cNvPr>
          <p:cNvSpPr>
            <a:spLocks noGrp="1"/>
          </p:cNvSpPr>
          <p:nvPr>
            <p:ph type="sldNum" sz="quarter" idx="12"/>
          </p:nvPr>
        </p:nvSpPr>
        <p:spPr/>
        <p:txBody>
          <a:bodyPr/>
          <a:lstStyle/>
          <a:p>
            <a:fld id="{41F0513B-20A8-4F42-B9EE-123F863C6B20}" type="slidenum">
              <a:rPr lang="en-IN" smtClean="0"/>
              <a:t>‹#›</a:t>
            </a:fld>
            <a:endParaRPr lang="en-IN"/>
          </a:p>
        </p:txBody>
      </p:sp>
    </p:spTree>
    <p:extLst>
      <p:ext uri="{BB962C8B-B14F-4D97-AF65-F5344CB8AC3E}">
        <p14:creationId xmlns:p14="http://schemas.microsoft.com/office/powerpoint/2010/main" val="3200172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9370C-D995-D1E7-B088-5D3A861939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08DCA03-58F9-A86E-1827-24218ECA77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A65620-7B00-44B6-1043-10D08D9CA59D}"/>
              </a:ext>
            </a:extLst>
          </p:cNvPr>
          <p:cNvSpPr>
            <a:spLocks noGrp="1"/>
          </p:cNvSpPr>
          <p:nvPr>
            <p:ph type="dt" sz="half" idx="10"/>
          </p:nvPr>
        </p:nvSpPr>
        <p:spPr/>
        <p:txBody>
          <a:bodyPr/>
          <a:lstStyle/>
          <a:p>
            <a:fld id="{91CFE6A2-4535-4678-BAFE-A4C3EB7BF546}" type="datetimeFigureOut">
              <a:rPr lang="en-IN" smtClean="0"/>
              <a:t>30-12-2023</a:t>
            </a:fld>
            <a:endParaRPr lang="en-IN"/>
          </a:p>
        </p:txBody>
      </p:sp>
      <p:sp>
        <p:nvSpPr>
          <p:cNvPr id="5" name="Footer Placeholder 4">
            <a:extLst>
              <a:ext uri="{FF2B5EF4-FFF2-40B4-BE49-F238E27FC236}">
                <a16:creationId xmlns:a16="http://schemas.microsoft.com/office/drawing/2014/main" id="{0B74C70A-C7D1-93F2-017B-8A59BC0234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590168-096E-A472-041E-41FF715928EB}"/>
              </a:ext>
            </a:extLst>
          </p:cNvPr>
          <p:cNvSpPr>
            <a:spLocks noGrp="1"/>
          </p:cNvSpPr>
          <p:nvPr>
            <p:ph type="sldNum" sz="quarter" idx="12"/>
          </p:nvPr>
        </p:nvSpPr>
        <p:spPr/>
        <p:txBody>
          <a:bodyPr/>
          <a:lstStyle/>
          <a:p>
            <a:fld id="{41F0513B-20A8-4F42-B9EE-123F863C6B20}" type="slidenum">
              <a:rPr lang="en-IN" smtClean="0"/>
              <a:t>‹#›</a:t>
            </a:fld>
            <a:endParaRPr lang="en-IN"/>
          </a:p>
        </p:txBody>
      </p:sp>
    </p:spTree>
    <p:extLst>
      <p:ext uri="{BB962C8B-B14F-4D97-AF65-F5344CB8AC3E}">
        <p14:creationId xmlns:p14="http://schemas.microsoft.com/office/powerpoint/2010/main" val="849541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8D17C-670F-7A50-496C-23B69AF3E5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1AB668-913E-E65A-28E4-8DA63DF1E2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3EE8E48-4A98-2134-1C27-8492C21893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01658BD-B0D6-4841-E13E-EB0A70C651E5}"/>
              </a:ext>
            </a:extLst>
          </p:cNvPr>
          <p:cNvSpPr>
            <a:spLocks noGrp="1"/>
          </p:cNvSpPr>
          <p:nvPr>
            <p:ph type="dt" sz="half" idx="10"/>
          </p:nvPr>
        </p:nvSpPr>
        <p:spPr/>
        <p:txBody>
          <a:bodyPr/>
          <a:lstStyle/>
          <a:p>
            <a:fld id="{91CFE6A2-4535-4678-BAFE-A4C3EB7BF546}" type="datetimeFigureOut">
              <a:rPr lang="en-IN" smtClean="0"/>
              <a:t>30-12-2023</a:t>
            </a:fld>
            <a:endParaRPr lang="en-IN"/>
          </a:p>
        </p:txBody>
      </p:sp>
      <p:sp>
        <p:nvSpPr>
          <p:cNvPr id="6" name="Footer Placeholder 5">
            <a:extLst>
              <a:ext uri="{FF2B5EF4-FFF2-40B4-BE49-F238E27FC236}">
                <a16:creationId xmlns:a16="http://schemas.microsoft.com/office/drawing/2014/main" id="{961F37E4-5EA3-9266-E927-AAF033A623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D03BA8-55BF-FFDC-08F1-364CC49E31C8}"/>
              </a:ext>
            </a:extLst>
          </p:cNvPr>
          <p:cNvSpPr>
            <a:spLocks noGrp="1"/>
          </p:cNvSpPr>
          <p:nvPr>
            <p:ph type="sldNum" sz="quarter" idx="12"/>
          </p:nvPr>
        </p:nvSpPr>
        <p:spPr/>
        <p:txBody>
          <a:bodyPr/>
          <a:lstStyle/>
          <a:p>
            <a:fld id="{41F0513B-20A8-4F42-B9EE-123F863C6B20}" type="slidenum">
              <a:rPr lang="en-IN" smtClean="0"/>
              <a:t>‹#›</a:t>
            </a:fld>
            <a:endParaRPr lang="en-IN"/>
          </a:p>
        </p:txBody>
      </p:sp>
    </p:spTree>
    <p:extLst>
      <p:ext uri="{BB962C8B-B14F-4D97-AF65-F5344CB8AC3E}">
        <p14:creationId xmlns:p14="http://schemas.microsoft.com/office/powerpoint/2010/main" val="1151369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61D1E-128B-858F-B41E-B7D1890CDD7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1637A1-6A5E-F4C1-4EC5-3172A46F27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33E9B4-E2BF-73C1-2FE3-D0B756C042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7D3181-D31E-FDE5-1CFB-E5FBF4B07D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204CD0-CA9C-CEFC-CC28-73E459E040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CAA73D0-6D5D-E0AA-CF33-36022795CDE8}"/>
              </a:ext>
            </a:extLst>
          </p:cNvPr>
          <p:cNvSpPr>
            <a:spLocks noGrp="1"/>
          </p:cNvSpPr>
          <p:nvPr>
            <p:ph type="dt" sz="half" idx="10"/>
          </p:nvPr>
        </p:nvSpPr>
        <p:spPr/>
        <p:txBody>
          <a:bodyPr/>
          <a:lstStyle/>
          <a:p>
            <a:fld id="{91CFE6A2-4535-4678-BAFE-A4C3EB7BF546}" type="datetimeFigureOut">
              <a:rPr lang="en-IN" smtClean="0"/>
              <a:t>30-12-2023</a:t>
            </a:fld>
            <a:endParaRPr lang="en-IN"/>
          </a:p>
        </p:txBody>
      </p:sp>
      <p:sp>
        <p:nvSpPr>
          <p:cNvPr id="8" name="Footer Placeholder 7">
            <a:extLst>
              <a:ext uri="{FF2B5EF4-FFF2-40B4-BE49-F238E27FC236}">
                <a16:creationId xmlns:a16="http://schemas.microsoft.com/office/drawing/2014/main" id="{AFE82E3B-15EF-CFD2-2887-3A204A940BB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D319BD3-18E2-FDC1-30F5-3F60D1BEED2D}"/>
              </a:ext>
            </a:extLst>
          </p:cNvPr>
          <p:cNvSpPr>
            <a:spLocks noGrp="1"/>
          </p:cNvSpPr>
          <p:nvPr>
            <p:ph type="sldNum" sz="quarter" idx="12"/>
          </p:nvPr>
        </p:nvSpPr>
        <p:spPr/>
        <p:txBody>
          <a:bodyPr/>
          <a:lstStyle/>
          <a:p>
            <a:fld id="{41F0513B-20A8-4F42-B9EE-123F863C6B20}" type="slidenum">
              <a:rPr lang="en-IN" smtClean="0"/>
              <a:t>‹#›</a:t>
            </a:fld>
            <a:endParaRPr lang="en-IN"/>
          </a:p>
        </p:txBody>
      </p:sp>
    </p:spTree>
    <p:extLst>
      <p:ext uri="{BB962C8B-B14F-4D97-AF65-F5344CB8AC3E}">
        <p14:creationId xmlns:p14="http://schemas.microsoft.com/office/powerpoint/2010/main" val="3204749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876A6-9F1E-3B12-8680-B31004903A0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42443C6-32AE-F1E8-AE26-BF67271CB5F7}"/>
              </a:ext>
            </a:extLst>
          </p:cNvPr>
          <p:cNvSpPr>
            <a:spLocks noGrp="1"/>
          </p:cNvSpPr>
          <p:nvPr>
            <p:ph type="dt" sz="half" idx="10"/>
          </p:nvPr>
        </p:nvSpPr>
        <p:spPr/>
        <p:txBody>
          <a:bodyPr/>
          <a:lstStyle/>
          <a:p>
            <a:fld id="{91CFE6A2-4535-4678-BAFE-A4C3EB7BF546}" type="datetimeFigureOut">
              <a:rPr lang="en-IN" smtClean="0"/>
              <a:t>30-12-2023</a:t>
            </a:fld>
            <a:endParaRPr lang="en-IN"/>
          </a:p>
        </p:txBody>
      </p:sp>
      <p:sp>
        <p:nvSpPr>
          <p:cNvPr id="4" name="Footer Placeholder 3">
            <a:extLst>
              <a:ext uri="{FF2B5EF4-FFF2-40B4-BE49-F238E27FC236}">
                <a16:creationId xmlns:a16="http://schemas.microsoft.com/office/drawing/2014/main" id="{B2DFC77D-DC49-AC07-874B-66F588D5ACA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57F45D2-8AD7-0699-EEF7-A682CC43B7A0}"/>
              </a:ext>
            </a:extLst>
          </p:cNvPr>
          <p:cNvSpPr>
            <a:spLocks noGrp="1"/>
          </p:cNvSpPr>
          <p:nvPr>
            <p:ph type="sldNum" sz="quarter" idx="12"/>
          </p:nvPr>
        </p:nvSpPr>
        <p:spPr/>
        <p:txBody>
          <a:bodyPr/>
          <a:lstStyle/>
          <a:p>
            <a:fld id="{41F0513B-20A8-4F42-B9EE-123F863C6B20}" type="slidenum">
              <a:rPr lang="en-IN" smtClean="0"/>
              <a:t>‹#›</a:t>
            </a:fld>
            <a:endParaRPr lang="en-IN"/>
          </a:p>
        </p:txBody>
      </p:sp>
    </p:spTree>
    <p:extLst>
      <p:ext uri="{BB962C8B-B14F-4D97-AF65-F5344CB8AC3E}">
        <p14:creationId xmlns:p14="http://schemas.microsoft.com/office/powerpoint/2010/main" val="360811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721806-478B-12EB-B87E-9F1469E0D14C}"/>
              </a:ext>
            </a:extLst>
          </p:cNvPr>
          <p:cNvSpPr>
            <a:spLocks noGrp="1"/>
          </p:cNvSpPr>
          <p:nvPr>
            <p:ph type="dt" sz="half" idx="10"/>
          </p:nvPr>
        </p:nvSpPr>
        <p:spPr/>
        <p:txBody>
          <a:bodyPr/>
          <a:lstStyle/>
          <a:p>
            <a:fld id="{91CFE6A2-4535-4678-BAFE-A4C3EB7BF546}" type="datetimeFigureOut">
              <a:rPr lang="en-IN" smtClean="0"/>
              <a:t>30-12-2023</a:t>
            </a:fld>
            <a:endParaRPr lang="en-IN"/>
          </a:p>
        </p:txBody>
      </p:sp>
      <p:sp>
        <p:nvSpPr>
          <p:cNvPr id="3" name="Footer Placeholder 2">
            <a:extLst>
              <a:ext uri="{FF2B5EF4-FFF2-40B4-BE49-F238E27FC236}">
                <a16:creationId xmlns:a16="http://schemas.microsoft.com/office/drawing/2014/main" id="{3B02DB8C-9CBE-04F0-D8AF-072E36A23F5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85464E0-A5C0-CAE8-0DD5-3C0EF0533A11}"/>
              </a:ext>
            </a:extLst>
          </p:cNvPr>
          <p:cNvSpPr>
            <a:spLocks noGrp="1"/>
          </p:cNvSpPr>
          <p:nvPr>
            <p:ph type="sldNum" sz="quarter" idx="12"/>
          </p:nvPr>
        </p:nvSpPr>
        <p:spPr/>
        <p:txBody>
          <a:bodyPr/>
          <a:lstStyle/>
          <a:p>
            <a:fld id="{41F0513B-20A8-4F42-B9EE-123F863C6B20}" type="slidenum">
              <a:rPr lang="en-IN" smtClean="0"/>
              <a:t>‹#›</a:t>
            </a:fld>
            <a:endParaRPr lang="en-IN"/>
          </a:p>
        </p:txBody>
      </p:sp>
    </p:spTree>
    <p:extLst>
      <p:ext uri="{BB962C8B-B14F-4D97-AF65-F5344CB8AC3E}">
        <p14:creationId xmlns:p14="http://schemas.microsoft.com/office/powerpoint/2010/main" val="2312705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C7D60-F6B1-6B29-82B6-8F34EFCB76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901218B-3FEC-34F7-1D61-56397A4621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094C46-EAF2-09D9-5D29-10BE338E1A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08EB22-ABB0-3B1C-8459-508BBE2D1EEA}"/>
              </a:ext>
            </a:extLst>
          </p:cNvPr>
          <p:cNvSpPr>
            <a:spLocks noGrp="1"/>
          </p:cNvSpPr>
          <p:nvPr>
            <p:ph type="dt" sz="half" idx="10"/>
          </p:nvPr>
        </p:nvSpPr>
        <p:spPr/>
        <p:txBody>
          <a:bodyPr/>
          <a:lstStyle/>
          <a:p>
            <a:fld id="{91CFE6A2-4535-4678-BAFE-A4C3EB7BF546}" type="datetimeFigureOut">
              <a:rPr lang="en-IN" smtClean="0"/>
              <a:t>30-12-2023</a:t>
            </a:fld>
            <a:endParaRPr lang="en-IN"/>
          </a:p>
        </p:txBody>
      </p:sp>
      <p:sp>
        <p:nvSpPr>
          <p:cNvPr id="6" name="Footer Placeholder 5">
            <a:extLst>
              <a:ext uri="{FF2B5EF4-FFF2-40B4-BE49-F238E27FC236}">
                <a16:creationId xmlns:a16="http://schemas.microsoft.com/office/drawing/2014/main" id="{F40B75EB-610A-081D-61E5-82AAB2876D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451994-8947-6C04-ED08-B36DDADA3688}"/>
              </a:ext>
            </a:extLst>
          </p:cNvPr>
          <p:cNvSpPr>
            <a:spLocks noGrp="1"/>
          </p:cNvSpPr>
          <p:nvPr>
            <p:ph type="sldNum" sz="quarter" idx="12"/>
          </p:nvPr>
        </p:nvSpPr>
        <p:spPr/>
        <p:txBody>
          <a:bodyPr/>
          <a:lstStyle/>
          <a:p>
            <a:fld id="{41F0513B-20A8-4F42-B9EE-123F863C6B20}" type="slidenum">
              <a:rPr lang="en-IN" smtClean="0"/>
              <a:t>‹#›</a:t>
            </a:fld>
            <a:endParaRPr lang="en-IN"/>
          </a:p>
        </p:txBody>
      </p:sp>
    </p:spTree>
    <p:extLst>
      <p:ext uri="{BB962C8B-B14F-4D97-AF65-F5344CB8AC3E}">
        <p14:creationId xmlns:p14="http://schemas.microsoft.com/office/powerpoint/2010/main" val="2764991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12551-6483-F746-CC84-3552178966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F51455E-159F-C124-835D-4EF0E4F586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3A9D104-C300-5FC9-8B36-FE51E60FE1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C3C8CB-9060-911E-D5B3-3B7D244AD818}"/>
              </a:ext>
            </a:extLst>
          </p:cNvPr>
          <p:cNvSpPr>
            <a:spLocks noGrp="1"/>
          </p:cNvSpPr>
          <p:nvPr>
            <p:ph type="dt" sz="half" idx="10"/>
          </p:nvPr>
        </p:nvSpPr>
        <p:spPr/>
        <p:txBody>
          <a:bodyPr/>
          <a:lstStyle/>
          <a:p>
            <a:fld id="{91CFE6A2-4535-4678-BAFE-A4C3EB7BF546}" type="datetimeFigureOut">
              <a:rPr lang="en-IN" smtClean="0"/>
              <a:t>30-12-2023</a:t>
            </a:fld>
            <a:endParaRPr lang="en-IN"/>
          </a:p>
        </p:txBody>
      </p:sp>
      <p:sp>
        <p:nvSpPr>
          <p:cNvPr id="6" name="Footer Placeholder 5">
            <a:extLst>
              <a:ext uri="{FF2B5EF4-FFF2-40B4-BE49-F238E27FC236}">
                <a16:creationId xmlns:a16="http://schemas.microsoft.com/office/drawing/2014/main" id="{66ED4492-0928-31C5-4C71-F41DA8330A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0CBF29-51E2-1F0C-E3F0-8D9F217B3087}"/>
              </a:ext>
            </a:extLst>
          </p:cNvPr>
          <p:cNvSpPr>
            <a:spLocks noGrp="1"/>
          </p:cNvSpPr>
          <p:nvPr>
            <p:ph type="sldNum" sz="quarter" idx="12"/>
          </p:nvPr>
        </p:nvSpPr>
        <p:spPr/>
        <p:txBody>
          <a:bodyPr/>
          <a:lstStyle/>
          <a:p>
            <a:fld id="{41F0513B-20A8-4F42-B9EE-123F863C6B20}" type="slidenum">
              <a:rPr lang="en-IN" smtClean="0"/>
              <a:t>‹#›</a:t>
            </a:fld>
            <a:endParaRPr lang="en-IN"/>
          </a:p>
        </p:txBody>
      </p:sp>
    </p:spTree>
    <p:extLst>
      <p:ext uri="{BB962C8B-B14F-4D97-AF65-F5344CB8AC3E}">
        <p14:creationId xmlns:p14="http://schemas.microsoft.com/office/powerpoint/2010/main" val="722957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FF8E8-D301-7E23-9B95-FC92A5DA426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E2D28B-76CD-EBBB-A638-06E71167F8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38A3CA-B4AA-5EE7-99FD-8EF0E137D290}"/>
              </a:ext>
            </a:extLst>
          </p:cNvPr>
          <p:cNvSpPr>
            <a:spLocks noGrp="1"/>
          </p:cNvSpPr>
          <p:nvPr>
            <p:ph type="dt" sz="half" idx="10"/>
          </p:nvPr>
        </p:nvSpPr>
        <p:spPr/>
        <p:txBody>
          <a:bodyPr/>
          <a:lstStyle/>
          <a:p>
            <a:fld id="{91CFE6A2-4535-4678-BAFE-A4C3EB7BF546}" type="datetimeFigureOut">
              <a:rPr lang="en-IN" smtClean="0"/>
              <a:t>30-12-2023</a:t>
            </a:fld>
            <a:endParaRPr lang="en-IN"/>
          </a:p>
        </p:txBody>
      </p:sp>
      <p:sp>
        <p:nvSpPr>
          <p:cNvPr id="5" name="Footer Placeholder 4">
            <a:extLst>
              <a:ext uri="{FF2B5EF4-FFF2-40B4-BE49-F238E27FC236}">
                <a16:creationId xmlns:a16="http://schemas.microsoft.com/office/drawing/2014/main" id="{005B9B64-C513-317B-DF10-A75D08BBBB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96C001-50F5-6BE8-4D19-47919EC9B41D}"/>
              </a:ext>
            </a:extLst>
          </p:cNvPr>
          <p:cNvSpPr>
            <a:spLocks noGrp="1"/>
          </p:cNvSpPr>
          <p:nvPr>
            <p:ph type="sldNum" sz="quarter" idx="12"/>
          </p:nvPr>
        </p:nvSpPr>
        <p:spPr/>
        <p:txBody>
          <a:bodyPr/>
          <a:lstStyle/>
          <a:p>
            <a:fld id="{41F0513B-20A8-4F42-B9EE-123F863C6B20}" type="slidenum">
              <a:rPr lang="en-IN" smtClean="0"/>
              <a:t>‹#›</a:t>
            </a:fld>
            <a:endParaRPr lang="en-IN"/>
          </a:p>
        </p:txBody>
      </p:sp>
    </p:spTree>
    <p:extLst>
      <p:ext uri="{BB962C8B-B14F-4D97-AF65-F5344CB8AC3E}">
        <p14:creationId xmlns:p14="http://schemas.microsoft.com/office/powerpoint/2010/main" val="3547040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04E11A-A9B7-7AEB-E507-046F8DECA5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28A72F-1519-D136-6774-7691A15778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C7AD83-9AB0-1FBD-0E09-DF8DA85A9F6A}"/>
              </a:ext>
            </a:extLst>
          </p:cNvPr>
          <p:cNvSpPr>
            <a:spLocks noGrp="1"/>
          </p:cNvSpPr>
          <p:nvPr>
            <p:ph type="dt" sz="half" idx="10"/>
          </p:nvPr>
        </p:nvSpPr>
        <p:spPr/>
        <p:txBody>
          <a:bodyPr/>
          <a:lstStyle/>
          <a:p>
            <a:fld id="{91CFE6A2-4535-4678-BAFE-A4C3EB7BF546}" type="datetimeFigureOut">
              <a:rPr lang="en-IN" smtClean="0"/>
              <a:t>30-12-2023</a:t>
            </a:fld>
            <a:endParaRPr lang="en-IN"/>
          </a:p>
        </p:txBody>
      </p:sp>
      <p:sp>
        <p:nvSpPr>
          <p:cNvPr id="5" name="Footer Placeholder 4">
            <a:extLst>
              <a:ext uri="{FF2B5EF4-FFF2-40B4-BE49-F238E27FC236}">
                <a16:creationId xmlns:a16="http://schemas.microsoft.com/office/drawing/2014/main" id="{EBD6B8A1-4F9A-CCE2-1682-EA08B2744B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767369-2430-AE8A-367C-B3984E0EFFC0}"/>
              </a:ext>
            </a:extLst>
          </p:cNvPr>
          <p:cNvSpPr>
            <a:spLocks noGrp="1"/>
          </p:cNvSpPr>
          <p:nvPr>
            <p:ph type="sldNum" sz="quarter" idx="12"/>
          </p:nvPr>
        </p:nvSpPr>
        <p:spPr/>
        <p:txBody>
          <a:bodyPr/>
          <a:lstStyle/>
          <a:p>
            <a:fld id="{41F0513B-20A8-4F42-B9EE-123F863C6B20}" type="slidenum">
              <a:rPr lang="en-IN" smtClean="0"/>
              <a:t>‹#›</a:t>
            </a:fld>
            <a:endParaRPr lang="en-IN"/>
          </a:p>
        </p:txBody>
      </p:sp>
    </p:spTree>
    <p:extLst>
      <p:ext uri="{BB962C8B-B14F-4D97-AF65-F5344CB8AC3E}">
        <p14:creationId xmlns:p14="http://schemas.microsoft.com/office/powerpoint/2010/main" val="52491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2B2148-971F-D7B2-0DEF-599734B7CE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4671A-B7FA-CCB2-58FF-673FC1B881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135796-5E11-43B6-CBF0-565C3B709B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CFE6A2-4535-4678-BAFE-A4C3EB7BF546}" type="datetimeFigureOut">
              <a:rPr lang="en-IN" smtClean="0"/>
              <a:t>30-12-2023</a:t>
            </a:fld>
            <a:endParaRPr lang="en-IN"/>
          </a:p>
        </p:txBody>
      </p:sp>
      <p:sp>
        <p:nvSpPr>
          <p:cNvPr id="5" name="Footer Placeholder 4">
            <a:extLst>
              <a:ext uri="{FF2B5EF4-FFF2-40B4-BE49-F238E27FC236}">
                <a16:creationId xmlns:a16="http://schemas.microsoft.com/office/drawing/2014/main" id="{7C8B3D46-1A21-0523-B38F-D1C463672E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A0EE8E5-9754-0C13-855B-76848D55C8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F0513B-20A8-4F42-B9EE-123F863C6B20}" type="slidenum">
              <a:rPr lang="en-IN" smtClean="0"/>
              <a:t>‹#›</a:t>
            </a:fld>
            <a:endParaRPr lang="en-IN"/>
          </a:p>
        </p:txBody>
      </p:sp>
    </p:spTree>
    <p:extLst>
      <p:ext uri="{BB962C8B-B14F-4D97-AF65-F5344CB8AC3E}">
        <p14:creationId xmlns:p14="http://schemas.microsoft.com/office/powerpoint/2010/main" val="1735062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192FD2-167D-148F-3CFD-A39C050401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8500" y="3067050"/>
            <a:ext cx="5715000" cy="723900"/>
          </a:xfrm>
          <a:prstGeom prst="rect">
            <a:avLst/>
          </a:prstGeom>
        </p:spPr>
      </p:pic>
    </p:spTree>
    <p:extLst>
      <p:ext uri="{BB962C8B-B14F-4D97-AF65-F5344CB8AC3E}">
        <p14:creationId xmlns:p14="http://schemas.microsoft.com/office/powerpoint/2010/main" val="1596884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5136"/>
        </a:solidFill>
        <a:effectLst/>
      </p:bgPr>
    </p:bg>
    <p:spTree>
      <p:nvGrpSpPr>
        <p:cNvPr id="1" name="Shape 124"/>
        <p:cNvGrpSpPr/>
        <p:nvPr/>
      </p:nvGrpSpPr>
      <p:grpSpPr>
        <a:xfrm>
          <a:off x="0" y="0"/>
          <a:ext cx="0" cy="0"/>
          <a:chOff x="0" y="0"/>
          <a:chExt cx="0" cy="0"/>
        </a:xfrm>
      </p:grpSpPr>
      <p:sp>
        <p:nvSpPr>
          <p:cNvPr id="125" name="Google Shape;125;p5"/>
          <p:cNvSpPr txBox="1"/>
          <p:nvPr/>
        </p:nvSpPr>
        <p:spPr>
          <a:xfrm>
            <a:off x="0" y="2436723"/>
            <a:ext cx="12192000" cy="1716066"/>
          </a:xfrm>
          <a:prstGeom prst="rect">
            <a:avLst/>
          </a:prstGeom>
          <a:noFill/>
          <a:ln>
            <a:noFill/>
          </a:ln>
        </p:spPr>
        <p:txBody>
          <a:bodyPr spcFirstLastPara="1" wrap="square" lIns="26775" tIns="26775" rIns="26775" bIns="26775" anchor="t" anchorCtr="0">
            <a:spAutoFit/>
          </a:bodyPr>
          <a:lstStyle/>
          <a:p>
            <a:pPr algn="ctr">
              <a:buClr>
                <a:srgbClr val="FFFFFF"/>
              </a:buClr>
              <a:buSzPts val="5400"/>
            </a:pPr>
            <a:r>
              <a:rPr lang="en-US" sz="5400" b="1" i="0" dirty="0">
                <a:solidFill>
                  <a:schemeClr val="bg1"/>
                </a:solidFill>
                <a:effectLst/>
                <a:latin typeface="Nunito Sans" pitchFamily="2" charset="0"/>
              </a:rPr>
              <a:t>Segregate even and odd nodes in a Linked List</a:t>
            </a:r>
          </a:p>
        </p:txBody>
      </p:sp>
      <p:pic>
        <p:nvPicPr>
          <p:cNvPr id="126" name="Google Shape;126;p5"/>
          <p:cNvPicPr preferRelativeResize="0"/>
          <p:nvPr/>
        </p:nvPicPr>
        <p:blipFill rotWithShape="1">
          <a:blip r:embed="rId3">
            <a:alphaModFix/>
          </a:blip>
          <a:srcRect/>
          <a:stretch/>
        </p:blipFill>
        <p:spPr>
          <a:xfrm>
            <a:off x="9525600" y="6202800"/>
            <a:ext cx="2356664" cy="298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A635DAA-35C4-4438-9D75-515C2C193139}"/>
              </a:ext>
            </a:extLst>
          </p:cNvPr>
          <p:cNvSpPr txBox="1"/>
          <p:nvPr/>
        </p:nvSpPr>
        <p:spPr>
          <a:xfrm>
            <a:off x="526224" y="769163"/>
            <a:ext cx="11136326" cy="1477328"/>
          </a:xfrm>
          <a:prstGeom prst="rect">
            <a:avLst/>
          </a:prstGeom>
          <a:noFill/>
        </p:spPr>
        <p:txBody>
          <a:bodyPr wrap="square" rtlCol="0">
            <a:spAutoFit/>
          </a:bodyPr>
          <a:lstStyle/>
          <a:p>
            <a:pPr algn="l" fontAlgn="base"/>
            <a:r>
              <a:rPr lang="en-US" sz="4500" b="1" i="0" dirty="0">
                <a:solidFill>
                  <a:srgbClr val="273239"/>
                </a:solidFill>
                <a:effectLst/>
                <a:latin typeface="Nunito Sans" pitchFamily="2" charset="0"/>
              </a:rPr>
              <a:t>Segregate even and odd nodes in a Linked List</a:t>
            </a:r>
          </a:p>
        </p:txBody>
      </p:sp>
      <p:sp>
        <p:nvSpPr>
          <p:cNvPr id="10" name="Rectangle 9">
            <a:extLst>
              <a:ext uri="{FF2B5EF4-FFF2-40B4-BE49-F238E27FC236}">
                <a16:creationId xmlns:a16="http://schemas.microsoft.com/office/drawing/2014/main" id="{3E767CAB-1FA5-494A-96EC-9E612067A695}"/>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6373F422-781C-4385-84E3-34EDBC7AB3E7}"/>
              </a:ext>
            </a:extLst>
          </p:cNvPr>
          <p:cNvSpPr txBox="1"/>
          <p:nvPr/>
        </p:nvSpPr>
        <p:spPr>
          <a:xfrm>
            <a:off x="558069" y="2133600"/>
            <a:ext cx="11104481" cy="3506729"/>
          </a:xfrm>
          <a:prstGeom prst="rect">
            <a:avLst/>
          </a:prstGeom>
          <a:noFill/>
        </p:spPr>
        <p:txBody>
          <a:bodyPr wrap="square" rtlCol="0">
            <a:spAutoFit/>
          </a:bodyPr>
          <a:lstStyle/>
          <a:p>
            <a:r>
              <a:rPr lang="en-US" sz="2500" b="1" dirty="0">
                <a:latin typeface="Nunito Sans" panose="020B0604020202020204" charset="0"/>
              </a:rPr>
              <a:t>Problem: </a:t>
            </a:r>
            <a:r>
              <a:rPr lang="en-US" sz="2500" dirty="0">
                <a:latin typeface="Nunito Sans" panose="020B0604020202020204" charset="0"/>
              </a:rPr>
              <a:t>Given a linked list,</a:t>
            </a:r>
            <a:r>
              <a:rPr lang="en-US" sz="2500" dirty="0">
                <a:solidFill>
                  <a:srgbClr val="273239"/>
                </a:solidFill>
                <a:latin typeface="Nunito Sans" pitchFamily="2" charset="0"/>
              </a:rPr>
              <a:t> Segregate even and odd nodes in a Linked List.</a:t>
            </a:r>
          </a:p>
          <a:p>
            <a:endParaRPr lang="en-US" sz="2500" dirty="0">
              <a:solidFill>
                <a:srgbClr val="273239"/>
              </a:solidFill>
              <a:latin typeface="Nunito Sans" pitchFamily="2" charset="0"/>
            </a:endParaRPr>
          </a:p>
          <a:p>
            <a:r>
              <a:rPr lang="en-US" sz="2500" b="1" dirty="0">
                <a:latin typeface="Nunito Sans" panose="020B0604020202020204" charset="0"/>
              </a:rPr>
              <a:t>Sample Input:</a:t>
            </a:r>
          </a:p>
          <a:p>
            <a:pPr>
              <a:lnSpc>
                <a:spcPct val="150000"/>
              </a:lnSpc>
            </a:pPr>
            <a:endParaRPr lang="en-US" sz="2500" dirty="0">
              <a:latin typeface="Nunito Sans" panose="020B0604020202020204" charset="0"/>
            </a:endParaRPr>
          </a:p>
          <a:p>
            <a:pPr>
              <a:lnSpc>
                <a:spcPct val="150000"/>
              </a:lnSpc>
            </a:pPr>
            <a:endParaRPr lang="en-US" sz="2500" dirty="0">
              <a:latin typeface="Nunito Sans" panose="020B0604020202020204" charset="0"/>
            </a:endParaRPr>
          </a:p>
          <a:p>
            <a:pPr>
              <a:lnSpc>
                <a:spcPct val="150000"/>
              </a:lnSpc>
            </a:pPr>
            <a:r>
              <a:rPr lang="en-US" sz="2500" b="1" dirty="0">
                <a:latin typeface="Nunito Sans" panose="020B0604020202020204" charset="0"/>
              </a:rPr>
              <a:t>Sample Output:</a:t>
            </a:r>
          </a:p>
          <a:p>
            <a:pPr>
              <a:lnSpc>
                <a:spcPct val="150000"/>
              </a:lnSpc>
            </a:pPr>
            <a:endParaRPr lang="en-US" sz="2500" dirty="0">
              <a:latin typeface="Nunito Sans" panose="020B0604020202020204" charset="0"/>
            </a:endParaRPr>
          </a:p>
        </p:txBody>
      </p:sp>
      <p:sp>
        <p:nvSpPr>
          <p:cNvPr id="4" name="Rectangle 3">
            <a:extLst>
              <a:ext uri="{FF2B5EF4-FFF2-40B4-BE49-F238E27FC236}">
                <a16:creationId xmlns:a16="http://schemas.microsoft.com/office/drawing/2014/main" id="{B160FBA8-A20B-5E3D-F30D-955C1E1B900C}"/>
              </a:ext>
            </a:extLst>
          </p:cNvPr>
          <p:cNvSpPr/>
          <p:nvPr/>
        </p:nvSpPr>
        <p:spPr>
          <a:xfrm>
            <a:off x="663695" y="3513513"/>
            <a:ext cx="965931"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98AB20B9-939E-1615-094B-479E0266E758}"/>
              </a:ext>
            </a:extLst>
          </p:cNvPr>
          <p:cNvSpPr/>
          <p:nvPr/>
        </p:nvSpPr>
        <p:spPr>
          <a:xfrm>
            <a:off x="9541084" y="3508659"/>
            <a:ext cx="1179925"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0E0257D0-6BEF-BD57-BE9C-DA4A067EA6FB}"/>
              </a:ext>
            </a:extLst>
          </p:cNvPr>
          <p:cNvSpPr/>
          <p:nvPr/>
        </p:nvSpPr>
        <p:spPr>
          <a:xfrm>
            <a:off x="2433082" y="3534848"/>
            <a:ext cx="965931"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BAD9EF8D-8294-34FA-B849-1E89509F0D90}"/>
              </a:ext>
            </a:extLst>
          </p:cNvPr>
          <p:cNvSpPr/>
          <p:nvPr/>
        </p:nvSpPr>
        <p:spPr>
          <a:xfrm>
            <a:off x="4236489" y="3512497"/>
            <a:ext cx="965931"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709C9F97-D0A7-4639-5B90-26AF39A3C176}"/>
              </a:ext>
            </a:extLst>
          </p:cNvPr>
          <p:cNvSpPr/>
          <p:nvPr/>
        </p:nvSpPr>
        <p:spPr>
          <a:xfrm>
            <a:off x="6039896" y="3531237"/>
            <a:ext cx="965931"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7F2473D9-1FEB-64FE-BA20-A8DCB4FE61EB}"/>
              </a:ext>
            </a:extLst>
          </p:cNvPr>
          <p:cNvSpPr/>
          <p:nvPr/>
        </p:nvSpPr>
        <p:spPr>
          <a:xfrm>
            <a:off x="7857414" y="3531237"/>
            <a:ext cx="965931"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EA68C01C-F170-7AA7-55A5-D5D4A9F7E7EC}"/>
              </a:ext>
            </a:extLst>
          </p:cNvPr>
          <p:cNvSpPr txBox="1"/>
          <p:nvPr/>
        </p:nvSpPr>
        <p:spPr>
          <a:xfrm>
            <a:off x="660091" y="3551849"/>
            <a:ext cx="846561" cy="523220"/>
          </a:xfrm>
          <a:prstGeom prst="rect">
            <a:avLst/>
          </a:prstGeom>
          <a:noFill/>
        </p:spPr>
        <p:txBody>
          <a:bodyPr wrap="square" rtlCol="0">
            <a:spAutoFit/>
          </a:bodyPr>
          <a:lstStyle/>
          <a:p>
            <a:r>
              <a:rPr lang="en-US" sz="2800" b="1" dirty="0"/>
              <a:t>   10</a:t>
            </a:r>
            <a:endParaRPr lang="en-IN" sz="2800" b="1" dirty="0"/>
          </a:p>
        </p:txBody>
      </p:sp>
      <p:cxnSp>
        <p:nvCxnSpPr>
          <p:cNvPr id="17" name="Straight Arrow Connector 16">
            <a:extLst>
              <a:ext uri="{FF2B5EF4-FFF2-40B4-BE49-F238E27FC236}">
                <a16:creationId xmlns:a16="http://schemas.microsoft.com/office/drawing/2014/main" id="{72A9D5D4-9C65-5C95-AF6C-94A9DB92A252}"/>
              </a:ext>
            </a:extLst>
          </p:cNvPr>
          <p:cNvCxnSpPr/>
          <p:nvPr/>
        </p:nvCxnSpPr>
        <p:spPr>
          <a:xfrm>
            <a:off x="1629626" y="3828361"/>
            <a:ext cx="8034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id="{E56D0EC7-FAF9-6D1A-8EFC-8FAF97524BA3}"/>
              </a:ext>
            </a:extLst>
          </p:cNvPr>
          <p:cNvCxnSpPr/>
          <p:nvPr/>
        </p:nvCxnSpPr>
        <p:spPr>
          <a:xfrm>
            <a:off x="3399013" y="3848907"/>
            <a:ext cx="8034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18">
            <a:extLst>
              <a:ext uri="{FF2B5EF4-FFF2-40B4-BE49-F238E27FC236}">
                <a16:creationId xmlns:a16="http://schemas.microsoft.com/office/drawing/2014/main" id="{16744C36-50B0-59CD-D73C-683330D55E89}"/>
              </a:ext>
            </a:extLst>
          </p:cNvPr>
          <p:cNvCxnSpPr/>
          <p:nvPr/>
        </p:nvCxnSpPr>
        <p:spPr>
          <a:xfrm>
            <a:off x="5202420" y="3863809"/>
            <a:ext cx="8034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0DA2B960-6998-FC03-62ED-22DFBA682ECC}"/>
              </a:ext>
            </a:extLst>
          </p:cNvPr>
          <p:cNvCxnSpPr/>
          <p:nvPr/>
        </p:nvCxnSpPr>
        <p:spPr>
          <a:xfrm>
            <a:off x="7005827" y="3884355"/>
            <a:ext cx="8034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id="{D48AA3B7-4505-B1E7-AFB2-9EC324C57D48}"/>
              </a:ext>
            </a:extLst>
          </p:cNvPr>
          <p:cNvCxnSpPr/>
          <p:nvPr/>
        </p:nvCxnSpPr>
        <p:spPr>
          <a:xfrm>
            <a:off x="8843254" y="3828361"/>
            <a:ext cx="8034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21E815AB-8109-4938-207C-F6296F1179C8}"/>
              </a:ext>
            </a:extLst>
          </p:cNvPr>
          <p:cNvSpPr txBox="1"/>
          <p:nvPr/>
        </p:nvSpPr>
        <p:spPr>
          <a:xfrm>
            <a:off x="2315426" y="3531237"/>
            <a:ext cx="803456" cy="523220"/>
          </a:xfrm>
          <a:prstGeom prst="rect">
            <a:avLst/>
          </a:prstGeom>
          <a:noFill/>
        </p:spPr>
        <p:txBody>
          <a:bodyPr wrap="square" rtlCol="0">
            <a:spAutoFit/>
          </a:bodyPr>
          <a:lstStyle/>
          <a:p>
            <a:r>
              <a:rPr lang="en-US" sz="2800" b="1" dirty="0"/>
              <a:t>   12</a:t>
            </a:r>
            <a:endParaRPr lang="en-IN" sz="2800" b="1" dirty="0"/>
          </a:p>
        </p:txBody>
      </p:sp>
      <p:sp>
        <p:nvSpPr>
          <p:cNvPr id="25" name="TextBox 24">
            <a:extLst>
              <a:ext uri="{FF2B5EF4-FFF2-40B4-BE49-F238E27FC236}">
                <a16:creationId xmlns:a16="http://schemas.microsoft.com/office/drawing/2014/main" id="{A237DBB1-0118-899C-26BB-CE9B546D6B02}"/>
              </a:ext>
            </a:extLst>
          </p:cNvPr>
          <p:cNvSpPr txBox="1"/>
          <p:nvPr/>
        </p:nvSpPr>
        <p:spPr>
          <a:xfrm>
            <a:off x="4254481" y="3505200"/>
            <a:ext cx="631566" cy="523220"/>
          </a:xfrm>
          <a:prstGeom prst="rect">
            <a:avLst/>
          </a:prstGeom>
          <a:noFill/>
        </p:spPr>
        <p:txBody>
          <a:bodyPr wrap="square" rtlCol="0">
            <a:spAutoFit/>
          </a:bodyPr>
          <a:lstStyle/>
          <a:p>
            <a:r>
              <a:rPr lang="en-US" sz="2800" b="1" dirty="0"/>
              <a:t>   3</a:t>
            </a:r>
            <a:endParaRPr lang="en-IN" sz="2800" b="1" dirty="0"/>
          </a:p>
        </p:txBody>
      </p:sp>
      <p:sp>
        <p:nvSpPr>
          <p:cNvPr id="26" name="TextBox 25">
            <a:extLst>
              <a:ext uri="{FF2B5EF4-FFF2-40B4-BE49-F238E27FC236}">
                <a16:creationId xmlns:a16="http://schemas.microsoft.com/office/drawing/2014/main" id="{E9BE050E-F74C-AF57-D87D-05B2C5866502}"/>
              </a:ext>
            </a:extLst>
          </p:cNvPr>
          <p:cNvSpPr txBox="1"/>
          <p:nvPr/>
        </p:nvSpPr>
        <p:spPr>
          <a:xfrm>
            <a:off x="6052321" y="3513513"/>
            <a:ext cx="631566" cy="523220"/>
          </a:xfrm>
          <a:prstGeom prst="rect">
            <a:avLst/>
          </a:prstGeom>
          <a:noFill/>
        </p:spPr>
        <p:txBody>
          <a:bodyPr wrap="square" rtlCol="0">
            <a:spAutoFit/>
          </a:bodyPr>
          <a:lstStyle/>
          <a:p>
            <a:r>
              <a:rPr lang="en-US" sz="2800" b="1" dirty="0"/>
              <a:t>   4</a:t>
            </a:r>
            <a:endParaRPr lang="en-IN" sz="2800" b="1" dirty="0"/>
          </a:p>
        </p:txBody>
      </p:sp>
      <p:sp>
        <p:nvSpPr>
          <p:cNvPr id="27" name="TextBox 26">
            <a:extLst>
              <a:ext uri="{FF2B5EF4-FFF2-40B4-BE49-F238E27FC236}">
                <a16:creationId xmlns:a16="http://schemas.microsoft.com/office/drawing/2014/main" id="{A83B89B0-13F5-5196-F033-D855A71D04E5}"/>
              </a:ext>
            </a:extLst>
          </p:cNvPr>
          <p:cNvSpPr txBox="1"/>
          <p:nvPr/>
        </p:nvSpPr>
        <p:spPr>
          <a:xfrm>
            <a:off x="7892651" y="3534850"/>
            <a:ext cx="631566" cy="523220"/>
          </a:xfrm>
          <a:prstGeom prst="rect">
            <a:avLst/>
          </a:prstGeom>
          <a:noFill/>
        </p:spPr>
        <p:txBody>
          <a:bodyPr wrap="square" rtlCol="0">
            <a:spAutoFit/>
          </a:bodyPr>
          <a:lstStyle/>
          <a:p>
            <a:r>
              <a:rPr lang="en-US" sz="2800" b="1" dirty="0"/>
              <a:t>   5</a:t>
            </a:r>
            <a:endParaRPr lang="en-IN" sz="2800" b="1" dirty="0"/>
          </a:p>
        </p:txBody>
      </p:sp>
      <p:sp>
        <p:nvSpPr>
          <p:cNvPr id="28" name="TextBox 27">
            <a:extLst>
              <a:ext uri="{FF2B5EF4-FFF2-40B4-BE49-F238E27FC236}">
                <a16:creationId xmlns:a16="http://schemas.microsoft.com/office/drawing/2014/main" id="{CE3C0EBD-C5E8-167D-8861-5F67D6B9CF00}"/>
              </a:ext>
            </a:extLst>
          </p:cNvPr>
          <p:cNvSpPr txBox="1"/>
          <p:nvPr/>
        </p:nvSpPr>
        <p:spPr>
          <a:xfrm>
            <a:off x="9707826" y="3537396"/>
            <a:ext cx="982472" cy="523220"/>
          </a:xfrm>
          <a:prstGeom prst="rect">
            <a:avLst/>
          </a:prstGeom>
          <a:noFill/>
        </p:spPr>
        <p:txBody>
          <a:bodyPr wrap="square" rtlCol="0">
            <a:spAutoFit/>
          </a:bodyPr>
          <a:lstStyle/>
          <a:p>
            <a:r>
              <a:rPr lang="en-US" sz="2800" b="1" dirty="0"/>
              <a:t>NULL</a:t>
            </a:r>
            <a:endParaRPr lang="en-IN" sz="2800" b="1" dirty="0"/>
          </a:p>
        </p:txBody>
      </p:sp>
      <p:sp>
        <p:nvSpPr>
          <p:cNvPr id="2" name="Rectangle 1">
            <a:extLst>
              <a:ext uri="{FF2B5EF4-FFF2-40B4-BE49-F238E27FC236}">
                <a16:creationId xmlns:a16="http://schemas.microsoft.com/office/drawing/2014/main" id="{F7286BA2-5DDE-1341-C3DD-53449B9675B6}"/>
              </a:ext>
            </a:extLst>
          </p:cNvPr>
          <p:cNvSpPr/>
          <p:nvPr/>
        </p:nvSpPr>
        <p:spPr>
          <a:xfrm>
            <a:off x="739895" y="5189913"/>
            <a:ext cx="965931"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73C8ABD6-A98A-6282-6626-EBA1111E9BE3}"/>
              </a:ext>
            </a:extLst>
          </p:cNvPr>
          <p:cNvSpPr/>
          <p:nvPr/>
        </p:nvSpPr>
        <p:spPr>
          <a:xfrm>
            <a:off x="9617284" y="5185059"/>
            <a:ext cx="1103725"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34FB887-3104-FB42-7073-61E7DAA7A9F2}"/>
              </a:ext>
            </a:extLst>
          </p:cNvPr>
          <p:cNvSpPr/>
          <p:nvPr/>
        </p:nvSpPr>
        <p:spPr>
          <a:xfrm>
            <a:off x="2509282" y="5211248"/>
            <a:ext cx="965931"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45F33879-525E-B2F0-293C-C453C328B60D}"/>
              </a:ext>
            </a:extLst>
          </p:cNvPr>
          <p:cNvSpPr/>
          <p:nvPr/>
        </p:nvSpPr>
        <p:spPr>
          <a:xfrm>
            <a:off x="4312689" y="5188897"/>
            <a:ext cx="965931"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F108B2F9-5403-E267-730A-A4076DD573E5}"/>
              </a:ext>
            </a:extLst>
          </p:cNvPr>
          <p:cNvSpPr/>
          <p:nvPr/>
        </p:nvSpPr>
        <p:spPr>
          <a:xfrm>
            <a:off x="6116096" y="5207637"/>
            <a:ext cx="965931"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F841D127-926E-A0B7-8C2A-9AF332881FBE}"/>
              </a:ext>
            </a:extLst>
          </p:cNvPr>
          <p:cNvSpPr/>
          <p:nvPr/>
        </p:nvSpPr>
        <p:spPr>
          <a:xfrm>
            <a:off x="7933614" y="5207637"/>
            <a:ext cx="965931"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67F6CC99-0997-0963-D084-7A35AE6B48DD}"/>
              </a:ext>
            </a:extLst>
          </p:cNvPr>
          <p:cNvSpPr txBox="1"/>
          <p:nvPr/>
        </p:nvSpPr>
        <p:spPr>
          <a:xfrm>
            <a:off x="736291" y="5228249"/>
            <a:ext cx="846561" cy="523220"/>
          </a:xfrm>
          <a:prstGeom prst="rect">
            <a:avLst/>
          </a:prstGeom>
          <a:noFill/>
        </p:spPr>
        <p:txBody>
          <a:bodyPr wrap="square" rtlCol="0">
            <a:spAutoFit/>
          </a:bodyPr>
          <a:lstStyle/>
          <a:p>
            <a:r>
              <a:rPr lang="en-US" sz="2800" b="1" dirty="0"/>
              <a:t>   10</a:t>
            </a:r>
            <a:endParaRPr lang="en-IN" sz="2800" b="1" dirty="0"/>
          </a:p>
        </p:txBody>
      </p:sp>
      <p:cxnSp>
        <p:nvCxnSpPr>
          <p:cNvPr id="29" name="Straight Arrow Connector 28">
            <a:extLst>
              <a:ext uri="{FF2B5EF4-FFF2-40B4-BE49-F238E27FC236}">
                <a16:creationId xmlns:a16="http://schemas.microsoft.com/office/drawing/2014/main" id="{E42DBB89-1E5F-5AFA-8B41-8AA122F42E1F}"/>
              </a:ext>
            </a:extLst>
          </p:cNvPr>
          <p:cNvCxnSpPr/>
          <p:nvPr/>
        </p:nvCxnSpPr>
        <p:spPr>
          <a:xfrm>
            <a:off x="1705826" y="5504761"/>
            <a:ext cx="8034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D56B1C06-E8EB-740B-174B-6B55FC083D1D}"/>
              </a:ext>
            </a:extLst>
          </p:cNvPr>
          <p:cNvCxnSpPr/>
          <p:nvPr/>
        </p:nvCxnSpPr>
        <p:spPr>
          <a:xfrm>
            <a:off x="3475213" y="5525307"/>
            <a:ext cx="8034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 name="Straight Arrow Connector 30">
            <a:extLst>
              <a:ext uri="{FF2B5EF4-FFF2-40B4-BE49-F238E27FC236}">
                <a16:creationId xmlns:a16="http://schemas.microsoft.com/office/drawing/2014/main" id="{33647F62-004A-74E5-8ADF-056D1D5C59FC}"/>
              </a:ext>
            </a:extLst>
          </p:cNvPr>
          <p:cNvCxnSpPr/>
          <p:nvPr/>
        </p:nvCxnSpPr>
        <p:spPr>
          <a:xfrm>
            <a:off x="5278620" y="5540209"/>
            <a:ext cx="8034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2" name="Straight Arrow Connector 31">
            <a:extLst>
              <a:ext uri="{FF2B5EF4-FFF2-40B4-BE49-F238E27FC236}">
                <a16:creationId xmlns:a16="http://schemas.microsoft.com/office/drawing/2014/main" id="{28C85565-3A44-BBC1-9843-C70833003DCD}"/>
              </a:ext>
            </a:extLst>
          </p:cNvPr>
          <p:cNvCxnSpPr/>
          <p:nvPr/>
        </p:nvCxnSpPr>
        <p:spPr>
          <a:xfrm>
            <a:off x="7082027" y="5560755"/>
            <a:ext cx="8034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4" name="Straight Arrow Connector 33">
            <a:extLst>
              <a:ext uri="{FF2B5EF4-FFF2-40B4-BE49-F238E27FC236}">
                <a16:creationId xmlns:a16="http://schemas.microsoft.com/office/drawing/2014/main" id="{EAEA8AC3-118A-9544-5CFD-BE986CA6A519}"/>
              </a:ext>
            </a:extLst>
          </p:cNvPr>
          <p:cNvCxnSpPr/>
          <p:nvPr/>
        </p:nvCxnSpPr>
        <p:spPr>
          <a:xfrm>
            <a:off x="8919454" y="5504761"/>
            <a:ext cx="8034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6" name="TextBox 35">
            <a:extLst>
              <a:ext uri="{FF2B5EF4-FFF2-40B4-BE49-F238E27FC236}">
                <a16:creationId xmlns:a16="http://schemas.microsoft.com/office/drawing/2014/main" id="{55B44CE4-173D-5245-2475-31547AFF8736}"/>
              </a:ext>
            </a:extLst>
          </p:cNvPr>
          <p:cNvSpPr txBox="1"/>
          <p:nvPr/>
        </p:nvSpPr>
        <p:spPr>
          <a:xfrm>
            <a:off x="2391626" y="5207637"/>
            <a:ext cx="803456" cy="523220"/>
          </a:xfrm>
          <a:prstGeom prst="rect">
            <a:avLst/>
          </a:prstGeom>
          <a:noFill/>
        </p:spPr>
        <p:txBody>
          <a:bodyPr wrap="square" rtlCol="0">
            <a:spAutoFit/>
          </a:bodyPr>
          <a:lstStyle/>
          <a:p>
            <a:r>
              <a:rPr lang="en-US" sz="2800" b="1" dirty="0"/>
              <a:t>   12</a:t>
            </a:r>
            <a:endParaRPr lang="en-IN" sz="2800" b="1" dirty="0"/>
          </a:p>
        </p:txBody>
      </p:sp>
      <p:sp>
        <p:nvSpPr>
          <p:cNvPr id="38" name="TextBox 37">
            <a:extLst>
              <a:ext uri="{FF2B5EF4-FFF2-40B4-BE49-F238E27FC236}">
                <a16:creationId xmlns:a16="http://schemas.microsoft.com/office/drawing/2014/main" id="{530A5D89-7113-D639-0172-3B65C1EA13FA}"/>
              </a:ext>
            </a:extLst>
          </p:cNvPr>
          <p:cNvSpPr txBox="1"/>
          <p:nvPr/>
        </p:nvSpPr>
        <p:spPr>
          <a:xfrm>
            <a:off x="4330681" y="5181600"/>
            <a:ext cx="631566" cy="523220"/>
          </a:xfrm>
          <a:prstGeom prst="rect">
            <a:avLst/>
          </a:prstGeom>
          <a:noFill/>
        </p:spPr>
        <p:txBody>
          <a:bodyPr wrap="square" rtlCol="0">
            <a:spAutoFit/>
          </a:bodyPr>
          <a:lstStyle/>
          <a:p>
            <a:r>
              <a:rPr lang="en-US" sz="2800" b="1" dirty="0"/>
              <a:t>   4</a:t>
            </a:r>
            <a:endParaRPr lang="en-IN" sz="2800" b="1" dirty="0"/>
          </a:p>
        </p:txBody>
      </p:sp>
      <p:sp>
        <p:nvSpPr>
          <p:cNvPr id="39" name="TextBox 38">
            <a:extLst>
              <a:ext uri="{FF2B5EF4-FFF2-40B4-BE49-F238E27FC236}">
                <a16:creationId xmlns:a16="http://schemas.microsoft.com/office/drawing/2014/main" id="{79702210-57BA-476C-CBE4-87C2A5CA0593}"/>
              </a:ext>
            </a:extLst>
          </p:cNvPr>
          <p:cNvSpPr txBox="1"/>
          <p:nvPr/>
        </p:nvSpPr>
        <p:spPr>
          <a:xfrm>
            <a:off x="6150234" y="5267980"/>
            <a:ext cx="631566" cy="523220"/>
          </a:xfrm>
          <a:prstGeom prst="rect">
            <a:avLst/>
          </a:prstGeom>
          <a:noFill/>
        </p:spPr>
        <p:txBody>
          <a:bodyPr wrap="square" rtlCol="0">
            <a:spAutoFit/>
          </a:bodyPr>
          <a:lstStyle/>
          <a:p>
            <a:r>
              <a:rPr lang="en-US" sz="2800" b="1" dirty="0"/>
              <a:t>   3</a:t>
            </a:r>
            <a:endParaRPr lang="en-IN" sz="2800" b="1" dirty="0"/>
          </a:p>
        </p:txBody>
      </p:sp>
      <p:sp>
        <p:nvSpPr>
          <p:cNvPr id="41" name="TextBox 40">
            <a:extLst>
              <a:ext uri="{FF2B5EF4-FFF2-40B4-BE49-F238E27FC236}">
                <a16:creationId xmlns:a16="http://schemas.microsoft.com/office/drawing/2014/main" id="{5F256F08-E7AC-675F-DD7A-AD041FA1C5F7}"/>
              </a:ext>
            </a:extLst>
          </p:cNvPr>
          <p:cNvSpPr txBox="1"/>
          <p:nvPr/>
        </p:nvSpPr>
        <p:spPr>
          <a:xfrm>
            <a:off x="7968851" y="5211250"/>
            <a:ext cx="631566" cy="523220"/>
          </a:xfrm>
          <a:prstGeom prst="rect">
            <a:avLst/>
          </a:prstGeom>
          <a:noFill/>
        </p:spPr>
        <p:txBody>
          <a:bodyPr wrap="square" rtlCol="0">
            <a:spAutoFit/>
          </a:bodyPr>
          <a:lstStyle/>
          <a:p>
            <a:r>
              <a:rPr lang="en-US" sz="2800" b="1" dirty="0"/>
              <a:t>   5</a:t>
            </a:r>
            <a:endParaRPr lang="en-IN" sz="2800" b="1" dirty="0"/>
          </a:p>
        </p:txBody>
      </p:sp>
      <p:sp>
        <p:nvSpPr>
          <p:cNvPr id="42" name="TextBox 41">
            <a:extLst>
              <a:ext uri="{FF2B5EF4-FFF2-40B4-BE49-F238E27FC236}">
                <a16:creationId xmlns:a16="http://schemas.microsoft.com/office/drawing/2014/main" id="{80FFF2B5-E9E6-5FC8-2867-6FE99DD6D411}"/>
              </a:ext>
            </a:extLst>
          </p:cNvPr>
          <p:cNvSpPr txBox="1"/>
          <p:nvPr/>
        </p:nvSpPr>
        <p:spPr>
          <a:xfrm>
            <a:off x="9656103" y="5207637"/>
            <a:ext cx="1034196" cy="523220"/>
          </a:xfrm>
          <a:prstGeom prst="rect">
            <a:avLst/>
          </a:prstGeom>
          <a:noFill/>
        </p:spPr>
        <p:txBody>
          <a:bodyPr wrap="square" rtlCol="0">
            <a:spAutoFit/>
          </a:bodyPr>
          <a:lstStyle/>
          <a:p>
            <a:r>
              <a:rPr lang="en-US" sz="2800" b="1" dirty="0"/>
              <a:t>NULL</a:t>
            </a:r>
            <a:endParaRPr lang="en-IN" sz="2800" b="1" dirty="0"/>
          </a:p>
        </p:txBody>
      </p:sp>
      <p:pic>
        <p:nvPicPr>
          <p:cNvPr id="33" name="Picture 32">
            <a:extLst>
              <a:ext uri="{FF2B5EF4-FFF2-40B4-BE49-F238E27FC236}">
                <a16:creationId xmlns:a16="http://schemas.microsoft.com/office/drawing/2014/main" id="{69BD9B18-72F6-6DDF-67E9-14B2D9B187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187710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A635DAA-35C4-4438-9D75-515C2C193139}"/>
              </a:ext>
            </a:extLst>
          </p:cNvPr>
          <p:cNvSpPr txBox="1"/>
          <p:nvPr/>
        </p:nvSpPr>
        <p:spPr>
          <a:xfrm>
            <a:off x="538792" y="914400"/>
            <a:ext cx="11136326" cy="784830"/>
          </a:xfrm>
          <a:prstGeom prst="rect">
            <a:avLst/>
          </a:prstGeom>
          <a:noFill/>
        </p:spPr>
        <p:txBody>
          <a:bodyPr wrap="square" rtlCol="0">
            <a:spAutoFit/>
          </a:bodyPr>
          <a:lstStyle/>
          <a:p>
            <a:r>
              <a:rPr lang="en-US" sz="4500" b="1" dirty="0">
                <a:latin typeface="Nunito Sans" panose="00000500000000000000" pitchFamily="2" charset="0"/>
              </a:rPr>
              <a:t>Solutions </a:t>
            </a:r>
          </a:p>
        </p:txBody>
      </p:sp>
      <p:sp>
        <p:nvSpPr>
          <p:cNvPr id="10" name="Rectangle 9">
            <a:extLst>
              <a:ext uri="{FF2B5EF4-FFF2-40B4-BE49-F238E27FC236}">
                <a16:creationId xmlns:a16="http://schemas.microsoft.com/office/drawing/2014/main" id="{3E767CAB-1FA5-494A-96EC-9E612067A695}"/>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2CBCD106-8851-98DA-A312-EB2401313734}"/>
              </a:ext>
            </a:extLst>
          </p:cNvPr>
          <p:cNvSpPr txBox="1"/>
          <p:nvPr/>
        </p:nvSpPr>
        <p:spPr>
          <a:xfrm>
            <a:off x="538792" y="1306815"/>
            <a:ext cx="10907486" cy="5093702"/>
          </a:xfrm>
          <a:prstGeom prst="rect">
            <a:avLst/>
          </a:prstGeom>
          <a:noFill/>
        </p:spPr>
        <p:txBody>
          <a:bodyPr wrap="square" rtlCol="0">
            <a:spAutoFit/>
          </a:bodyPr>
          <a:lstStyle/>
          <a:p>
            <a:endParaRPr lang="en-US" sz="2500" dirty="0">
              <a:latin typeface="Nunito Sans" pitchFamily="2" charset="0"/>
            </a:endParaRPr>
          </a:p>
          <a:p>
            <a:pPr marL="342900" indent="-342900">
              <a:buFont typeface="Arial" panose="020B0604020202020204" pitchFamily="34" charset="0"/>
              <a:buChar char="•"/>
            </a:pPr>
            <a:r>
              <a:rPr lang="en-US" sz="2500" dirty="0">
                <a:latin typeface="Nunito Sans" pitchFamily="2" charset="0"/>
              </a:rPr>
              <a:t>In this problem we need to sort the linked list, so that all the even nodes  will be arranged before odd nodes.</a:t>
            </a:r>
          </a:p>
          <a:p>
            <a:pPr marL="342900" indent="-342900">
              <a:buFont typeface="Arial" panose="020B0604020202020204" pitchFamily="34" charset="0"/>
              <a:buChar char="•"/>
            </a:pPr>
            <a:endParaRPr lang="en-US" sz="2500" dirty="0">
              <a:latin typeface="Nunito Sans" pitchFamily="2" charset="0"/>
            </a:endParaRPr>
          </a:p>
          <a:p>
            <a:pPr marL="342900" indent="-342900">
              <a:buFont typeface="Arial" panose="020B0604020202020204" pitchFamily="34" charset="0"/>
              <a:buChar char="•"/>
            </a:pPr>
            <a:r>
              <a:rPr lang="en-US" sz="2500" dirty="0">
                <a:latin typeface="Nunito Sans" pitchFamily="2" charset="0"/>
              </a:rPr>
              <a:t>Order should be maintain.</a:t>
            </a:r>
          </a:p>
          <a:p>
            <a:pPr marL="342900" indent="-342900">
              <a:buFont typeface="Arial" panose="020B0604020202020204" pitchFamily="34" charset="0"/>
              <a:buChar char="•"/>
            </a:pPr>
            <a:endParaRPr lang="en-US" sz="2500" dirty="0">
              <a:latin typeface="Nunito Sans" pitchFamily="2" charset="0"/>
            </a:endParaRPr>
          </a:p>
          <a:p>
            <a:r>
              <a:rPr lang="en-US" sz="2500" b="1" dirty="0">
                <a:latin typeface="Nunito Sans" pitchFamily="2" charset="0"/>
              </a:rPr>
              <a:t>Approach 1:</a:t>
            </a:r>
          </a:p>
          <a:p>
            <a:endParaRPr lang="en-US" sz="2500" b="1" dirty="0">
              <a:latin typeface="Nunito Sans" pitchFamily="2" charset="0"/>
            </a:endParaRPr>
          </a:p>
          <a:p>
            <a:pPr marL="342900" indent="-342900">
              <a:buFont typeface="Arial" panose="020B0604020202020204" pitchFamily="34" charset="0"/>
              <a:buChar char="•"/>
            </a:pPr>
            <a:r>
              <a:rPr lang="en-US" sz="2500" dirty="0">
                <a:latin typeface="Nunito Sans" pitchFamily="2" charset="0"/>
              </a:rPr>
              <a:t>Delete odd node from the beginning and insert in to last.	</a:t>
            </a:r>
          </a:p>
          <a:p>
            <a:endParaRPr lang="en-US" sz="2500" dirty="0">
              <a:latin typeface="Nunito Sans" pitchFamily="2" charset="0"/>
            </a:endParaRPr>
          </a:p>
          <a:p>
            <a:pPr marL="342900" indent="-342900">
              <a:buFont typeface="Arial" panose="020B0604020202020204" pitchFamily="34" charset="0"/>
              <a:buChar char="•"/>
            </a:pPr>
            <a:r>
              <a:rPr lang="en-US" sz="2500" dirty="0">
                <a:latin typeface="Nunito Sans" pitchFamily="2" charset="0"/>
              </a:rPr>
              <a:t>Problem with this approach is we need to use two traversal for finding the last node of the list and deletion of the last node.</a:t>
            </a:r>
          </a:p>
          <a:p>
            <a:pPr marL="342900" indent="-342900">
              <a:buFont typeface="Arial" panose="020B0604020202020204" pitchFamily="34" charset="0"/>
              <a:buChar char="•"/>
            </a:pPr>
            <a:endParaRPr lang="en-US" sz="2500" dirty="0">
              <a:latin typeface="Nunito Sans" pitchFamily="2" charset="0"/>
            </a:endParaRPr>
          </a:p>
        </p:txBody>
      </p:sp>
      <p:pic>
        <p:nvPicPr>
          <p:cNvPr id="3" name="Picture 2">
            <a:extLst>
              <a:ext uri="{FF2B5EF4-FFF2-40B4-BE49-F238E27FC236}">
                <a16:creationId xmlns:a16="http://schemas.microsoft.com/office/drawing/2014/main" id="{9146DD73-7B63-2924-FE15-D67614DCD9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420372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E767CAB-1FA5-494A-96EC-9E612067A695}"/>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2CBCD106-8851-98DA-A312-EB2401313734}"/>
              </a:ext>
            </a:extLst>
          </p:cNvPr>
          <p:cNvSpPr txBox="1"/>
          <p:nvPr/>
        </p:nvSpPr>
        <p:spPr>
          <a:xfrm>
            <a:off x="565831" y="762000"/>
            <a:ext cx="10907486" cy="4708981"/>
          </a:xfrm>
          <a:prstGeom prst="rect">
            <a:avLst/>
          </a:prstGeom>
          <a:noFill/>
        </p:spPr>
        <p:txBody>
          <a:bodyPr wrap="square" rtlCol="0">
            <a:spAutoFit/>
          </a:bodyPr>
          <a:lstStyle/>
          <a:p>
            <a:r>
              <a:rPr lang="en-US" sz="2500" b="1" dirty="0">
                <a:latin typeface="Nunito Sans" pitchFamily="2" charset="0"/>
              </a:rPr>
              <a:t>Approach 2:</a:t>
            </a:r>
          </a:p>
          <a:p>
            <a:endParaRPr lang="en-US" sz="2500" b="1" dirty="0">
              <a:latin typeface="Nunito Sans" pitchFamily="2" charset="0"/>
            </a:endParaRPr>
          </a:p>
          <a:p>
            <a:pPr marL="342900" indent="-342900">
              <a:buFont typeface="Arial" panose="020B0604020202020204" pitchFamily="34" charset="0"/>
              <a:buChar char="•"/>
            </a:pPr>
            <a:r>
              <a:rPr lang="en-US" sz="2500" dirty="0">
                <a:latin typeface="Nunito Sans" pitchFamily="2" charset="0"/>
              </a:rPr>
              <a:t>Traverse the linked list and connect all the even nodes in one list and connect all the odd nodes in once list.</a:t>
            </a:r>
          </a:p>
          <a:p>
            <a:endParaRPr lang="en-US" sz="2500" dirty="0">
              <a:latin typeface="Nunito Sans" pitchFamily="2" charset="0"/>
            </a:endParaRPr>
          </a:p>
          <a:p>
            <a:pPr marL="342900" indent="-342900">
              <a:buFont typeface="Arial" panose="020B0604020202020204" pitchFamily="34" charset="0"/>
              <a:buChar char="•"/>
            </a:pPr>
            <a:r>
              <a:rPr lang="en-US" sz="2500" dirty="0">
                <a:latin typeface="Nunito Sans" pitchFamily="2" charset="0"/>
              </a:rPr>
              <a:t>And then connect even list last node and odd list first node.	</a:t>
            </a:r>
          </a:p>
          <a:p>
            <a:endParaRPr lang="en-US" sz="2500" dirty="0">
              <a:latin typeface="Nunito Sans" pitchFamily="2" charset="0"/>
            </a:endParaRPr>
          </a:p>
          <a:p>
            <a:r>
              <a:rPr lang="en-US" sz="2500" dirty="0">
                <a:latin typeface="Nunito Sans" pitchFamily="2" charset="0"/>
              </a:rPr>
              <a:t>	</a:t>
            </a:r>
          </a:p>
          <a:p>
            <a:endParaRPr lang="en-US" sz="2500" dirty="0">
              <a:latin typeface="Nunito Sans" pitchFamily="2" charset="0"/>
            </a:endParaRPr>
          </a:p>
          <a:p>
            <a:pPr marL="342900" indent="-342900">
              <a:buFont typeface="Arial" panose="020B0604020202020204" pitchFamily="34" charset="0"/>
              <a:buChar char="•"/>
            </a:pPr>
            <a:endParaRPr lang="en-US" sz="2500" dirty="0">
              <a:latin typeface="Nunito Sans" pitchFamily="2" charset="0"/>
            </a:endParaRPr>
          </a:p>
          <a:p>
            <a:pPr marL="342900" indent="-342900">
              <a:buFont typeface="Arial" panose="020B0604020202020204" pitchFamily="34" charset="0"/>
              <a:buChar char="•"/>
            </a:pPr>
            <a:endParaRPr lang="en-US" sz="2500" dirty="0">
              <a:latin typeface="Nunito Sans" pitchFamily="2" charset="0"/>
            </a:endParaRPr>
          </a:p>
          <a:p>
            <a:pPr marL="342900" indent="-342900">
              <a:buFont typeface="Arial" panose="020B0604020202020204" pitchFamily="34" charset="0"/>
              <a:buChar char="•"/>
            </a:pPr>
            <a:endParaRPr lang="en-US" sz="2500" dirty="0">
              <a:latin typeface="Nunito Sans" pitchFamily="2" charset="0"/>
            </a:endParaRPr>
          </a:p>
        </p:txBody>
      </p:sp>
      <p:sp>
        <p:nvSpPr>
          <p:cNvPr id="3" name="Rectangle 2">
            <a:extLst>
              <a:ext uri="{FF2B5EF4-FFF2-40B4-BE49-F238E27FC236}">
                <a16:creationId xmlns:a16="http://schemas.microsoft.com/office/drawing/2014/main" id="{2ADDF799-3431-4F67-5964-9D88E0481058}"/>
              </a:ext>
            </a:extLst>
          </p:cNvPr>
          <p:cNvSpPr/>
          <p:nvPr/>
        </p:nvSpPr>
        <p:spPr>
          <a:xfrm>
            <a:off x="739895" y="3665913"/>
            <a:ext cx="965931"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6CCAF9E-DE7A-FE27-BA37-B62FB69AF6C8}"/>
              </a:ext>
            </a:extLst>
          </p:cNvPr>
          <p:cNvSpPr/>
          <p:nvPr/>
        </p:nvSpPr>
        <p:spPr>
          <a:xfrm>
            <a:off x="9617284" y="3661059"/>
            <a:ext cx="1431716"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2A087B3-CE7C-A923-6D1E-1F64982643D4}"/>
              </a:ext>
            </a:extLst>
          </p:cNvPr>
          <p:cNvSpPr/>
          <p:nvPr/>
        </p:nvSpPr>
        <p:spPr>
          <a:xfrm>
            <a:off x="2509282" y="3687248"/>
            <a:ext cx="965931"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FFE83253-E751-AC52-07D5-68B2B7C20683}"/>
              </a:ext>
            </a:extLst>
          </p:cNvPr>
          <p:cNvSpPr/>
          <p:nvPr/>
        </p:nvSpPr>
        <p:spPr>
          <a:xfrm>
            <a:off x="4312689" y="3664897"/>
            <a:ext cx="965931"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9A4A1D0F-AB32-1820-BAC9-E870F8649FB2}"/>
              </a:ext>
            </a:extLst>
          </p:cNvPr>
          <p:cNvSpPr/>
          <p:nvPr/>
        </p:nvSpPr>
        <p:spPr>
          <a:xfrm>
            <a:off x="6116096" y="3683637"/>
            <a:ext cx="965931"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CC862A81-3B64-2C70-DC59-D7AEB3810FFA}"/>
              </a:ext>
            </a:extLst>
          </p:cNvPr>
          <p:cNvSpPr/>
          <p:nvPr/>
        </p:nvSpPr>
        <p:spPr>
          <a:xfrm>
            <a:off x="7933614" y="3683637"/>
            <a:ext cx="965931"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B63816FB-BA4A-7762-B471-E8C1D78AC142}"/>
              </a:ext>
            </a:extLst>
          </p:cNvPr>
          <p:cNvSpPr txBox="1"/>
          <p:nvPr/>
        </p:nvSpPr>
        <p:spPr>
          <a:xfrm>
            <a:off x="736291" y="3704249"/>
            <a:ext cx="846561" cy="523220"/>
          </a:xfrm>
          <a:prstGeom prst="rect">
            <a:avLst/>
          </a:prstGeom>
          <a:noFill/>
        </p:spPr>
        <p:txBody>
          <a:bodyPr wrap="square" rtlCol="0">
            <a:spAutoFit/>
          </a:bodyPr>
          <a:lstStyle/>
          <a:p>
            <a:r>
              <a:rPr lang="en-US" sz="2800" b="1" dirty="0"/>
              <a:t>   10</a:t>
            </a:r>
            <a:endParaRPr lang="en-IN" sz="2800" b="1" dirty="0"/>
          </a:p>
        </p:txBody>
      </p:sp>
      <p:cxnSp>
        <p:nvCxnSpPr>
          <p:cNvPr id="13" name="Straight Arrow Connector 12">
            <a:extLst>
              <a:ext uri="{FF2B5EF4-FFF2-40B4-BE49-F238E27FC236}">
                <a16:creationId xmlns:a16="http://schemas.microsoft.com/office/drawing/2014/main" id="{AD5E8FED-5EB1-63A8-1BA4-280B49160F2F}"/>
              </a:ext>
            </a:extLst>
          </p:cNvPr>
          <p:cNvCxnSpPr/>
          <p:nvPr/>
        </p:nvCxnSpPr>
        <p:spPr>
          <a:xfrm>
            <a:off x="1705826" y="3980761"/>
            <a:ext cx="8034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FD70766D-CFF9-7734-03C3-CF3EEAE90516}"/>
              </a:ext>
            </a:extLst>
          </p:cNvPr>
          <p:cNvCxnSpPr/>
          <p:nvPr/>
        </p:nvCxnSpPr>
        <p:spPr>
          <a:xfrm>
            <a:off x="3475213" y="4001307"/>
            <a:ext cx="8034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C1601CDC-BD5C-FC05-2946-514A98431DD0}"/>
              </a:ext>
            </a:extLst>
          </p:cNvPr>
          <p:cNvCxnSpPr/>
          <p:nvPr/>
        </p:nvCxnSpPr>
        <p:spPr>
          <a:xfrm>
            <a:off x="5278620" y="4016209"/>
            <a:ext cx="8034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53877182-5FFE-317C-44B6-DB0FDBBFAC58}"/>
              </a:ext>
            </a:extLst>
          </p:cNvPr>
          <p:cNvCxnSpPr/>
          <p:nvPr/>
        </p:nvCxnSpPr>
        <p:spPr>
          <a:xfrm>
            <a:off x="7082027" y="4036755"/>
            <a:ext cx="8034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Straight Arrow Connector 16">
            <a:extLst>
              <a:ext uri="{FF2B5EF4-FFF2-40B4-BE49-F238E27FC236}">
                <a16:creationId xmlns:a16="http://schemas.microsoft.com/office/drawing/2014/main" id="{EC7DF298-7094-64D2-D0F9-412E400B1D0D}"/>
              </a:ext>
            </a:extLst>
          </p:cNvPr>
          <p:cNvCxnSpPr/>
          <p:nvPr/>
        </p:nvCxnSpPr>
        <p:spPr>
          <a:xfrm>
            <a:off x="8919454" y="3980761"/>
            <a:ext cx="8034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49109DB7-66A4-E0C7-09FE-A4DC0883E5BE}"/>
              </a:ext>
            </a:extLst>
          </p:cNvPr>
          <p:cNvSpPr txBox="1"/>
          <p:nvPr/>
        </p:nvSpPr>
        <p:spPr>
          <a:xfrm>
            <a:off x="2391626" y="3683637"/>
            <a:ext cx="803456" cy="523220"/>
          </a:xfrm>
          <a:prstGeom prst="rect">
            <a:avLst/>
          </a:prstGeom>
          <a:noFill/>
        </p:spPr>
        <p:txBody>
          <a:bodyPr wrap="square" rtlCol="0">
            <a:spAutoFit/>
          </a:bodyPr>
          <a:lstStyle/>
          <a:p>
            <a:r>
              <a:rPr lang="en-US" sz="2800" b="1" dirty="0"/>
              <a:t>   12</a:t>
            </a:r>
            <a:endParaRPr lang="en-IN" sz="2800" b="1" dirty="0"/>
          </a:p>
        </p:txBody>
      </p:sp>
      <p:sp>
        <p:nvSpPr>
          <p:cNvPr id="19" name="TextBox 18">
            <a:extLst>
              <a:ext uri="{FF2B5EF4-FFF2-40B4-BE49-F238E27FC236}">
                <a16:creationId xmlns:a16="http://schemas.microsoft.com/office/drawing/2014/main" id="{809BC8B8-F3AA-F6B6-7B0E-D61C3DE5EB9B}"/>
              </a:ext>
            </a:extLst>
          </p:cNvPr>
          <p:cNvSpPr txBox="1"/>
          <p:nvPr/>
        </p:nvSpPr>
        <p:spPr>
          <a:xfrm>
            <a:off x="4330681" y="3657600"/>
            <a:ext cx="631566" cy="523220"/>
          </a:xfrm>
          <a:prstGeom prst="rect">
            <a:avLst/>
          </a:prstGeom>
          <a:noFill/>
        </p:spPr>
        <p:txBody>
          <a:bodyPr wrap="square" rtlCol="0">
            <a:spAutoFit/>
          </a:bodyPr>
          <a:lstStyle/>
          <a:p>
            <a:r>
              <a:rPr lang="en-US" sz="2800" b="1" dirty="0"/>
              <a:t>   4</a:t>
            </a:r>
            <a:endParaRPr lang="en-IN" sz="2800" b="1" dirty="0"/>
          </a:p>
        </p:txBody>
      </p:sp>
      <p:sp>
        <p:nvSpPr>
          <p:cNvPr id="20" name="TextBox 19">
            <a:extLst>
              <a:ext uri="{FF2B5EF4-FFF2-40B4-BE49-F238E27FC236}">
                <a16:creationId xmlns:a16="http://schemas.microsoft.com/office/drawing/2014/main" id="{279EB3BE-B3B9-6BD1-67B9-084A930B4D25}"/>
              </a:ext>
            </a:extLst>
          </p:cNvPr>
          <p:cNvSpPr txBox="1"/>
          <p:nvPr/>
        </p:nvSpPr>
        <p:spPr>
          <a:xfrm>
            <a:off x="6150234" y="3743980"/>
            <a:ext cx="631566" cy="523220"/>
          </a:xfrm>
          <a:prstGeom prst="rect">
            <a:avLst/>
          </a:prstGeom>
          <a:noFill/>
        </p:spPr>
        <p:txBody>
          <a:bodyPr wrap="square" rtlCol="0">
            <a:spAutoFit/>
          </a:bodyPr>
          <a:lstStyle/>
          <a:p>
            <a:r>
              <a:rPr lang="en-US" sz="2800" b="1" dirty="0"/>
              <a:t>   3</a:t>
            </a:r>
            <a:endParaRPr lang="en-IN" sz="2800" b="1" dirty="0"/>
          </a:p>
        </p:txBody>
      </p:sp>
      <p:sp>
        <p:nvSpPr>
          <p:cNvPr id="21" name="TextBox 20">
            <a:extLst>
              <a:ext uri="{FF2B5EF4-FFF2-40B4-BE49-F238E27FC236}">
                <a16:creationId xmlns:a16="http://schemas.microsoft.com/office/drawing/2014/main" id="{47BB1D5B-EFA4-7ED6-F418-C0DB123327F0}"/>
              </a:ext>
            </a:extLst>
          </p:cNvPr>
          <p:cNvSpPr txBox="1"/>
          <p:nvPr/>
        </p:nvSpPr>
        <p:spPr>
          <a:xfrm>
            <a:off x="7968851" y="3687250"/>
            <a:ext cx="631566" cy="523220"/>
          </a:xfrm>
          <a:prstGeom prst="rect">
            <a:avLst/>
          </a:prstGeom>
          <a:noFill/>
        </p:spPr>
        <p:txBody>
          <a:bodyPr wrap="square" rtlCol="0">
            <a:spAutoFit/>
          </a:bodyPr>
          <a:lstStyle/>
          <a:p>
            <a:r>
              <a:rPr lang="en-US" sz="2800" b="1" dirty="0"/>
              <a:t>   5</a:t>
            </a:r>
            <a:endParaRPr lang="en-IN" sz="2800" b="1" dirty="0"/>
          </a:p>
        </p:txBody>
      </p:sp>
      <p:sp>
        <p:nvSpPr>
          <p:cNvPr id="22" name="TextBox 21">
            <a:extLst>
              <a:ext uri="{FF2B5EF4-FFF2-40B4-BE49-F238E27FC236}">
                <a16:creationId xmlns:a16="http://schemas.microsoft.com/office/drawing/2014/main" id="{D7E1BC1B-12DA-1443-50DE-0173366FECCE}"/>
              </a:ext>
            </a:extLst>
          </p:cNvPr>
          <p:cNvSpPr txBox="1"/>
          <p:nvPr/>
        </p:nvSpPr>
        <p:spPr>
          <a:xfrm>
            <a:off x="9585539" y="3683637"/>
            <a:ext cx="1539661" cy="523220"/>
          </a:xfrm>
          <a:prstGeom prst="rect">
            <a:avLst/>
          </a:prstGeom>
          <a:noFill/>
        </p:spPr>
        <p:txBody>
          <a:bodyPr wrap="square" rtlCol="0">
            <a:spAutoFit/>
          </a:bodyPr>
          <a:lstStyle/>
          <a:p>
            <a:r>
              <a:rPr lang="en-US" sz="2800" b="1" dirty="0"/>
              <a:t>   NULL</a:t>
            </a:r>
            <a:endParaRPr lang="en-IN" sz="2800" b="1" dirty="0"/>
          </a:p>
        </p:txBody>
      </p:sp>
      <p:sp>
        <p:nvSpPr>
          <p:cNvPr id="23" name="TextBox 22">
            <a:extLst>
              <a:ext uri="{FF2B5EF4-FFF2-40B4-BE49-F238E27FC236}">
                <a16:creationId xmlns:a16="http://schemas.microsoft.com/office/drawing/2014/main" id="{AD21E7D9-A731-0330-98FD-3C28D2E55030}"/>
              </a:ext>
            </a:extLst>
          </p:cNvPr>
          <p:cNvSpPr txBox="1"/>
          <p:nvPr/>
        </p:nvSpPr>
        <p:spPr>
          <a:xfrm>
            <a:off x="685800" y="5117068"/>
            <a:ext cx="1334021" cy="369332"/>
          </a:xfrm>
          <a:prstGeom prst="rect">
            <a:avLst/>
          </a:prstGeom>
          <a:noFill/>
        </p:spPr>
        <p:txBody>
          <a:bodyPr wrap="square" rtlCol="0">
            <a:spAutoFit/>
          </a:bodyPr>
          <a:lstStyle/>
          <a:p>
            <a:r>
              <a:rPr lang="en-US" dirty="0"/>
              <a:t>Even start</a:t>
            </a:r>
            <a:endParaRPr lang="en-IN" dirty="0"/>
          </a:p>
        </p:txBody>
      </p:sp>
      <p:sp>
        <p:nvSpPr>
          <p:cNvPr id="24" name="TextBox 23">
            <a:extLst>
              <a:ext uri="{FF2B5EF4-FFF2-40B4-BE49-F238E27FC236}">
                <a16:creationId xmlns:a16="http://schemas.microsoft.com/office/drawing/2014/main" id="{ACF9B6E6-A88E-7636-CD9C-E2ADEA15956A}"/>
              </a:ext>
            </a:extLst>
          </p:cNvPr>
          <p:cNvSpPr txBox="1"/>
          <p:nvPr/>
        </p:nvSpPr>
        <p:spPr>
          <a:xfrm>
            <a:off x="6085319" y="5127686"/>
            <a:ext cx="1334021" cy="369332"/>
          </a:xfrm>
          <a:prstGeom prst="rect">
            <a:avLst/>
          </a:prstGeom>
          <a:noFill/>
        </p:spPr>
        <p:txBody>
          <a:bodyPr wrap="square" rtlCol="0">
            <a:spAutoFit/>
          </a:bodyPr>
          <a:lstStyle/>
          <a:p>
            <a:r>
              <a:rPr lang="en-US" dirty="0"/>
              <a:t>Odd start</a:t>
            </a:r>
            <a:endParaRPr lang="en-IN" dirty="0"/>
          </a:p>
        </p:txBody>
      </p:sp>
      <p:sp>
        <p:nvSpPr>
          <p:cNvPr id="25" name="TextBox 24">
            <a:extLst>
              <a:ext uri="{FF2B5EF4-FFF2-40B4-BE49-F238E27FC236}">
                <a16:creationId xmlns:a16="http://schemas.microsoft.com/office/drawing/2014/main" id="{8B66F78A-1DC9-940A-0AE0-35BB43DEEFB1}"/>
              </a:ext>
            </a:extLst>
          </p:cNvPr>
          <p:cNvSpPr txBox="1"/>
          <p:nvPr/>
        </p:nvSpPr>
        <p:spPr>
          <a:xfrm>
            <a:off x="4346327" y="5109359"/>
            <a:ext cx="1334021" cy="369332"/>
          </a:xfrm>
          <a:prstGeom prst="rect">
            <a:avLst/>
          </a:prstGeom>
          <a:noFill/>
        </p:spPr>
        <p:txBody>
          <a:bodyPr wrap="square" rtlCol="0">
            <a:spAutoFit/>
          </a:bodyPr>
          <a:lstStyle/>
          <a:p>
            <a:r>
              <a:rPr lang="en-US" dirty="0"/>
              <a:t>Even end</a:t>
            </a:r>
            <a:endParaRPr lang="en-IN" dirty="0"/>
          </a:p>
        </p:txBody>
      </p:sp>
      <p:sp>
        <p:nvSpPr>
          <p:cNvPr id="26" name="TextBox 25">
            <a:extLst>
              <a:ext uri="{FF2B5EF4-FFF2-40B4-BE49-F238E27FC236}">
                <a16:creationId xmlns:a16="http://schemas.microsoft.com/office/drawing/2014/main" id="{24794B69-5959-800B-1A1D-A16EBEE34178}"/>
              </a:ext>
            </a:extLst>
          </p:cNvPr>
          <p:cNvSpPr txBox="1"/>
          <p:nvPr/>
        </p:nvSpPr>
        <p:spPr>
          <a:xfrm>
            <a:off x="8006854" y="5149667"/>
            <a:ext cx="1334021" cy="369332"/>
          </a:xfrm>
          <a:prstGeom prst="rect">
            <a:avLst/>
          </a:prstGeom>
          <a:noFill/>
        </p:spPr>
        <p:txBody>
          <a:bodyPr wrap="square" rtlCol="0">
            <a:spAutoFit/>
          </a:bodyPr>
          <a:lstStyle/>
          <a:p>
            <a:r>
              <a:rPr lang="en-US" dirty="0"/>
              <a:t>Odd End</a:t>
            </a:r>
            <a:endParaRPr lang="en-IN" dirty="0"/>
          </a:p>
        </p:txBody>
      </p:sp>
      <p:cxnSp>
        <p:nvCxnSpPr>
          <p:cNvPr id="28" name="Straight Arrow Connector 27">
            <a:extLst>
              <a:ext uri="{FF2B5EF4-FFF2-40B4-BE49-F238E27FC236}">
                <a16:creationId xmlns:a16="http://schemas.microsoft.com/office/drawing/2014/main" id="{EB1BC804-3556-2688-11AC-26EBF6290425}"/>
              </a:ext>
            </a:extLst>
          </p:cNvPr>
          <p:cNvCxnSpPr/>
          <p:nvPr/>
        </p:nvCxnSpPr>
        <p:spPr>
          <a:xfrm flipV="1">
            <a:off x="1222860" y="4267200"/>
            <a:ext cx="0" cy="6858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9" name="Straight Arrow Connector 28">
            <a:extLst>
              <a:ext uri="{FF2B5EF4-FFF2-40B4-BE49-F238E27FC236}">
                <a16:creationId xmlns:a16="http://schemas.microsoft.com/office/drawing/2014/main" id="{EC55B6F9-442F-9F36-213A-13895D0CB48A}"/>
              </a:ext>
            </a:extLst>
          </p:cNvPr>
          <p:cNvCxnSpPr/>
          <p:nvPr/>
        </p:nvCxnSpPr>
        <p:spPr>
          <a:xfrm flipV="1">
            <a:off x="8434987" y="4293237"/>
            <a:ext cx="0" cy="6858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735383EB-350B-B275-311D-C35FB59AD7BE}"/>
              </a:ext>
            </a:extLst>
          </p:cNvPr>
          <p:cNvCxnSpPr/>
          <p:nvPr/>
        </p:nvCxnSpPr>
        <p:spPr>
          <a:xfrm flipV="1">
            <a:off x="6610509" y="4293237"/>
            <a:ext cx="0" cy="6858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 name="Straight Arrow Connector 30">
            <a:extLst>
              <a:ext uri="{FF2B5EF4-FFF2-40B4-BE49-F238E27FC236}">
                <a16:creationId xmlns:a16="http://schemas.microsoft.com/office/drawing/2014/main" id="{357E0BA0-B6A2-1B63-6A48-BAF24EA7B761}"/>
              </a:ext>
            </a:extLst>
          </p:cNvPr>
          <p:cNvCxnSpPr/>
          <p:nvPr/>
        </p:nvCxnSpPr>
        <p:spPr>
          <a:xfrm flipV="1">
            <a:off x="4795654" y="4274497"/>
            <a:ext cx="0" cy="6858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7" name="Picture 6">
            <a:extLst>
              <a:ext uri="{FF2B5EF4-FFF2-40B4-BE49-F238E27FC236}">
                <a16:creationId xmlns:a16="http://schemas.microsoft.com/office/drawing/2014/main" id="{211188AA-FEFA-7D83-A0E8-080214624A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307554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Courier New" panose="02070309020205020404" pitchFamily="49" charset="0"/>
                <a:cs typeface="Courier New" panose="02070309020205020404" pitchFamily="49" charset="0"/>
              </a:rPr>
              <a:t>import </a:t>
            </a:r>
            <a:r>
              <a:rPr lang="en-US" sz="2000" b="1" dirty="0" err="1">
                <a:solidFill>
                  <a:schemeClr val="bg1"/>
                </a:solidFill>
                <a:latin typeface="Courier New" panose="02070309020205020404" pitchFamily="49" charset="0"/>
                <a:cs typeface="Courier New" panose="02070309020205020404" pitchFamily="49" charset="0"/>
              </a:rPr>
              <a:t>java.util</a:t>
            </a:r>
            <a:r>
              <a:rPr lang="en-US" sz="2000" b="1" dirty="0">
                <a:solidFill>
                  <a:schemeClr val="bg1"/>
                </a:solidFill>
                <a:latin typeface="Courier New" panose="02070309020205020404" pitchFamily="49" charset="0"/>
                <a:cs typeface="Courier New" panose="02070309020205020404" pitchFamily="49" charset="0"/>
              </a:rPr>
              <a:t>.*;</a:t>
            </a:r>
          </a:p>
          <a:p>
            <a:r>
              <a:rPr lang="en-US" sz="2000" b="1" dirty="0">
                <a:solidFill>
                  <a:schemeClr val="bg1"/>
                </a:solidFill>
                <a:latin typeface="Courier New" panose="02070309020205020404" pitchFamily="49" charset="0"/>
                <a:cs typeface="Courier New" panose="02070309020205020404" pitchFamily="49" charset="0"/>
              </a:rPr>
              <a:t>class Main {</a:t>
            </a:r>
          </a:p>
          <a:p>
            <a:r>
              <a:rPr lang="en-US" sz="2000" b="1" dirty="0">
                <a:solidFill>
                  <a:schemeClr val="bg1"/>
                </a:solidFill>
                <a:latin typeface="Courier New" panose="02070309020205020404" pitchFamily="49" charset="0"/>
                <a:cs typeface="Courier New" panose="02070309020205020404" pitchFamily="49" charset="0"/>
              </a:rPr>
              <a:t>	Node head;</a:t>
            </a:r>
          </a:p>
          <a:p>
            <a:r>
              <a:rPr lang="en-US" sz="2000" b="1" dirty="0">
                <a:solidFill>
                  <a:schemeClr val="bg1"/>
                </a:solidFill>
                <a:latin typeface="Courier New" panose="02070309020205020404" pitchFamily="49" charset="0"/>
                <a:cs typeface="Courier New" panose="02070309020205020404" pitchFamily="49" charset="0"/>
              </a:rPr>
              <a:t>	class Node {</a:t>
            </a:r>
          </a:p>
          <a:p>
            <a:r>
              <a:rPr lang="en-US" sz="2000" b="1" dirty="0">
                <a:solidFill>
                  <a:schemeClr val="bg1"/>
                </a:solidFill>
                <a:latin typeface="Courier New" panose="02070309020205020404" pitchFamily="49" charset="0"/>
                <a:cs typeface="Courier New" panose="02070309020205020404" pitchFamily="49" charset="0"/>
              </a:rPr>
              <a:t>		int data;</a:t>
            </a:r>
          </a:p>
          <a:p>
            <a:r>
              <a:rPr lang="en-US" sz="2000" b="1" dirty="0">
                <a:solidFill>
                  <a:schemeClr val="bg1"/>
                </a:solidFill>
                <a:latin typeface="Courier New" panose="02070309020205020404" pitchFamily="49" charset="0"/>
                <a:cs typeface="Courier New" panose="02070309020205020404" pitchFamily="49" charset="0"/>
              </a:rPr>
              <a:t>		Node next;</a:t>
            </a:r>
          </a:p>
          <a:p>
            <a:r>
              <a:rPr lang="en-US" sz="2000" b="1" dirty="0">
                <a:solidFill>
                  <a:schemeClr val="bg1"/>
                </a:solidFill>
                <a:latin typeface="Courier New" panose="02070309020205020404" pitchFamily="49" charset="0"/>
                <a:cs typeface="Courier New" panose="02070309020205020404" pitchFamily="49" charset="0"/>
              </a:rPr>
              <a:t>		Node( int d) { </a:t>
            </a:r>
          </a:p>
          <a:p>
            <a:r>
              <a:rPr lang="en-US" sz="2000" b="1" dirty="0">
                <a:solidFill>
                  <a:schemeClr val="bg1"/>
                </a:solidFill>
                <a:latin typeface="Courier New" panose="02070309020205020404" pitchFamily="49" charset="0"/>
                <a:cs typeface="Courier New" panose="02070309020205020404" pitchFamily="49" charset="0"/>
              </a:rPr>
              <a:t>			data =d;</a:t>
            </a:r>
          </a:p>
          <a:p>
            <a:r>
              <a:rPr lang="en-US" sz="2000" b="1" dirty="0">
                <a:solidFill>
                  <a:schemeClr val="bg1"/>
                </a:solidFill>
                <a:latin typeface="Courier New" panose="02070309020205020404" pitchFamily="49" charset="0"/>
                <a:cs typeface="Courier New" panose="02070309020205020404" pitchFamily="49" charset="0"/>
              </a:rPr>
              <a:t>			next=null;</a:t>
            </a:r>
          </a:p>
          <a:p>
            <a:r>
              <a:rPr lang="en-US" sz="2000" b="1" dirty="0">
                <a:solidFill>
                  <a:schemeClr val="bg1"/>
                </a:solidFill>
                <a:latin typeface="Courier New" panose="02070309020205020404" pitchFamily="49" charset="0"/>
                <a:cs typeface="Courier New" panose="02070309020205020404" pitchFamily="49" charset="0"/>
              </a:rPr>
              <a:t>		}</a:t>
            </a:r>
          </a:p>
          <a:p>
            <a:r>
              <a:rPr lang="en-US" sz="2000" b="1" dirty="0">
                <a:solidFill>
                  <a:schemeClr val="bg1"/>
                </a:solidFill>
                <a:latin typeface="Courier New" panose="02070309020205020404" pitchFamily="49" charset="0"/>
                <a:cs typeface="Courier New" panose="02070309020205020404" pitchFamily="49" charset="0"/>
              </a:rPr>
              <a:t>	}</a:t>
            </a:r>
          </a:p>
          <a:p>
            <a:pPr lvl="2"/>
            <a:r>
              <a:rPr lang="en-US" sz="2000" b="1" dirty="0">
                <a:solidFill>
                  <a:schemeClr val="bg1"/>
                </a:solidFill>
                <a:latin typeface="Courier New" panose="02070309020205020404" pitchFamily="49" charset="0"/>
                <a:cs typeface="Courier New" panose="02070309020205020404" pitchFamily="49" charset="0"/>
              </a:rPr>
              <a:t>void  </a:t>
            </a:r>
            <a:r>
              <a:rPr lang="en-US" sz="2000" b="1" dirty="0" err="1">
                <a:solidFill>
                  <a:schemeClr val="bg1"/>
                </a:solidFill>
                <a:latin typeface="Courier New" panose="02070309020205020404" pitchFamily="49" charset="0"/>
                <a:cs typeface="Courier New" panose="02070309020205020404" pitchFamily="49" charset="0"/>
              </a:rPr>
              <a:t>segregateEvenOdd</a:t>
            </a:r>
            <a:r>
              <a:rPr lang="en-US" sz="2000" b="1" dirty="0">
                <a:solidFill>
                  <a:schemeClr val="bg1"/>
                </a:solidFill>
                <a:latin typeface="Courier New" panose="02070309020205020404" pitchFamily="49" charset="0"/>
                <a:cs typeface="Courier New" panose="02070309020205020404" pitchFamily="49" charset="0"/>
              </a:rPr>
              <a:t>() {</a:t>
            </a:r>
          </a:p>
          <a:p>
            <a:pPr lvl="2"/>
            <a:r>
              <a:rPr lang="en-US" sz="2000" b="1" dirty="0">
                <a:solidFill>
                  <a:schemeClr val="bg1"/>
                </a:solidFill>
                <a:latin typeface="Courier New" panose="02070309020205020404" pitchFamily="49" charset="0"/>
                <a:cs typeface="Courier New" panose="02070309020205020404" pitchFamily="49" charset="0"/>
              </a:rPr>
              <a:t>	Node </a:t>
            </a:r>
            <a:r>
              <a:rPr lang="en-US" sz="2000" b="1" dirty="0" err="1">
                <a:solidFill>
                  <a:schemeClr val="bg1"/>
                </a:solidFill>
                <a:latin typeface="Courier New" panose="02070309020205020404" pitchFamily="49" charset="0"/>
                <a:cs typeface="Courier New" panose="02070309020205020404" pitchFamily="49" charset="0"/>
              </a:rPr>
              <a:t>evenStart</a:t>
            </a:r>
            <a:r>
              <a:rPr lang="en-US" sz="2000" b="1" dirty="0">
                <a:solidFill>
                  <a:schemeClr val="bg1"/>
                </a:solidFill>
                <a:latin typeface="Courier New" panose="02070309020205020404" pitchFamily="49" charset="0"/>
                <a:cs typeface="Courier New" panose="02070309020205020404" pitchFamily="49" charset="0"/>
              </a:rPr>
              <a:t> = null;</a:t>
            </a:r>
          </a:p>
          <a:p>
            <a:pPr lvl="2"/>
            <a:r>
              <a:rPr lang="en-US" sz="2000" b="1" dirty="0">
                <a:solidFill>
                  <a:schemeClr val="bg1"/>
                </a:solidFill>
                <a:latin typeface="Courier New" panose="02070309020205020404" pitchFamily="49" charset="0"/>
                <a:cs typeface="Courier New" panose="02070309020205020404" pitchFamily="49" charset="0"/>
              </a:rPr>
              <a:t>	Node </a:t>
            </a:r>
            <a:r>
              <a:rPr lang="en-US" sz="2000" b="1" dirty="0" err="1">
                <a:solidFill>
                  <a:schemeClr val="bg1"/>
                </a:solidFill>
                <a:latin typeface="Courier New" panose="02070309020205020404" pitchFamily="49" charset="0"/>
                <a:cs typeface="Courier New" panose="02070309020205020404" pitchFamily="49" charset="0"/>
              </a:rPr>
              <a:t>evenEnd</a:t>
            </a:r>
            <a:r>
              <a:rPr lang="en-US" sz="2000" b="1" dirty="0">
                <a:solidFill>
                  <a:schemeClr val="bg1"/>
                </a:solidFill>
                <a:latin typeface="Courier New" panose="02070309020205020404" pitchFamily="49" charset="0"/>
                <a:cs typeface="Courier New" panose="02070309020205020404" pitchFamily="49" charset="0"/>
              </a:rPr>
              <a:t> = null;</a:t>
            </a:r>
          </a:p>
          <a:p>
            <a:pPr lvl="2"/>
            <a:r>
              <a:rPr lang="en-US" sz="2000" b="1" dirty="0">
                <a:solidFill>
                  <a:schemeClr val="bg1"/>
                </a:solidFill>
                <a:latin typeface="Courier New" panose="02070309020205020404" pitchFamily="49" charset="0"/>
                <a:cs typeface="Courier New" panose="02070309020205020404" pitchFamily="49" charset="0"/>
              </a:rPr>
              <a:t>	Node </a:t>
            </a:r>
            <a:r>
              <a:rPr lang="en-US" sz="2000" b="1" dirty="0" err="1">
                <a:solidFill>
                  <a:schemeClr val="bg1"/>
                </a:solidFill>
                <a:latin typeface="Courier New" panose="02070309020205020404" pitchFamily="49" charset="0"/>
                <a:cs typeface="Courier New" panose="02070309020205020404" pitchFamily="49" charset="0"/>
              </a:rPr>
              <a:t>oddStart</a:t>
            </a:r>
            <a:r>
              <a:rPr lang="en-US" sz="2000" b="1" dirty="0">
                <a:solidFill>
                  <a:schemeClr val="bg1"/>
                </a:solidFill>
                <a:latin typeface="Courier New" panose="02070309020205020404" pitchFamily="49" charset="0"/>
                <a:cs typeface="Courier New" panose="02070309020205020404" pitchFamily="49" charset="0"/>
              </a:rPr>
              <a:t> = null;</a:t>
            </a:r>
          </a:p>
          <a:p>
            <a:pPr lvl="2"/>
            <a:r>
              <a:rPr lang="en-US" sz="2000" b="1" dirty="0">
                <a:solidFill>
                  <a:schemeClr val="bg1"/>
                </a:solidFill>
                <a:latin typeface="Courier New" panose="02070309020205020404" pitchFamily="49" charset="0"/>
                <a:cs typeface="Courier New" panose="02070309020205020404" pitchFamily="49" charset="0"/>
              </a:rPr>
              <a:t>	Node </a:t>
            </a:r>
            <a:r>
              <a:rPr lang="en-US" sz="2000" b="1" dirty="0" err="1">
                <a:solidFill>
                  <a:schemeClr val="bg1"/>
                </a:solidFill>
                <a:latin typeface="Courier New" panose="02070309020205020404" pitchFamily="49" charset="0"/>
                <a:cs typeface="Courier New" panose="02070309020205020404" pitchFamily="49" charset="0"/>
              </a:rPr>
              <a:t>oddEnd</a:t>
            </a:r>
            <a:r>
              <a:rPr lang="en-US" sz="2000" b="1" dirty="0">
                <a:solidFill>
                  <a:schemeClr val="bg1"/>
                </a:solidFill>
                <a:latin typeface="Courier New" panose="02070309020205020404" pitchFamily="49" charset="0"/>
                <a:cs typeface="Courier New" panose="02070309020205020404" pitchFamily="49" charset="0"/>
              </a:rPr>
              <a:t> = null;</a:t>
            </a:r>
          </a:p>
          <a:p>
            <a:pPr lvl="2"/>
            <a:r>
              <a:rPr lang="en-US" sz="2000" b="1" dirty="0">
                <a:solidFill>
                  <a:schemeClr val="bg1"/>
                </a:solidFill>
                <a:latin typeface="Courier New" panose="02070309020205020404" pitchFamily="49" charset="0"/>
                <a:cs typeface="Courier New" panose="02070309020205020404" pitchFamily="49" charset="0"/>
              </a:rPr>
              <a:t>	Node </a:t>
            </a:r>
            <a:r>
              <a:rPr lang="en-US" sz="2000" b="1" dirty="0" err="1">
                <a:solidFill>
                  <a:schemeClr val="bg1"/>
                </a:solidFill>
                <a:latin typeface="Courier New" panose="02070309020205020404" pitchFamily="49" charset="0"/>
                <a:cs typeface="Courier New" panose="02070309020205020404" pitchFamily="49" charset="0"/>
              </a:rPr>
              <a:t>currentNode</a:t>
            </a:r>
            <a:r>
              <a:rPr lang="en-US" sz="2000" b="1" dirty="0">
                <a:solidFill>
                  <a:schemeClr val="bg1"/>
                </a:solidFill>
                <a:latin typeface="Courier New" panose="02070309020205020404" pitchFamily="49" charset="0"/>
                <a:cs typeface="Courier New" panose="02070309020205020404" pitchFamily="49" charset="0"/>
              </a:rPr>
              <a:t>  = head;</a:t>
            </a:r>
          </a:p>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3" name="Picture 2">
            <a:extLst>
              <a:ext uri="{FF2B5EF4-FFF2-40B4-BE49-F238E27FC236}">
                <a16:creationId xmlns:a16="http://schemas.microsoft.com/office/drawing/2014/main" id="{17434CF5-90FB-1151-D233-E1C8760232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717121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while (</a:t>
            </a:r>
            <a:r>
              <a:rPr lang="en-US" sz="2000" b="1" dirty="0" err="1">
                <a:solidFill>
                  <a:schemeClr val="bg1"/>
                </a:solidFill>
                <a:latin typeface="Courier New" panose="02070309020205020404" pitchFamily="49" charset="0"/>
                <a:cs typeface="Courier New" panose="02070309020205020404" pitchFamily="49" charset="0"/>
              </a:rPr>
              <a:t>currentNode</a:t>
            </a:r>
            <a:r>
              <a:rPr lang="en-US" sz="2000" b="1" dirty="0">
                <a:solidFill>
                  <a:schemeClr val="bg1"/>
                </a:solidFill>
                <a:latin typeface="Courier New" panose="02070309020205020404" pitchFamily="49" charset="0"/>
                <a:cs typeface="Courier New" panose="02070309020205020404" pitchFamily="49" charset="0"/>
              </a:rPr>
              <a:t> != null) {</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int element = </a:t>
            </a:r>
            <a:r>
              <a:rPr lang="en-US" sz="2000" b="1" dirty="0" err="1">
                <a:solidFill>
                  <a:schemeClr val="bg1"/>
                </a:solidFill>
                <a:latin typeface="Courier New" panose="02070309020205020404" pitchFamily="49" charset="0"/>
                <a:cs typeface="Courier New" panose="02070309020205020404" pitchFamily="49" charset="0"/>
              </a:rPr>
              <a:t>currentNode.data</a:t>
            </a:r>
            <a:r>
              <a:rPr lang="en-US" sz="2000" b="1" dirty="0">
                <a:solidFill>
                  <a:schemeClr val="bg1"/>
                </a:solidFill>
                <a:latin typeface="Courier New" panose="02070309020205020404" pitchFamily="49" charset="0"/>
                <a:cs typeface="Courier New" panose="02070309020205020404" pitchFamily="49" charset="0"/>
              </a:rPr>
              <a:t>;</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if(element %2 == 0) {</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if(</a:t>
            </a:r>
            <a:r>
              <a:rPr lang="en-US" sz="2000" b="1" dirty="0" err="1">
                <a:solidFill>
                  <a:schemeClr val="bg1"/>
                </a:solidFill>
                <a:latin typeface="Courier New" panose="02070309020205020404" pitchFamily="49" charset="0"/>
                <a:cs typeface="Courier New" panose="02070309020205020404" pitchFamily="49" charset="0"/>
              </a:rPr>
              <a:t>evenStart</a:t>
            </a:r>
            <a:r>
              <a:rPr lang="en-US" sz="2000" b="1" dirty="0">
                <a:solidFill>
                  <a:schemeClr val="bg1"/>
                </a:solidFill>
                <a:latin typeface="Courier New" panose="02070309020205020404" pitchFamily="49" charset="0"/>
                <a:cs typeface="Courier New" panose="02070309020205020404" pitchFamily="49" charset="0"/>
              </a:rPr>
              <a:t> == null) {</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evenStart</a:t>
            </a:r>
            <a:r>
              <a:rPr lang="en-US" sz="2000" b="1" dirty="0">
                <a:solidFill>
                  <a:schemeClr val="bg1"/>
                </a:solidFill>
                <a:latin typeface="Courier New" panose="02070309020205020404" pitchFamily="49" charset="0"/>
                <a:cs typeface="Courier New" panose="02070309020205020404" pitchFamily="49" charset="0"/>
              </a:rPr>
              <a:t> = </a:t>
            </a:r>
            <a:r>
              <a:rPr lang="en-US" sz="2000" b="1" dirty="0" err="1">
                <a:solidFill>
                  <a:schemeClr val="bg1"/>
                </a:solidFill>
                <a:latin typeface="Courier New" panose="02070309020205020404" pitchFamily="49" charset="0"/>
                <a:cs typeface="Courier New" panose="02070309020205020404" pitchFamily="49" charset="0"/>
              </a:rPr>
              <a:t>currentNode</a:t>
            </a:r>
            <a:r>
              <a:rPr lang="en-US" sz="2000" b="1" dirty="0">
                <a:solidFill>
                  <a:schemeClr val="bg1"/>
                </a:solidFill>
                <a:latin typeface="Courier New" panose="02070309020205020404" pitchFamily="49" charset="0"/>
                <a:cs typeface="Courier New" panose="02070309020205020404" pitchFamily="49" charset="0"/>
              </a:rPr>
              <a:t>;</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evenEnd</a:t>
            </a:r>
            <a:r>
              <a:rPr lang="en-US" sz="2000" b="1" dirty="0">
                <a:solidFill>
                  <a:schemeClr val="bg1"/>
                </a:solidFill>
                <a:latin typeface="Courier New" panose="02070309020205020404" pitchFamily="49" charset="0"/>
                <a:cs typeface="Courier New" panose="02070309020205020404" pitchFamily="49" charset="0"/>
              </a:rPr>
              <a:t> = </a:t>
            </a:r>
            <a:r>
              <a:rPr lang="en-US" sz="2000" b="1" dirty="0" err="1">
                <a:solidFill>
                  <a:schemeClr val="bg1"/>
                </a:solidFill>
                <a:latin typeface="Courier New" panose="02070309020205020404" pitchFamily="49" charset="0"/>
                <a:cs typeface="Courier New" panose="02070309020205020404" pitchFamily="49" charset="0"/>
              </a:rPr>
              <a:t>evenStart</a:t>
            </a:r>
            <a:r>
              <a:rPr lang="en-US" sz="2000" b="1" dirty="0">
                <a:solidFill>
                  <a:schemeClr val="bg1"/>
                </a:solidFill>
                <a:latin typeface="Courier New" panose="02070309020205020404" pitchFamily="49" charset="0"/>
                <a:cs typeface="Courier New" panose="02070309020205020404" pitchFamily="49" charset="0"/>
              </a:rPr>
              <a:t>;</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else {</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evenEnd.next</a:t>
            </a:r>
            <a:r>
              <a:rPr lang="en-US" sz="2000" b="1" dirty="0">
                <a:solidFill>
                  <a:schemeClr val="bg1"/>
                </a:solidFill>
                <a:latin typeface="Courier New" panose="02070309020205020404" pitchFamily="49" charset="0"/>
                <a:cs typeface="Courier New" panose="02070309020205020404" pitchFamily="49" charset="0"/>
              </a:rPr>
              <a:t> = </a:t>
            </a:r>
            <a:r>
              <a:rPr lang="en-US" sz="2000" b="1" dirty="0" err="1">
                <a:solidFill>
                  <a:schemeClr val="bg1"/>
                </a:solidFill>
                <a:latin typeface="Courier New" panose="02070309020205020404" pitchFamily="49" charset="0"/>
                <a:cs typeface="Courier New" panose="02070309020205020404" pitchFamily="49" charset="0"/>
              </a:rPr>
              <a:t>currentNode</a:t>
            </a:r>
            <a:r>
              <a:rPr lang="en-US" sz="2000" b="1" dirty="0">
                <a:solidFill>
                  <a:schemeClr val="bg1"/>
                </a:solidFill>
                <a:latin typeface="Courier New" panose="02070309020205020404" pitchFamily="49" charset="0"/>
                <a:cs typeface="Courier New" panose="02070309020205020404" pitchFamily="49" charset="0"/>
              </a:rPr>
              <a:t>;</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evenEnd</a:t>
            </a:r>
            <a:r>
              <a:rPr lang="en-US" sz="2000" b="1" dirty="0">
                <a:solidFill>
                  <a:schemeClr val="bg1"/>
                </a:solidFill>
                <a:latin typeface="Courier New" panose="02070309020205020404" pitchFamily="49" charset="0"/>
                <a:cs typeface="Courier New" panose="02070309020205020404" pitchFamily="49" charset="0"/>
              </a:rPr>
              <a:t> = </a:t>
            </a:r>
            <a:r>
              <a:rPr lang="en-US" sz="2000" b="1" dirty="0" err="1">
                <a:solidFill>
                  <a:schemeClr val="bg1"/>
                </a:solidFill>
                <a:latin typeface="Courier New" panose="02070309020205020404" pitchFamily="49" charset="0"/>
                <a:cs typeface="Courier New" panose="02070309020205020404" pitchFamily="49" charset="0"/>
              </a:rPr>
              <a:t>evenEnd.next</a:t>
            </a:r>
            <a:r>
              <a:rPr lang="en-US" sz="2000" b="1" dirty="0">
                <a:solidFill>
                  <a:schemeClr val="bg1"/>
                </a:solidFill>
                <a:latin typeface="Courier New" panose="02070309020205020404" pitchFamily="49" charset="0"/>
                <a:cs typeface="Courier New" panose="02070309020205020404" pitchFamily="49" charset="0"/>
              </a:rPr>
              <a:t>;</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else {</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if(</a:t>
            </a:r>
            <a:r>
              <a:rPr lang="en-US" sz="2000" b="1" dirty="0" err="1">
                <a:solidFill>
                  <a:schemeClr val="bg1"/>
                </a:solidFill>
                <a:latin typeface="Courier New" panose="02070309020205020404" pitchFamily="49" charset="0"/>
                <a:cs typeface="Courier New" panose="02070309020205020404" pitchFamily="49" charset="0"/>
              </a:rPr>
              <a:t>oddStart</a:t>
            </a:r>
            <a:r>
              <a:rPr lang="en-US" sz="2000" b="1" dirty="0">
                <a:solidFill>
                  <a:schemeClr val="bg1"/>
                </a:solidFill>
                <a:latin typeface="Courier New" panose="02070309020205020404" pitchFamily="49" charset="0"/>
                <a:cs typeface="Courier New" panose="02070309020205020404" pitchFamily="49" charset="0"/>
              </a:rPr>
              <a:t> == null) {</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oddStart</a:t>
            </a:r>
            <a:r>
              <a:rPr lang="en-US" sz="2000" b="1" dirty="0">
                <a:solidFill>
                  <a:schemeClr val="bg1"/>
                </a:solidFill>
                <a:latin typeface="Courier New" panose="02070309020205020404" pitchFamily="49" charset="0"/>
                <a:cs typeface="Courier New" panose="02070309020205020404" pitchFamily="49" charset="0"/>
              </a:rPr>
              <a:t> = </a:t>
            </a:r>
            <a:r>
              <a:rPr lang="en-US" sz="2000" b="1" dirty="0" err="1">
                <a:solidFill>
                  <a:schemeClr val="bg1"/>
                </a:solidFill>
                <a:latin typeface="Courier New" panose="02070309020205020404" pitchFamily="49" charset="0"/>
                <a:cs typeface="Courier New" panose="02070309020205020404" pitchFamily="49" charset="0"/>
              </a:rPr>
              <a:t>currentNode</a:t>
            </a:r>
            <a:r>
              <a:rPr lang="en-US" sz="2000" b="1" dirty="0">
                <a:solidFill>
                  <a:schemeClr val="bg1"/>
                </a:solidFill>
                <a:latin typeface="Courier New" panose="02070309020205020404" pitchFamily="49" charset="0"/>
                <a:cs typeface="Courier New" panose="02070309020205020404" pitchFamily="49" charset="0"/>
              </a:rPr>
              <a:t>;</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oddEnd</a:t>
            </a:r>
            <a:r>
              <a:rPr lang="en-US" sz="2000" b="1" dirty="0">
                <a:solidFill>
                  <a:schemeClr val="bg1"/>
                </a:solidFill>
                <a:latin typeface="Courier New" panose="02070309020205020404" pitchFamily="49" charset="0"/>
                <a:cs typeface="Courier New" panose="02070309020205020404" pitchFamily="49" charset="0"/>
              </a:rPr>
              <a:t> = </a:t>
            </a:r>
            <a:r>
              <a:rPr lang="en-US" sz="2000" b="1" dirty="0" err="1">
                <a:solidFill>
                  <a:schemeClr val="bg1"/>
                </a:solidFill>
                <a:latin typeface="Courier New" panose="02070309020205020404" pitchFamily="49" charset="0"/>
                <a:cs typeface="Courier New" panose="02070309020205020404" pitchFamily="49" charset="0"/>
              </a:rPr>
              <a:t>oddStart</a:t>
            </a:r>
            <a:r>
              <a:rPr lang="en-US" sz="2000" b="1" dirty="0">
                <a:solidFill>
                  <a:schemeClr val="bg1"/>
                </a:solidFill>
                <a:latin typeface="Courier New" panose="02070309020205020404" pitchFamily="49" charset="0"/>
                <a:cs typeface="Courier New" panose="02070309020205020404" pitchFamily="49" charset="0"/>
              </a:rPr>
              <a:t>;</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3" name="Picture 2">
            <a:extLst>
              <a:ext uri="{FF2B5EF4-FFF2-40B4-BE49-F238E27FC236}">
                <a16:creationId xmlns:a16="http://schemas.microsoft.com/office/drawing/2014/main" id="{042DD369-486F-2825-DB1D-15AAE41B94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88670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		else {</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			</a:t>
            </a:r>
            <a:r>
              <a:rPr lang="en-US" sz="2000" b="1" dirty="0" err="1">
                <a:latin typeface="Courier New" panose="02070309020205020404" pitchFamily="49" charset="0"/>
                <a:ea typeface="Calibri" panose="020F0502020204030204" pitchFamily="34" charset="0"/>
                <a:cs typeface="Courier New" panose="02070309020205020404" pitchFamily="49" charset="0"/>
              </a:rPr>
              <a:t>oddEnd.next</a:t>
            </a:r>
            <a:r>
              <a:rPr lang="en-US" sz="2000" b="1" dirty="0">
                <a:latin typeface="Courier New" panose="02070309020205020404" pitchFamily="49" charset="0"/>
                <a:ea typeface="Calibri" panose="020F0502020204030204" pitchFamily="34" charset="0"/>
                <a:cs typeface="Courier New" panose="02070309020205020404" pitchFamily="49" charset="0"/>
              </a:rPr>
              <a:t> = </a:t>
            </a:r>
            <a:r>
              <a:rPr lang="en-US" sz="2000" b="1" dirty="0" err="1">
                <a:latin typeface="Courier New" panose="02070309020205020404" pitchFamily="49" charset="0"/>
                <a:ea typeface="Calibri" panose="020F0502020204030204" pitchFamily="34" charset="0"/>
                <a:cs typeface="Courier New" panose="02070309020205020404" pitchFamily="49" charset="0"/>
              </a:rPr>
              <a:t>currentNode</a:t>
            </a:r>
            <a:r>
              <a:rPr lang="en-US" sz="2000" b="1" dirty="0">
                <a:latin typeface="Courier New" panose="02070309020205020404" pitchFamily="49" charset="0"/>
                <a:ea typeface="Calibri" panose="020F0502020204030204" pitchFamily="34" charset="0"/>
                <a:cs typeface="Courier New" panose="02070309020205020404" pitchFamily="49" charset="0"/>
              </a:rPr>
              <a:t>;</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			</a:t>
            </a:r>
            <a:r>
              <a:rPr lang="en-US" sz="2000" b="1" dirty="0" err="1">
                <a:latin typeface="Courier New" panose="02070309020205020404" pitchFamily="49" charset="0"/>
                <a:ea typeface="Calibri" panose="020F0502020204030204" pitchFamily="34" charset="0"/>
                <a:cs typeface="Courier New" panose="02070309020205020404" pitchFamily="49" charset="0"/>
              </a:rPr>
              <a:t>oddEnd</a:t>
            </a:r>
            <a:r>
              <a:rPr lang="en-US" sz="2000" b="1" dirty="0">
                <a:latin typeface="Courier New" panose="02070309020205020404" pitchFamily="49" charset="0"/>
                <a:ea typeface="Calibri" panose="020F0502020204030204" pitchFamily="34" charset="0"/>
                <a:cs typeface="Courier New" panose="02070309020205020404" pitchFamily="49" charset="0"/>
              </a:rPr>
              <a:t> = </a:t>
            </a:r>
            <a:r>
              <a:rPr lang="en-US" sz="2000" b="1" dirty="0" err="1">
                <a:latin typeface="Courier New" panose="02070309020205020404" pitchFamily="49" charset="0"/>
                <a:ea typeface="Calibri" panose="020F0502020204030204" pitchFamily="34" charset="0"/>
                <a:cs typeface="Courier New" panose="02070309020205020404" pitchFamily="49" charset="0"/>
              </a:rPr>
              <a:t>oddEnd.next</a:t>
            </a:r>
            <a:r>
              <a:rPr lang="en-US" sz="2000" b="1" dirty="0">
                <a:latin typeface="Courier New" panose="02070309020205020404" pitchFamily="49" charset="0"/>
                <a:ea typeface="Calibri" panose="020F0502020204030204" pitchFamily="34" charset="0"/>
                <a:cs typeface="Courier New" panose="02070309020205020404" pitchFamily="49" charset="0"/>
              </a:rPr>
              <a:t>;</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		}</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	}</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	</a:t>
            </a:r>
            <a:r>
              <a:rPr lang="en-US" sz="2000" b="1" dirty="0" err="1">
                <a:latin typeface="Courier New" panose="02070309020205020404" pitchFamily="49" charset="0"/>
                <a:ea typeface="Calibri" panose="020F0502020204030204" pitchFamily="34" charset="0"/>
                <a:cs typeface="Courier New" panose="02070309020205020404" pitchFamily="49" charset="0"/>
              </a:rPr>
              <a:t>currentNode</a:t>
            </a:r>
            <a:r>
              <a:rPr lang="en-US" sz="2000" b="1" dirty="0">
                <a:latin typeface="Courier New" panose="02070309020205020404" pitchFamily="49" charset="0"/>
                <a:ea typeface="Calibri" panose="020F0502020204030204" pitchFamily="34" charset="0"/>
                <a:cs typeface="Courier New" panose="02070309020205020404" pitchFamily="49" charset="0"/>
              </a:rPr>
              <a:t> = </a:t>
            </a:r>
            <a:r>
              <a:rPr lang="en-US" sz="2000" b="1" dirty="0" err="1">
                <a:latin typeface="Courier New" panose="02070309020205020404" pitchFamily="49" charset="0"/>
                <a:ea typeface="Calibri" panose="020F0502020204030204" pitchFamily="34" charset="0"/>
                <a:cs typeface="Courier New" panose="02070309020205020404" pitchFamily="49" charset="0"/>
              </a:rPr>
              <a:t>currentNode.next</a:t>
            </a:r>
            <a:r>
              <a:rPr lang="en-US" sz="2000" b="1" dirty="0">
                <a:latin typeface="Courier New" panose="02070309020205020404" pitchFamily="49" charset="0"/>
                <a:ea typeface="Calibri" panose="020F0502020204030204" pitchFamily="34" charset="0"/>
                <a:cs typeface="Courier New" panose="02070309020205020404" pitchFamily="49" charset="0"/>
              </a:rPr>
              <a:t>;</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if(</a:t>
            </a:r>
            <a:r>
              <a:rPr lang="en-US" sz="2000" b="1" dirty="0" err="1">
                <a:latin typeface="Courier New" panose="02070309020205020404" pitchFamily="49" charset="0"/>
                <a:ea typeface="Calibri" panose="020F0502020204030204" pitchFamily="34" charset="0"/>
                <a:cs typeface="Courier New" panose="02070309020205020404" pitchFamily="49" charset="0"/>
              </a:rPr>
              <a:t>oddStart</a:t>
            </a:r>
            <a:r>
              <a:rPr lang="en-US" sz="2000" b="1" dirty="0">
                <a:latin typeface="Courier New" panose="02070309020205020404" pitchFamily="49" charset="0"/>
                <a:ea typeface="Calibri" panose="020F0502020204030204" pitchFamily="34" charset="0"/>
                <a:cs typeface="Courier New" panose="02070309020205020404" pitchFamily="49" charset="0"/>
              </a:rPr>
              <a:t> == null || </a:t>
            </a:r>
            <a:r>
              <a:rPr lang="en-US" sz="2000" b="1" dirty="0" err="1">
                <a:latin typeface="Courier New" panose="02070309020205020404" pitchFamily="49" charset="0"/>
                <a:ea typeface="Calibri" panose="020F0502020204030204" pitchFamily="34" charset="0"/>
                <a:cs typeface="Courier New" panose="02070309020205020404" pitchFamily="49" charset="0"/>
              </a:rPr>
              <a:t>evenStart</a:t>
            </a:r>
            <a:r>
              <a:rPr lang="en-US" sz="2000" b="1" dirty="0">
                <a:latin typeface="Courier New" panose="02070309020205020404" pitchFamily="49" charset="0"/>
                <a:ea typeface="Calibri" panose="020F0502020204030204" pitchFamily="34" charset="0"/>
                <a:cs typeface="Courier New" panose="02070309020205020404" pitchFamily="49" charset="0"/>
              </a:rPr>
              <a:t> == null) {</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	return ;</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a:t>
            </a:r>
          </a:p>
          <a:p>
            <a:pPr lvl="1">
              <a:spcAft>
                <a:spcPts val="800"/>
              </a:spcAft>
            </a:pPr>
            <a:r>
              <a:rPr lang="en-US" sz="2000" b="1" dirty="0" err="1">
                <a:latin typeface="Courier New" panose="02070309020205020404" pitchFamily="49" charset="0"/>
                <a:ea typeface="Calibri" panose="020F0502020204030204" pitchFamily="34" charset="0"/>
                <a:cs typeface="Courier New" panose="02070309020205020404" pitchFamily="49" charset="0"/>
              </a:rPr>
              <a:t>evenEnd.next</a:t>
            </a:r>
            <a:r>
              <a:rPr lang="en-US" sz="2000" b="1" dirty="0">
                <a:latin typeface="Courier New" panose="02070309020205020404" pitchFamily="49" charset="0"/>
                <a:ea typeface="Calibri" panose="020F0502020204030204" pitchFamily="34" charset="0"/>
                <a:cs typeface="Courier New" panose="02070309020205020404" pitchFamily="49" charset="0"/>
              </a:rPr>
              <a:t> = </a:t>
            </a:r>
            <a:r>
              <a:rPr lang="en-US" sz="2000" b="1" dirty="0" err="1">
                <a:latin typeface="Courier New" panose="02070309020205020404" pitchFamily="49" charset="0"/>
                <a:ea typeface="Calibri" panose="020F0502020204030204" pitchFamily="34" charset="0"/>
                <a:cs typeface="Courier New" panose="02070309020205020404" pitchFamily="49" charset="0"/>
              </a:rPr>
              <a:t>oddStart</a:t>
            </a:r>
            <a:r>
              <a:rPr lang="en-US" sz="2000" b="1" dirty="0">
                <a:latin typeface="Courier New" panose="02070309020205020404" pitchFamily="49" charset="0"/>
                <a:ea typeface="Calibri" panose="020F0502020204030204" pitchFamily="34" charset="0"/>
                <a:cs typeface="Courier New" panose="02070309020205020404" pitchFamily="49" charset="0"/>
              </a:rPr>
              <a:t>;</a:t>
            </a:r>
          </a:p>
          <a:p>
            <a:pPr lvl="1">
              <a:spcAft>
                <a:spcPts val="800"/>
              </a:spcAft>
            </a:pPr>
            <a:r>
              <a:rPr lang="en-US" sz="2000" b="1" dirty="0" err="1">
                <a:latin typeface="Courier New" panose="02070309020205020404" pitchFamily="49" charset="0"/>
                <a:ea typeface="Calibri" panose="020F0502020204030204" pitchFamily="34" charset="0"/>
                <a:cs typeface="Courier New" panose="02070309020205020404" pitchFamily="49" charset="0"/>
              </a:rPr>
              <a:t>oddEnd.next</a:t>
            </a:r>
            <a:r>
              <a:rPr lang="en-US" sz="2000" b="1" dirty="0">
                <a:latin typeface="Courier New" panose="02070309020205020404" pitchFamily="49" charset="0"/>
                <a:ea typeface="Calibri" panose="020F0502020204030204" pitchFamily="34" charset="0"/>
                <a:cs typeface="Courier New" panose="02070309020205020404" pitchFamily="49" charset="0"/>
              </a:rPr>
              <a:t>=null;</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head = </a:t>
            </a:r>
            <a:r>
              <a:rPr lang="en-US" sz="2000" b="1" dirty="0" err="1">
                <a:latin typeface="Courier New" panose="02070309020205020404" pitchFamily="49" charset="0"/>
                <a:ea typeface="Calibri" panose="020F0502020204030204" pitchFamily="34" charset="0"/>
                <a:cs typeface="Courier New" panose="02070309020205020404" pitchFamily="49" charset="0"/>
              </a:rPr>
              <a:t>evenStart</a:t>
            </a:r>
            <a:r>
              <a:rPr lang="en-US" sz="2000" b="1" dirty="0">
                <a:latin typeface="Courier New" panose="02070309020205020404" pitchFamily="49" charset="0"/>
                <a:ea typeface="Calibri" panose="020F0502020204030204" pitchFamily="34" charset="0"/>
                <a:cs typeface="Courier New" panose="02070309020205020404" pitchFamily="49" charset="0"/>
              </a:rPr>
              <a:t>;</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a:t>
            </a:r>
          </a:p>
          <a:p>
            <a:pPr>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	</a:t>
            </a:r>
            <a:endParaRPr lang="en-IN" sz="2000" b="1" dirty="0">
              <a:effectLst/>
              <a:latin typeface="Courier New" panose="02070309020205020404" pitchFamily="49" charset="0"/>
              <a:ea typeface="Calibri" panose="020F0502020204030204" pitchFamily="34"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3" name="Picture 2">
            <a:extLst>
              <a:ext uri="{FF2B5EF4-FFF2-40B4-BE49-F238E27FC236}">
                <a16:creationId xmlns:a16="http://schemas.microsoft.com/office/drawing/2014/main" id="{2A201C44-0B5D-3D57-3002-EA07EF4690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113180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v</a:t>
            </a:r>
            <a:r>
              <a:rPr lang="en-US" sz="2000" b="1" dirty="0">
                <a:effectLst/>
                <a:latin typeface="Courier New" panose="02070309020205020404" pitchFamily="49" charset="0"/>
                <a:ea typeface="Calibri" panose="020F0502020204030204" pitchFamily="34" charset="0"/>
                <a:cs typeface="Courier New" panose="02070309020205020404" pitchFamily="49" charset="0"/>
              </a:rPr>
              <a:t>oid push(int </a:t>
            </a:r>
            <a:r>
              <a:rPr lang="en-US" sz="2000" b="1" dirty="0" err="1">
                <a:effectLst/>
                <a:latin typeface="Courier New" panose="02070309020205020404" pitchFamily="49" charset="0"/>
                <a:ea typeface="Calibri" panose="020F0502020204030204" pitchFamily="34" charset="0"/>
                <a:cs typeface="Courier New" panose="02070309020205020404" pitchFamily="49" charset="0"/>
              </a:rPr>
              <a:t>new_data</a:t>
            </a:r>
            <a:r>
              <a:rPr lang="en-US" sz="2000" b="1" dirty="0">
                <a:effectLst/>
                <a:latin typeface="Courier New" panose="02070309020205020404" pitchFamily="49" charset="0"/>
                <a:ea typeface="Calibri" panose="020F0502020204030204" pitchFamily="34" charset="0"/>
                <a:cs typeface="Courier New" panose="02070309020205020404" pitchFamily="49" charset="0"/>
              </a:rPr>
              <a:t>) {</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	Node </a:t>
            </a:r>
            <a:r>
              <a:rPr lang="en-US" sz="2000" b="1" dirty="0" err="1">
                <a:latin typeface="Courier New" panose="02070309020205020404" pitchFamily="49" charset="0"/>
                <a:ea typeface="Calibri" panose="020F0502020204030204" pitchFamily="34" charset="0"/>
                <a:cs typeface="Courier New" panose="02070309020205020404" pitchFamily="49" charset="0"/>
              </a:rPr>
              <a:t>new_node</a:t>
            </a:r>
            <a:r>
              <a:rPr lang="en-US" sz="2000" b="1" dirty="0">
                <a:latin typeface="Courier New" panose="02070309020205020404" pitchFamily="49" charset="0"/>
                <a:ea typeface="Calibri" panose="020F0502020204030204" pitchFamily="34" charset="0"/>
                <a:cs typeface="Courier New" panose="02070309020205020404" pitchFamily="49" charset="0"/>
              </a:rPr>
              <a:t> = new Node(</a:t>
            </a:r>
            <a:r>
              <a:rPr lang="en-US" sz="2000" b="1" dirty="0" err="1">
                <a:latin typeface="Courier New" panose="02070309020205020404" pitchFamily="49" charset="0"/>
                <a:ea typeface="Calibri" panose="020F0502020204030204" pitchFamily="34" charset="0"/>
                <a:cs typeface="Courier New" panose="02070309020205020404" pitchFamily="49" charset="0"/>
              </a:rPr>
              <a:t>new_data</a:t>
            </a:r>
            <a:r>
              <a:rPr lang="en-US" sz="2000" b="1" dirty="0">
                <a:latin typeface="Courier New" panose="02070309020205020404" pitchFamily="49" charset="0"/>
                <a:ea typeface="Calibri" panose="020F0502020204030204" pitchFamily="34" charset="0"/>
                <a:cs typeface="Courier New" panose="02070309020205020404" pitchFamily="49" charset="0"/>
              </a:rPr>
              <a:t>);</a:t>
            </a:r>
          </a:p>
          <a:p>
            <a:pPr lvl="1">
              <a:spcAft>
                <a:spcPts val="800"/>
              </a:spcAft>
            </a:pPr>
            <a:r>
              <a:rPr lang="en-US" sz="2000" b="1" dirty="0">
                <a:effectLst/>
                <a:latin typeface="Courier New" panose="02070309020205020404" pitchFamily="49" charset="0"/>
                <a:ea typeface="Calibri" panose="020F0502020204030204" pitchFamily="34" charset="0"/>
                <a:cs typeface="Courier New" panose="02070309020205020404" pitchFamily="49" charset="0"/>
              </a:rPr>
              <a:t>	</a:t>
            </a:r>
            <a:r>
              <a:rPr lang="en-US" sz="2000" b="1" dirty="0" err="1">
                <a:effectLst/>
                <a:latin typeface="Courier New" panose="02070309020205020404" pitchFamily="49" charset="0"/>
                <a:ea typeface="Calibri" panose="020F0502020204030204" pitchFamily="34" charset="0"/>
                <a:cs typeface="Courier New" panose="02070309020205020404" pitchFamily="49" charset="0"/>
              </a:rPr>
              <a:t>new_node.next</a:t>
            </a:r>
            <a:r>
              <a:rPr lang="en-US" sz="2000" b="1" dirty="0">
                <a:effectLst/>
                <a:latin typeface="Courier New" panose="02070309020205020404" pitchFamily="49" charset="0"/>
                <a:ea typeface="Calibri" panose="020F0502020204030204" pitchFamily="34" charset="0"/>
                <a:cs typeface="Courier New" panose="02070309020205020404" pitchFamily="49" charset="0"/>
              </a:rPr>
              <a:t> = head;</a:t>
            </a:r>
          </a:p>
          <a:p>
            <a:pPr lvl="1">
              <a:spcAft>
                <a:spcPts val="800"/>
              </a:spcAft>
            </a:pPr>
            <a:r>
              <a:rPr lang="en-US" sz="2000" b="1" dirty="0">
                <a:effectLst/>
                <a:latin typeface="Courier New" panose="02070309020205020404" pitchFamily="49" charset="0"/>
                <a:ea typeface="Calibri" panose="020F0502020204030204" pitchFamily="34" charset="0"/>
                <a:cs typeface="Courier New" panose="02070309020205020404" pitchFamily="49" charset="0"/>
              </a:rPr>
              <a:t>	head = </a:t>
            </a:r>
            <a:r>
              <a:rPr lang="en-US" sz="2000" b="1" dirty="0" err="1">
                <a:effectLst/>
                <a:latin typeface="Courier New" panose="02070309020205020404" pitchFamily="49" charset="0"/>
                <a:ea typeface="Calibri" panose="020F0502020204030204" pitchFamily="34" charset="0"/>
                <a:cs typeface="Courier New" panose="02070309020205020404" pitchFamily="49" charset="0"/>
              </a:rPr>
              <a:t>new_node</a:t>
            </a:r>
            <a:r>
              <a:rPr lang="en-US" sz="2000" b="1" dirty="0">
                <a:effectLst/>
                <a:latin typeface="Courier New" panose="02070309020205020404" pitchFamily="49" charset="0"/>
                <a:ea typeface="Calibri" panose="020F0502020204030204" pitchFamily="34" charset="0"/>
                <a:cs typeface="Courier New" panose="02070309020205020404" pitchFamily="49" charset="0"/>
              </a:rPr>
              <a:t>;</a:t>
            </a:r>
          </a:p>
          <a:p>
            <a:pPr lvl="1">
              <a:spcAft>
                <a:spcPts val="800"/>
              </a:spcAft>
            </a:pPr>
            <a:r>
              <a:rPr lang="en-US" sz="2000" b="1" dirty="0">
                <a:effectLst/>
                <a:latin typeface="Courier New" panose="02070309020205020404" pitchFamily="49" charset="0"/>
                <a:ea typeface="Calibri" panose="020F0502020204030204" pitchFamily="34" charset="0"/>
                <a:cs typeface="Courier New" panose="02070309020205020404" pitchFamily="49" charset="0"/>
              </a:rPr>
              <a:t>}</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void </a:t>
            </a:r>
            <a:r>
              <a:rPr lang="en-US" sz="2000" b="1" dirty="0" err="1">
                <a:latin typeface="Courier New" panose="02070309020205020404" pitchFamily="49" charset="0"/>
                <a:ea typeface="Calibri" panose="020F0502020204030204" pitchFamily="34" charset="0"/>
                <a:cs typeface="Courier New" panose="02070309020205020404" pitchFamily="49" charset="0"/>
              </a:rPr>
              <a:t>printList</a:t>
            </a:r>
            <a:r>
              <a:rPr lang="en-US" sz="2000" b="1" dirty="0">
                <a:latin typeface="Courier New" panose="02070309020205020404" pitchFamily="49" charset="0"/>
                <a:ea typeface="Calibri" panose="020F0502020204030204" pitchFamily="34" charset="0"/>
                <a:cs typeface="Courier New" panose="02070309020205020404" pitchFamily="49" charset="0"/>
              </a:rPr>
              <a:t>() {</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	Node temp = head;</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	while(temp !=null) {</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		System.out.print(</a:t>
            </a:r>
            <a:r>
              <a:rPr lang="en-US" sz="2000" b="1" dirty="0" err="1">
                <a:latin typeface="Courier New" panose="02070309020205020404" pitchFamily="49" charset="0"/>
                <a:ea typeface="Calibri" panose="020F0502020204030204" pitchFamily="34" charset="0"/>
                <a:cs typeface="Courier New" panose="02070309020205020404" pitchFamily="49" charset="0"/>
              </a:rPr>
              <a:t>temp.data</a:t>
            </a:r>
            <a:r>
              <a:rPr lang="en-US" sz="2000" b="1" dirty="0">
                <a:latin typeface="Courier New" panose="02070309020205020404" pitchFamily="49" charset="0"/>
                <a:ea typeface="Calibri" panose="020F0502020204030204" pitchFamily="34" charset="0"/>
                <a:cs typeface="Courier New" panose="02070309020205020404" pitchFamily="49" charset="0"/>
              </a:rPr>
              <a:t>+” “);</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		temp = </a:t>
            </a:r>
            <a:r>
              <a:rPr lang="en-US" sz="2000" b="1" dirty="0" err="1">
                <a:latin typeface="Courier New" panose="02070309020205020404" pitchFamily="49" charset="0"/>
                <a:ea typeface="Calibri" panose="020F0502020204030204" pitchFamily="34" charset="0"/>
                <a:cs typeface="Courier New" panose="02070309020205020404" pitchFamily="49" charset="0"/>
              </a:rPr>
              <a:t>temp.next</a:t>
            </a:r>
            <a:r>
              <a:rPr lang="en-US" sz="2000" b="1" dirty="0">
                <a:latin typeface="Courier New" panose="02070309020205020404" pitchFamily="49" charset="0"/>
                <a:ea typeface="Calibri" panose="020F0502020204030204" pitchFamily="34" charset="0"/>
                <a:cs typeface="Courier New" panose="02070309020205020404" pitchFamily="49" charset="0"/>
              </a:rPr>
              <a:t>;</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	}</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	System.out.print();</a:t>
            </a:r>
          </a:p>
          <a:p>
            <a:pPr lvl="1">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6" name="Picture 5">
            <a:extLst>
              <a:ext uri="{FF2B5EF4-FFF2-40B4-BE49-F238E27FC236}">
                <a16:creationId xmlns:a16="http://schemas.microsoft.com/office/drawing/2014/main" id="{9D9DE9E0-0DEB-0C61-DC39-4EE168BCDA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284810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lvl="1">
              <a:spcAft>
                <a:spcPts val="600"/>
              </a:spcAft>
            </a:pPr>
            <a:r>
              <a:rPr lang="en-US" sz="2000" b="1" dirty="0">
                <a:solidFill>
                  <a:schemeClr val="bg1"/>
                </a:solidFill>
                <a:latin typeface="Courier New" panose="02070309020205020404" pitchFamily="49" charset="0"/>
                <a:cs typeface="Courier New" panose="02070309020205020404" pitchFamily="49" charset="0"/>
              </a:rPr>
              <a:t>public static void main(</a:t>
            </a:r>
            <a:r>
              <a:rPr lang="en-US" sz="2000" b="1" dirty="0" err="1">
                <a:solidFill>
                  <a:schemeClr val="bg1"/>
                </a:solidFill>
                <a:latin typeface="Courier New" panose="02070309020205020404" pitchFamily="49" charset="0"/>
                <a:cs typeface="Courier New" panose="02070309020205020404" pitchFamily="49" charset="0"/>
              </a:rPr>
              <a:t>Stirng</a:t>
            </a:r>
            <a:r>
              <a:rPr lang="en-US" sz="2000" b="1" dirty="0">
                <a:solidFill>
                  <a:schemeClr val="bg1"/>
                </a:solidFill>
                <a:latin typeface="Courier New" panose="02070309020205020404" pitchFamily="49" charset="0"/>
                <a:cs typeface="Courier New" panose="02070309020205020404" pitchFamily="49" charset="0"/>
              </a:rPr>
              <a:t> args[]) {</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Main </a:t>
            </a:r>
            <a:r>
              <a:rPr lang="en-US" sz="2000" b="1" dirty="0" err="1">
                <a:solidFill>
                  <a:schemeClr val="bg1"/>
                </a:solidFill>
                <a:latin typeface="Courier New" panose="02070309020205020404" pitchFamily="49" charset="0"/>
                <a:cs typeface="Courier New" panose="02070309020205020404" pitchFamily="49" charset="0"/>
              </a:rPr>
              <a:t>main</a:t>
            </a:r>
            <a:r>
              <a:rPr lang="en-US" sz="2000" b="1" dirty="0">
                <a:solidFill>
                  <a:schemeClr val="bg1"/>
                </a:solidFill>
                <a:latin typeface="Courier New" panose="02070309020205020404" pitchFamily="49" charset="0"/>
                <a:cs typeface="Courier New" panose="02070309020205020404" pitchFamily="49" charset="0"/>
              </a:rPr>
              <a:t> = new Main();</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Scanner </a:t>
            </a:r>
            <a:r>
              <a:rPr lang="en-US" sz="2000" b="1" dirty="0" err="1">
                <a:solidFill>
                  <a:schemeClr val="bg1"/>
                </a:solidFill>
                <a:latin typeface="Courier New" panose="02070309020205020404" pitchFamily="49" charset="0"/>
                <a:cs typeface="Courier New" panose="02070309020205020404" pitchFamily="49" charset="0"/>
              </a:rPr>
              <a:t>sc</a:t>
            </a:r>
            <a:r>
              <a:rPr lang="en-US" sz="2000" b="1" dirty="0">
                <a:solidFill>
                  <a:schemeClr val="bg1"/>
                </a:solidFill>
                <a:latin typeface="Courier New" panose="02070309020205020404" pitchFamily="49" charset="0"/>
                <a:cs typeface="Courier New" panose="02070309020205020404" pitchFamily="49" charset="0"/>
              </a:rPr>
              <a:t>=new Scanner(System.in);</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int n=</a:t>
            </a:r>
            <a:r>
              <a:rPr lang="en-US" sz="2000" b="1" dirty="0" err="1">
                <a:solidFill>
                  <a:schemeClr val="bg1"/>
                </a:solidFill>
                <a:latin typeface="Courier New" panose="02070309020205020404" pitchFamily="49" charset="0"/>
                <a:cs typeface="Courier New" panose="02070309020205020404" pitchFamily="49" charset="0"/>
              </a:rPr>
              <a:t>sc.nextInt</a:t>
            </a:r>
            <a:r>
              <a:rPr lang="en-US" sz="2000" b="1" dirty="0">
                <a:solidFill>
                  <a:schemeClr val="bg1"/>
                </a:solidFill>
                <a:latin typeface="Courier New" panose="02070309020205020404" pitchFamily="49" charset="0"/>
                <a:cs typeface="Courier New" panose="02070309020205020404" pitchFamily="49" charset="0"/>
              </a:rPr>
              <a:t>();</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for(int i=0;i&lt;</a:t>
            </a:r>
            <a:r>
              <a:rPr lang="en-US" sz="2000" b="1" dirty="0" err="1">
                <a:solidFill>
                  <a:schemeClr val="bg1"/>
                </a:solidFill>
                <a:latin typeface="Courier New" panose="02070309020205020404" pitchFamily="49" charset="0"/>
                <a:cs typeface="Courier New" panose="02070309020205020404" pitchFamily="49" charset="0"/>
              </a:rPr>
              <a:t>n;i</a:t>
            </a:r>
            <a:r>
              <a:rPr lang="en-US" sz="2000" b="1" dirty="0">
                <a:solidFill>
                  <a:schemeClr val="bg1"/>
                </a:solidFill>
                <a:latin typeface="Courier New" panose="02070309020205020404" pitchFamily="49" charset="0"/>
                <a:cs typeface="Courier New" panose="02070309020205020404" pitchFamily="49" charset="0"/>
              </a:rPr>
              <a:t>++) { </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int m=</a:t>
            </a:r>
            <a:r>
              <a:rPr lang="en-US" sz="2000" b="1" dirty="0" err="1">
                <a:solidFill>
                  <a:schemeClr val="bg1"/>
                </a:solidFill>
                <a:latin typeface="Courier New" panose="02070309020205020404" pitchFamily="49" charset="0"/>
                <a:cs typeface="Courier New" panose="02070309020205020404" pitchFamily="49" charset="0"/>
              </a:rPr>
              <a:t>sc.nextInt</a:t>
            </a:r>
            <a:r>
              <a:rPr lang="en-US" sz="2000" b="1" dirty="0">
                <a:solidFill>
                  <a:schemeClr val="bg1"/>
                </a:solidFill>
                <a:latin typeface="Courier New" panose="02070309020205020404" pitchFamily="49" charset="0"/>
                <a:cs typeface="Courier New" panose="02070309020205020404" pitchFamily="49" charset="0"/>
              </a:rPr>
              <a:t>();</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main.push</a:t>
            </a:r>
            <a:r>
              <a:rPr lang="en-US" sz="2000" b="1" dirty="0">
                <a:solidFill>
                  <a:schemeClr val="bg1"/>
                </a:solidFill>
                <a:latin typeface="Courier New" panose="02070309020205020404" pitchFamily="49" charset="0"/>
                <a:cs typeface="Courier New" panose="02070309020205020404" pitchFamily="49" charset="0"/>
              </a:rPr>
              <a:t>(m);</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main.segregateEvenOdd</a:t>
            </a:r>
            <a:r>
              <a:rPr lang="en-US" sz="2000" b="1" dirty="0">
                <a:solidFill>
                  <a:schemeClr val="bg1"/>
                </a:solidFill>
                <a:latin typeface="Courier New" panose="02070309020205020404" pitchFamily="49" charset="0"/>
                <a:cs typeface="Courier New" panose="02070309020205020404" pitchFamily="49" charset="0"/>
              </a:rPr>
              <a:t>();</a:t>
            </a:r>
          </a:p>
          <a:p>
            <a:pPr lvl="2">
              <a:spcAft>
                <a:spcPts val="600"/>
              </a:spcAft>
            </a:pPr>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main.printList</a:t>
            </a:r>
            <a:r>
              <a:rPr lang="en-US" sz="2000" b="1" dirty="0">
                <a:solidFill>
                  <a:schemeClr val="bg1"/>
                </a:solidFill>
                <a:latin typeface="Courier New" panose="02070309020205020404" pitchFamily="49" charset="0"/>
                <a:cs typeface="Courier New" panose="02070309020205020404" pitchFamily="49" charset="0"/>
              </a:rPr>
              <a:t>();</a:t>
            </a:r>
          </a:p>
          <a:p>
            <a:pPr lvl="1">
              <a:spcAft>
                <a:spcPts val="600"/>
              </a:spcAft>
            </a:pPr>
            <a:r>
              <a:rPr lang="en-US" sz="2000" b="1" dirty="0">
                <a:solidFill>
                  <a:schemeClr val="bg1"/>
                </a:solidFill>
                <a:latin typeface="Courier New" panose="02070309020205020404" pitchFamily="49" charset="0"/>
                <a:cs typeface="Courier New" panose="02070309020205020404" pitchFamily="49" charset="0"/>
              </a:rPr>
              <a:t>	}</a:t>
            </a:r>
          </a:p>
          <a:p>
            <a:pPr>
              <a:spcAft>
                <a:spcPts val="600"/>
              </a:spcAft>
            </a:pPr>
            <a:r>
              <a:rPr lang="en-US" sz="2000" b="1" dirty="0">
                <a:solidFill>
                  <a:schemeClr val="bg1"/>
                </a:solidFill>
                <a:latin typeface="Courier New" panose="02070309020205020404" pitchFamily="49" charset="0"/>
                <a:cs typeface="Courier New" panose="02070309020205020404" pitchFamily="49" charset="0"/>
              </a:rPr>
              <a:t>}	</a:t>
            </a:r>
            <a:r>
              <a:rPr lang="en-US" sz="2500" b="1" dirty="0">
                <a:solidFill>
                  <a:schemeClr val="bg1"/>
                </a:solidFill>
                <a:latin typeface="Nunito Sans" pitchFamily="2" charset="0"/>
                <a:cs typeface="Courier New" panose="02070309020205020404" pitchFamily="49" charset="0"/>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3" name="Picture 2">
            <a:extLst>
              <a:ext uri="{FF2B5EF4-FFF2-40B4-BE49-F238E27FC236}">
                <a16:creationId xmlns:a16="http://schemas.microsoft.com/office/drawing/2014/main" id="{39CDBE1C-961A-1593-AC50-19CDBB1E64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952886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D71EE1CC-5860-4236-A6FD-56296450190E}"/>
              </a:ext>
            </a:extLst>
          </p:cNvPr>
          <p:cNvPicPr>
            <a:picLocks noChangeAspect="1"/>
          </p:cNvPicPr>
          <p:nvPr/>
        </p:nvPicPr>
        <p:blipFill>
          <a:blip r:embed="rId3">
            <a:extLst>
              <a:ext uri="{28A0092B-C50C-407E-A947-70E740481C1C}">
                <a14:useLocalDpi xmlns:a14="http://schemas.microsoft.com/office/drawing/2010/main" val="0"/>
              </a:ext>
            </a:extLst>
          </a:blip>
          <a:srcRect l="1110" b="849"/>
          <a:stretch>
            <a:fillRect/>
          </a:stretch>
        </p:blipFill>
        <p:spPr>
          <a:xfrm rot="355158">
            <a:off x="-214550" y="3101269"/>
            <a:ext cx="4219796" cy="3942674"/>
          </a:xfrm>
          <a:custGeom>
            <a:avLst/>
            <a:gdLst>
              <a:gd name="connsiteX0" fmla="*/ 0 w 4219796"/>
              <a:gd name="connsiteY0" fmla="*/ 0 h 3942674"/>
              <a:gd name="connsiteX1" fmla="*/ 4219796 w 4219796"/>
              <a:gd name="connsiteY1" fmla="*/ 0 h 3942674"/>
              <a:gd name="connsiteX2" fmla="*/ 4219796 w 4219796"/>
              <a:gd name="connsiteY2" fmla="*/ 3547546 h 3942674"/>
              <a:gd name="connsiteX3" fmla="*/ 408778 w 4219796"/>
              <a:gd name="connsiteY3" fmla="*/ 3942674 h 3942674"/>
            </a:gdLst>
            <a:ahLst/>
            <a:cxnLst>
              <a:cxn ang="0">
                <a:pos x="connsiteX0" y="connsiteY0"/>
              </a:cxn>
              <a:cxn ang="0">
                <a:pos x="connsiteX1" y="connsiteY1"/>
              </a:cxn>
              <a:cxn ang="0">
                <a:pos x="connsiteX2" y="connsiteY2"/>
              </a:cxn>
              <a:cxn ang="0">
                <a:pos x="connsiteX3" y="connsiteY3"/>
              </a:cxn>
            </a:cxnLst>
            <a:rect l="l" t="t" r="r" b="b"/>
            <a:pathLst>
              <a:path w="4219796" h="3942674">
                <a:moveTo>
                  <a:pt x="0" y="0"/>
                </a:moveTo>
                <a:lnTo>
                  <a:pt x="4219796" y="0"/>
                </a:lnTo>
                <a:lnTo>
                  <a:pt x="4219796" y="3547546"/>
                </a:lnTo>
                <a:lnTo>
                  <a:pt x="408778" y="3942674"/>
                </a:lnTo>
                <a:close/>
              </a:path>
            </a:pathLst>
          </a:custGeom>
        </p:spPr>
      </p:pic>
      <p:sp>
        <p:nvSpPr>
          <p:cNvPr id="6" name="Rectangle 5">
            <a:extLst>
              <a:ext uri="{FF2B5EF4-FFF2-40B4-BE49-F238E27FC236}">
                <a16:creationId xmlns:a16="http://schemas.microsoft.com/office/drawing/2014/main" id="{BA29A662-E105-4DCD-B841-5AE7DE607E52}"/>
              </a:ext>
            </a:extLst>
          </p:cNvPr>
          <p:cNvSpPr/>
          <p:nvPr/>
        </p:nvSpPr>
        <p:spPr>
          <a:xfrm>
            <a:off x="0" y="2438400"/>
            <a:ext cx="12192000" cy="1323439"/>
          </a:xfrm>
          <a:prstGeom prst="rect">
            <a:avLst/>
          </a:prstGeom>
        </p:spPr>
        <p:txBody>
          <a:bodyPr wrap="square">
            <a:spAutoFit/>
          </a:bodyPr>
          <a:lstStyle/>
          <a:p>
            <a:pPr algn="ctr"/>
            <a:r>
              <a:rPr lang="en-US" sz="8000" b="1" dirty="0">
                <a:solidFill>
                  <a:srgbClr val="F05136"/>
                </a:solidFill>
                <a:latin typeface="Nunito Sans" panose="00000500000000000000" pitchFamily="2" charset="0"/>
              </a:rPr>
              <a:t>THANK YOU</a:t>
            </a:r>
            <a:endParaRPr lang="en-US" sz="8000" b="1" dirty="0">
              <a:solidFill>
                <a:srgbClr val="F05136"/>
              </a:solidFill>
            </a:endParaRPr>
          </a:p>
        </p:txBody>
      </p:sp>
      <p:pic>
        <p:nvPicPr>
          <p:cNvPr id="3" name="Picture 2">
            <a:extLst>
              <a:ext uri="{FF2B5EF4-FFF2-40B4-BE49-F238E27FC236}">
                <a16:creationId xmlns:a16="http://schemas.microsoft.com/office/drawing/2014/main" id="{15790F2A-B685-04D9-3E46-B8B27367F87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124136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903</Words>
  <Application>Microsoft Office PowerPoint</Application>
  <PresentationFormat>Widescreen</PresentationFormat>
  <Paragraphs>258</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Courier New</vt:lpstr>
      <vt:lpstr>Nunito</vt:lpstr>
      <vt:lpstr>Nunito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UMAIYALAKSHMI UMAKANTH</dc:creator>
  <cp:lastModifiedBy>UMAIYALAKSHMI UMAKANTH</cp:lastModifiedBy>
  <cp:revision>1</cp:revision>
  <dcterms:created xsi:type="dcterms:W3CDTF">2023-12-30T07:03:59Z</dcterms:created>
  <dcterms:modified xsi:type="dcterms:W3CDTF">2023-12-30T07:16:30Z</dcterms:modified>
</cp:coreProperties>
</file>