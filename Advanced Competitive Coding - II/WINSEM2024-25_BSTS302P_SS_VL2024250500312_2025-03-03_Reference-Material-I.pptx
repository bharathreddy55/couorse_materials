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744" r:id="rId2"/>
    <p:sldId id="260" r:id="rId3"/>
    <p:sldId id="791" r:id="rId4"/>
    <p:sldId id="792" r:id="rId5"/>
    <p:sldId id="358" r:id="rId6"/>
    <p:sldId id="28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51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9F0198-9803-4EE5-BA07-F2EED964CE49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250D1B-6C8C-40E9-AF74-6549885362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50598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</a:t>
            </a:r>
            <a:r>
              <a:rPr lang="en-US" b="1" baseline="0" dirty="0"/>
              <a:t> = </a:t>
            </a:r>
          </a:p>
          <a:p>
            <a:r>
              <a:rPr lang="en-US" b="1" baseline="0" dirty="0"/>
              <a:t>Root</a:t>
            </a:r>
          </a:p>
          <a:p>
            <a:r>
              <a:rPr lang="en-US" b="1" baseline="0" dirty="0"/>
              <a:t>2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3404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Section End/Start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/>
              <a:t>Use this at section’s start or end. For example: “Questions” or “Time for Practice”. To be used for Impacts (get the student’s attention). </a:t>
            </a:r>
            <a:endParaRPr/>
          </a:p>
        </p:txBody>
      </p:sp>
      <p:sp>
        <p:nvSpPr>
          <p:cNvPr id="123" name="Google Shape;12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Title +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AB6876-1BF1-4B88-890A-0B4E462015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70105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Title +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AB6876-1BF1-4B88-890A-0B4E462015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16910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Thank you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133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28E90-BFF2-256A-9502-58BB39F861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75434E-D894-DFFA-E83D-7DA6F38823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723A29-F9D0-0B71-0119-5E24EE786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57E36-2F4F-41A8-85E9-3BF5B9247953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DAFC72-E23B-CC99-19C4-73E0E5101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9E7599-8B7D-94FC-9AAE-9A2C5900C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D81C6-D3AB-4B85-94AC-F0B9743C3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0802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81527-2C6A-A350-850B-6D118F38F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5570E-AB17-B804-181F-41AC650C78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1B416-42B1-DBAA-B887-D33989165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57E36-2F4F-41A8-85E9-3BF5B9247953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BAC6BA-162F-23D6-F1CC-461D50661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0DB2FD-921E-F938-855D-0BD54A7CB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D81C6-D3AB-4B85-94AC-F0B9743C3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8121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B63DC-C3E7-33E1-EB19-DCA034092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EC2064-837F-D31E-81F2-4FB9B9BBE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4C605-9C21-1955-925B-F6C88575D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57E36-2F4F-41A8-85E9-3BF5B9247953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CEFEA4-44C3-04F5-F112-91C597B2C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E7C301-B8B9-F112-303E-FEBBE4CAC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D81C6-D3AB-4B85-94AC-F0B9743C3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1484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4ADD3-4580-EECF-BFAF-79D79BE40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CAD85-FE20-6842-E9E4-85DAA17AF0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6E58CE-458F-D1AE-BB64-C2110FB28F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09D7D3-BD49-C5EC-3DB6-46094773C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57E36-2F4F-41A8-85E9-3BF5B9247953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F721F-D54D-CCC9-85AE-6C6C3924F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5A3158-70D2-675C-3C22-8E281EDE4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D81C6-D3AB-4B85-94AC-F0B9743C3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4635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9AB94-43C4-63E8-3889-21D22F021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DE157B-8FAC-78B1-225A-CF341F3CBD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399DB8-DD6E-8EF4-AFAC-76E7BAA5E5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8DFC1B-72E3-BEE7-E5F7-387AB485D8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E4A694-B47A-B0A2-023F-ACCFA7718A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F23833-35E3-5ADE-645C-EC29468DD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57E36-2F4F-41A8-85E9-3BF5B9247953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EE0D2D-E96A-FA32-2388-784683173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5837D6-830A-3720-E146-1E1E2AC28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D81C6-D3AB-4B85-94AC-F0B9743C3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0723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B9E9C-E339-2E0A-E76E-212E9173C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71E023-95EE-3735-AEAB-B86147615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57E36-2F4F-41A8-85E9-3BF5B9247953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E9EEBE-0AE1-0063-9C94-89F1FDBE3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8A7612-1638-70E7-4E6C-25FAFDE7B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D81C6-D3AB-4B85-94AC-F0B9743C3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4928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439105-6921-7EB0-5973-9FD0C322E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57E36-2F4F-41A8-85E9-3BF5B9247953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F5A1D6-0ADB-2161-5F03-16EA5C475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DCAE4D-A6C9-D6BC-1E17-7E64D83F1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D81C6-D3AB-4B85-94AC-F0B9743C3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5794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AD382-D872-02D1-E761-24919B389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BC247-E5A7-053D-DE09-57DC6BAD2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352934-B7EA-6D9D-AFB5-239018A5ED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7330FD-C818-0377-9191-F3B2AA435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57E36-2F4F-41A8-85E9-3BF5B9247953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9D756-5F32-315D-4A93-D6B6AEA30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C608CF-48EF-E649-0E05-F1684A73A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D81C6-D3AB-4B85-94AC-F0B9743C3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5044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8FA92-7B67-234B-9E4F-C9AF51B8C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568DD3-0686-27D5-2B75-FB37A0725B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361944-76A9-D70E-DD5D-168CB455DE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3A3AB5-4081-6DC8-058E-8262DCAD4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57E36-2F4F-41A8-85E9-3BF5B9247953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4B2242-B662-6602-65C9-9A7D65FC4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877C72-2EFE-7FD0-FDDE-150BBF9B2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D81C6-D3AB-4B85-94AC-F0B9743C3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356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FE4D6-5618-359D-B9B1-1257B47A2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FC26D2-12BE-3934-5B6E-CE378097E9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14828F-5594-E2D7-9B4C-0AFC37E52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57E36-2F4F-41A8-85E9-3BF5B9247953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82C81-9383-8868-0E85-0EE13DFB0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711787-F5F8-E81C-74B0-6BD0FE1B0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D81C6-D3AB-4B85-94AC-F0B9743C3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6233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137530-B06D-4053-A450-6244F2DFB7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3E83E1-DAB4-5060-6376-040596EC50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69990F-B7A8-F84F-F9E8-D28199D5B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57E36-2F4F-41A8-85E9-3BF5B9247953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836B9-A935-A282-B77C-A9D02E0AB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DBB87-33D3-B604-2479-E5AC24440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D81C6-D3AB-4B85-94AC-F0B9743C3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9294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80E84D-5017-A27A-DD4B-9787DA8D4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5A494C-E5B0-002C-A1D6-BDE5FB1E5D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ADAD2E-0E10-57B5-A48D-38A6AB4FAF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957E36-2F4F-41A8-85E9-3BF5B9247953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4977E1-4D35-D5FF-3FB2-F3B96D11F2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2603B-0C1B-86C5-7706-23200AFC4C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DD81C6-D3AB-4B85-94AC-F0B9743C3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0224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0578" y="3105000"/>
            <a:ext cx="5110844" cy="64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5136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/>
          <p:nvPr/>
        </p:nvSpPr>
        <p:spPr>
          <a:xfrm>
            <a:off x="112542" y="2986451"/>
            <a:ext cx="12192000" cy="885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Nunito Sans"/>
              <a:buNone/>
            </a:pPr>
            <a:r>
              <a:rPr lang="en-US" sz="5400" b="1" i="0" u="none" strike="noStrike" cap="none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Longest Palindromic Subsequence</a:t>
            </a:r>
          </a:p>
        </p:txBody>
      </p:sp>
      <p:pic>
        <p:nvPicPr>
          <p:cNvPr id="126" name="Google Shape;12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600" y="6202800"/>
            <a:ext cx="2356664" cy="29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A635DAA-35C4-4438-9D75-515C2C193139}"/>
              </a:ext>
            </a:extLst>
          </p:cNvPr>
          <p:cNvSpPr txBox="1"/>
          <p:nvPr/>
        </p:nvSpPr>
        <p:spPr>
          <a:xfrm>
            <a:off x="456960" y="711390"/>
            <a:ext cx="1113632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 Sans" panose="00000500000000000000" pitchFamily="2" charset="0"/>
                <a:ea typeface="+mn-ea"/>
                <a:cs typeface="+mn-cs"/>
              </a:rPr>
              <a:t>Key idea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767CAB-1FA5-494A-96EC-9E612067A695}"/>
              </a:ext>
            </a:extLst>
          </p:cNvPr>
          <p:cNvSpPr/>
          <p:nvPr/>
        </p:nvSpPr>
        <p:spPr>
          <a:xfrm>
            <a:off x="598714" y="711390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AA7921-5D20-4289-9841-C99FE764762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A7F68C4-5FDD-4C5B-B60C-E1BF3B5AB820}"/>
              </a:ext>
            </a:extLst>
          </p:cNvPr>
          <p:cNvSpPr txBox="1"/>
          <p:nvPr/>
        </p:nvSpPr>
        <p:spPr>
          <a:xfrm>
            <a:off x="456960" y="1225689"/>
            <a:ext cx="1110448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 Sans" panose="00000500000000000000" pitchFamily="2" charset="0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 Sans" panose="00000500000000000000" pitchFamily="2" charset="0"/>
                <a:ea typeface="+mn-ea"/>
                <a:cs typeface="+mn-cs"/>
              </a:rPr>
              <a:t>Create </a:t>
            </a:r>
            <a:r>
              <a:rPr lang="en-US" sz="2000" dirty="0">
                <a:solidFill>
                  <a:prstClr val="black"/>
                </a:solidFill>
                <a:latin typeface="Nunito Sans" panose="00000500000000000000" pitchFamily="2" charset="0"/>
              </a:rPr>
              <a:t>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 Sans" panose="00000500000000000000" pitchFamily="2" charset="0"/>
                <a:ea typeface="+mn-ea"/>
                <a:cs typeface="+mn-cs"/>
              </a:rPr>
              <a:t> table</a:t>
            </a: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 Sans" panose="00000500000000000000" pitchFamily="2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Nunito Sans" panose="00000500000000000000" pitchFamily="2" charset="0"/>
                <a:ea typeface="+mn-ea"/>
                <a:cs typeface="+mn-cs"/>
              </a:rPr>
              <a:t>“</a:t>
            </a: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Nunito Sans" panose="00000500000000000000" pitchFamily="2" charset="0"/>
                <a:ea typeface="+mn-ea"/>
                <a:cs typeface="+mn-cs"/>
              </a:rPr>
              <a:t>L[ n ][ n ]” of size n </a:t>
            </a: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Nunito Sans" panose="00000500000000000000" pitchFamily="2" charset="0"/>
                <a:ea typeface="+mn-ea"/>
                <a:cs typeface="+mn-cs"/>
              </a:rPr>
              <a:t>(length of a string) 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>
                <a:latin typeface="Nunito Sans" panose="00000500000000000000" pitchFamily="2" charset="0"/>
              </a:rPr>
              <a:t>T</a:t>
            </a: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Nunito Sans" panose="00000500000000000000" pitchFamily="2" charset="0"/>
                <a:ea typeface="+mn-ea"/>
                <a:cs typeface="+mn-cs"/>
              </a:rPr>
              <a:t>o store the </a:t>
            </a: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Nunito Sans" panose="00000500000000000000" pitchFamily="2" charset="0"/>
                <a:ea typeface="+mn-ea"/>
                <a:cs typeface="+mn-cs"/>
              </a:rPr>
              <a:t>maximum number </a:t>
            </a: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Nunito Sans" panose="00000500000000000000" pitchFamily="2" charset="0"/>
                <a:ea typeface="+mn-ea"/>
                <a:cs typeface="+mn-cs"/>
              </a:rPr>
              <a:t>of </a:t>
            </a:r>
            <a:r>
              <a:rPr lang="en-US" sz="2000" dirty="0">
                <a:latin typeface="Nunito Sans" panose="00000500000000000000" pitchFamily="2" charset="0"/>
              </a:rPr>
              <a:t>palindromic </a:t>
            </a: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Nunito Sans" panose="00000500000000000000" pitchFamily="2" charset="0"/>
                <a:ea typeface="+mn-ea"/>
                <a:cs typeface="+mn-cs"/>
              </a:rPr>
              <a:t>sequence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Nunito Sans" panose="00000500000000000000" pitchFamily="2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>
                <a:solidFill>
                  <a:srgbClr val="FFC000"/>
                </a:solidFill>
                <a:latin typeface="Nunito Sans" panose="00000500000000000000" pitchFamily="2" charset="0"/>
              </a:rPr>
              <a:t>Traverse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 Sans" panose="00000500000000000000" pitchFamily="2" charset="0"/>
              <a:ea typeface="+mn-ea"/>
              <a:cs typeface="+mn-cs"/>
            </a:endParaRPr>
          </a:p>
          <a:p>
            <a:pPr marL="914400" marR="0" lvl="1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2000" dirty="0">
                <a:solidFill>
                  <a:prstClr val="black"/>
                </a:solidFill>
                <a:latin typeface="Nunito Sans" panose="00000500000000000000" pitchFamily="2" charset="0"/>
              </a:rPr>
              <a:t>Diagonal elements and store ‘1’</a:t>
            </a:r>
            <a:endParaRPr lang="en-US" sz="2000" dirty="0">
              <a:solidFill>
                <a:srgbClr val="00B050"/>
              </a:solidFill>
              <a:latin typeface="Nunito Sans" panose="00000500000000000000" pitchFamily="2" charset="0"/>
            </a:endParaRPr>
          </a:p>
          <a:p>
            <a:pPr marL="914400" marR="0" lvl="1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AutoNum type="arabicPeriod" startAt="2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Nunito Sans" panose="00000500000000000000" pitchFamily="2" charset="0"/>
              </a:rPr>
              <a:t>Upward diagonal from</a:t>
            </a: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Nunito Sans" panose="00000500000000000000" pitchFamily="2" charset="0"/>
              </a:rPr>
              <a:t> </a:t>
            </a: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Nunito Sans" panose="00000500000000000000" pitchFamily="2" charset="0"/>
              </a:rPr>
              <a:t>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Nunito Sans" panose="00000500000000000000" pitchFamily="2" charset="0"/>
              </a:rPr>
              <a:t>nd</a:t>
            </a: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Nunito Sans" panose="00000500000000000000" pitchFamily="2" charset="0"/>
              </a:rPr>
              <a:t> column (cl) to n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Nunito Sans" panose="00000500000000000000" pitchFamily="2" charset="0"/>
              </a:rPr>
              <a:t>th</a:t>
            </a: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Nunito Sans" panose="00000500000000000000" pitchFamily="2" charset="0"/>
              </a:rPr>
              <a:t> column</a:t>
            </a:r>
            <a:endParaRPr lang="en-US" sz="2000" baseline="0" dirty="0">
              <a:solidFill>
                <a:srgbClr val="00B050"/>
              </a:solidFill>
              <a:latin typeface="Nunito Sans" panose="00000500000000000000" pitchFamily="2" charset="0"/>
            </a:endParaRPr>
          </a:p>
          <a:p>
            <a:pPr marL="1257300" lvl="2" indent="-3429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rgbClr val="7030A0"/>
                </a:solidFill>
                <a:latin typeface="Nunito Sans" panose="00000500000000000000" pitchFamily="2" charset="0"/>
              </a:rPr>
              <a:t>Condition: </a:t>
            </a:r>
          </a:p>
          <a:p>
            <a:pPr marL="1714500" lvl="3" indent="-3429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rgbClr val="7030A0"/>
                </a:solidFill>
                <a:latin typeface="Nunito Sans" panose="00000500000000000000" pitchFamily="2" charset="0"/>
              </a:rPr>
              <a:t>If (</a:t>
            </a:r>
            <a:r>
              <a:rPr lang="en-US" sz="2000" dirty="0">
                <a:solidFill>
                  <a:srgbClr val="FFC000"/>
                </a:solidFill>
                <a:latin typeface="Nunito Sans" panose="00000500000000000000" pitchFamily="2" charset="0"/>
              </a:rPr>
              <a:t>str[i] == str[j] </a:t>
            </a:r>
            <a:r>
              <a:rPr lang="en-US" sz="2000" dirty="0">
                <a:latin typeface="Nunito Sans" panose="00000500000000000000" pitchFamily="2" charset="0"/>
              </a:rPr>
              <a:t>&amp;&amp;</a:t>
            </a:r>
            <a:r>
              <a:rPr lang="en-US" sz="2000" dirty="0">
                <a:solidFill>
                  <a:srgbClr val="00B050"/>
                </a:solidFill>
                <a:latin typeface="Nunito Sans" panose="00000500000000000000" pitchFamily="2" charset="0"/>
              </a:rPr>
              <a:t> cl == 2</a:t>
            </a:r>
            <a:r>
              <a:rPr lang="en-US" sz="2000" dirty="0">
                <a:solidFill>
                  <a:srgbClr val="7030A0"/>
                </a:solidFill>
                <a:latin typeface="Nunito Sans" panose="00000500000000000000" pitchFamily="2" charset="0"/>
              </a:rPr>
              <a:t>)</a:t>
            </a:r>
          </a:p>
          <a:p>
            <a:pPr marL="1714500" lvl="3" indent="-3429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Nunito Sans" panose="00000500000000000000" pitchFamily="2" charset="0"/>
              </a:rPr>
              <a:t>Store</a:t>
            </a:r>
            <a:r>
              <a:rPr lang="en-US" sz="2000" dirty="0">
                <a:solidFill>
                  <a:srgbClr val="7030A0"/>
                </a:solidFill>
                <a:latin typeface="Nunito Sans" panose="00000500000000000000" pitchFamily="2" charset="0"/>
              </a:rPr>
              <a:t> 2 in L[</a:t>
            </a:r>
            <a:r>
              <a:rPr lang="en-US" sz="2000" dirty="0" err="1">
                <a:solidFill>
                  <a:srgbClr val="7030A0"/>
                </a:solidFill>
                <a:latin typeface="Nunito Sans" panose="00000500000000000000" pitchFamily="2" charset="0"/>
              </a:rPr>
              <a:t>i</a:t>
            </a:r>
            <a:r>
              <a:rPr lang="en-US" sz="2000" dirty="0">
                <a:solidFill>
                  <a:srgbClr val="7030A0"/>
                </a:solidFill>
                <a:latin typeface="Nunito Sans" panose="00000500000000000000" pitchFamily="2" charset="0"/>
              </a:rPr>
              <a:t>][j] </a:t>
            </a:r>
          </a:p>
          <a:p>
            <a:pPr marL="1714500" lvl="3" indent="-3429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rgbClr val="7030A0"/>
                </a:solidFill>
                <a:latin typeface="Nunito Sans" panose="00000500000000000000" pitchFamily="2" charset="0"/>
              </a:rPr>
              <a:t>Else if (str[</a:t>
            </a:r>
            <a:r>
              <a:rPr lang="en-US" sz="2000" dirty="0" err="1">
                <a:solidFill>
                  <a:srgbClr val="7030A0"/>
                </a:solidFill>
                <a:latin typeface="Nunito Sans" panose="00000500000000000000" pitchFamily="2" charset="0"/>
              </a:rPr>
              <a:t>i</a:t>
            </a:r>
            <a:r>
              <a:rPr lang="en-US" sz="2000" dirty="0">
                <a:solidFill>
                  <a:srgbClr val="7030A0"/>
                </a:solidFill>
                <a:latin typeface="Nunito Sans" panose="00000500000000000000" pitchFamily="2" charset="0"/>
              </a:rPr>
              <a:t>] == str[j])</a:t>
            </a:r>
          </a:p>
          <a:p>
            <a:pPr marL="1714500" lvl="3" indent="-3429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Nunito Sans" panose="00000500000000000000" pitchFamily="2" charset="0"/>
              </a:rPr>
              <a:t>Store</a:t>
            </a:r>
            <a:r>
              <a:rPr lang="en-US" sz="2000" dirty="0">
                <a:solidFill>
                  <a:srgbClr val="7030A0"/>
                </a:solidFill>
                <a:latin typeface="Nunito Sans" panose="00000500000000000000" pitchFamily="2" charset="0"/>
              </a:rPr>
              <a:t> L[i+1][j-1] + 2 in L[</a:t>
            </a:r>
            <a:r>
              <a:rPr lang="en-US" sz="2000" dirty="0" err="1">
                <a:solidFill>
                  <a:srgbClr val="7030A0"/>
                </a:solidFill>
                <a:latin typeface="Nunito Sans" panose="00000500000000000000" pitchFamily="2" charset="0"/>
              </a:rPr>
              <a:t>i</a:t>
            </a:r>
            <a:r>
              <a:rPr lang="en-US" sz="2000" dirty="0">
                <a:solidFill>
                  <a:srgbClr val="7030A0"/>
                </a:solidFill>
                <a:latin typeface="Nunito Sans" panose="00000500000000000000" pitchFamily="2" charset="0"/>
              </a:rPr>
              <a:t>][j]</a:t>
            </a:r>
          </a:p>
          <a:p>
            <a:pPr marL="1714500" lvl="3" indent="-3429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rgbClr val="7030A0"/>
                </a:solidFill>
                <a:latin typeface="Nunito Sans" panose="00000500000000000000" pitchFamily="2" charset="0"/>
              </a:rPr>
              <a:t>Else </a:t>
            </a:r>
          </a:p>
          <a:p>
            <a:pPr marL="1714500" lvl="3" indent="-3429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Nunito Sans" panose="00000500000000000000" pitchFamily="2" charset="0"/>
              </a:rPr>
              <a:t>Store the max of when compared with </a:t>
            </a:r>
            <a:r>
              <a:rPr lang="en-US" sz="2000" dirty="0">
                <a:solidFill>
                  <a:srgbClr val="7030A0"/>
                </a:solidFill>
                <a:latin typeface="Nunito Sans" panose="00000500000000000000" pitchFamily="2" charset="0"/>
              </a:rPr>
              <a:t>L[</a:t>
            </a:r>
            <a:r>
              <a:rPr lang="en-US" sz="2000" dirty="0" err="1">
                <a:solidFill>
                  <a:srgbClr val="7030A0"/>
                </a:solidFill>
                <a:latin typeface="Nunito Sans" panose="00000500000000000000" pitchFamily="2" charset="0"/>
              </a:rPr>
              <a:t>i</a:t>
            </a:r>
            <a:r>
              <a:rPr lang="en-US" sz="2000" dirty="0">
                <a:solidFill>
                  <a:srgbClr val="7030A0"/>
                </a:solidFill>
                <a:latin typeface="Nunito Sans" panose="00000500000000000000" pitchFamily="2" charset="0"/>
              </a:rPr>
              <a:t>][j-1] &amp; L[i+1][j]</a:t>
            </a:r>
          </a:p>
          <a:p>
            <a:pPr marL="1714500" lvl="3" indent="-342900">
              <a:buFont typeface="Arial" panose="020B0604020202020204" pitchFamily="34" charset="0"/>
              <a:buChar char="•"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75000"/>
                </a:srgbClr>
              </a:solidFill>
              <a:effectLst/>
              <a:uLnTx/>
              <a:uFillTx/>
              <a:latin typeface="Nunito Sans" panose="00000500000000000000" pitchFamily="2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 Sans" panose="00000500000000000000" pitchFamily="2" charset="0"/>
                <a:ea typeface="+mn-ea"/>
                <a:cs typeface="+mn-cs"/>
              </a:rPr>
              <a:t>Print the </a:t>
            </a:r>
            <a:r>
              <a:rPr lang="en-US" sz="2000" noProof="0" dirty="0">
                <a:solidFill>
                  <a:srgbClr val="00B050"/>
                </a:solidFill>
                <a:latin typeface="Nunito Sans" panose="00000500000000000000" pitchFamily="2" charset="0"/>
              </a:rPr>
              <a:t>top end corner value </a:t>
            </a:r>
            <a:r>
              <a:rPr lang="en-US" sz="2000" dirty="0">
                <a:latin typeface="Nunito Sans" panose="00000500000000000000" pitchFamily="2" charset="0"/>
              </a:rPr>
              <a:t>from the table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Nunito Sans" panose="00000500000000000000" pitchFamily="2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Nunito Sans" panose="00000500000000000000" pitchFamily="2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Nunito Sans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5591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51">
            <a:extLst>
              <a:ext uri="{FF2B5EF4-FFF2-40B4-BE49-F238E27FC236}">
                <a16:creationId xmlns:a16="http://schemas.microsoft.com/office/drawing/2014/main" id="{7FAC37EC-F2DB-4C60-8D26-7DCD44DD88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222552" y="415170"/>
            <a:ext cx="4773582" cy="658425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A635DAA-35C4-4438-9D75-515C2C193139}"/>
              </a:ext>
            </a:extLst>
          </p:cNvPr>
          <p:cNvSpPr txBox="1"/>
          <p:nvPr/>
        </p:nvSpPr>
        <p:spPr>
          <a:xfrm>
            <a:off x="456960" y="711390"/>
            <a:ext cx="1113632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 Sans" panose="00000500000000000000" pitchFamily="2" charset="0"/>
                <a:ea typeface="+mn-ea"/>
                <a:cs typeface="+mn-cs"/>
              </a:rPr>
              <a:t>Key idea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767CAB-1FA5-494A-96EC-9E612067A695}"/>
              </a:ext>
            </a:extLst>
          </p:cNvPr>
          <p:cNvSpPr/>
          <p:nvPr/>
        </p:nvSpPr>
        <p:spPr>
          <a:xfrm>
            <a:off x="598714" y="711390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AA7921-5D20-4289-9841-C99FE764762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877002D-686A-48FE-9DBF-1C2640B25944}"/>
              </a:ext>
            </a:extLst>
          </p:cNvPr>
          <p:cNvSpPr/>
          <p:nvPr/>
        </p:nvSpPr>
        <p:spPr>
          <a:xfrm>
            <a:off x="5358779" y="1329566"/>
            <a:ext cx="633589" cy="438565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8275E8E-115D-4B78-9493-488BBE88842B}"/>
              </a:ext>
            </a:extLst>
          </p:cNvPr>
          <p:cNvSpPr/>
          <p:nvPr/>
        </p:nvSpPr>
        <p:spPr>
          <a:xfrm>
            <a:off x="6805347" y="685124"/>
            <a:ext cx="3633293" cy="553994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lIns="121917" tIns="60958" rIns="121917" bIns="60958">
            <a:spAutoFit/>
          </a:bodyPr>
          <a:lstStyle/>
          <a:p>
            <a:pPr algn="ctr"/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Nunito Sans" panose="020B0604020202020204" charset="0"/>
              </a:rPr>
              <a:t>abcdefghcba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89E7FC1-5EAF-46D2-966E-78EFBA4CBAFD}"/>
              </a:ext>
            </a:extLst>
          </p:cNvPr>
          <p:cNvGraphicFramePr>
            <a:graphicFrameLocks noGrp="1"/>
          </p:cNvGraphicFramePr>
          <p:nvPr/>
        </p:nvGraphicFramePr>
        <p:xfrm>
          <a:off x="162370" y="2006377"/>
          <a:ext cx="5108752" cy="6153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4432">
                  <a:extLst>
                    <a:ext uri="{9D8B030D-6E8A-4147-A177-3AD203B41FA5}">
                      <a16:colId xmlns:a16="http://schemas.microsoft.com/office/drawing/2014/main" val="4037054296"/>
                    </a:ext>
                  </a:extLst>
                </a:gridCol>
                <a:gridCol w="464432">
                  <a:extLst>
                    <a:ext uri="{9D8B030D-6E8A-4147-A177-3AD203B41FA5}">
                      <a16:colId xmlns:a16="http://schemas.microsoft.com/office/drawing/2014/main" val="292146491"/>
                    </a:ext>
                  </a:extLst>
                </a:gridCol>
                <a:gridCol w="464432">
                  <a:extLst>
                    <a:ext uri="{9D8B030D-6E8A-4147-A177-3AD203B41FA5}">
                      <a16:colId xmlns:a16="http://schemas.microsoft.com/office/drawing/2014/main" val="3079859682"/>
                    </a:ext>
                  </a:extLst>
                </a:gridCol>
                <a:gridCol w="464432">
                  <a:extLst>
                    <a:ext uri="{9D8B030D-6E8A-4147-A177-3AD203B41FA5}">
                      <a16:colId xmlns:a16="http://schemas.microsoft.com/office/drawing/2014/main" val="64537451"/>
                    </a:ext>
                  </a:extLst>
                </a:gridCol>
                <a:gridCol w="464432">
                  <a:extLst>
                    <a:ext uri="{9D8B030D-6E8A-4147-A177-3AD203B41FA5}">
                      <a16:colId xmlns:a16="http://schemas.microsoft.com/office/drawing/2014/main" val="650230659"/>
                    </a:ext>
                  </a:extLst>
                </a:gridCol>
                <a:gridCol w="464432">
                  <a:extLst>
                    <a:ext uri="{9D8B030D-6E8A-4147-A177-3AD203B41FA5}">
                      <a16:colId xmlns:a16="http://schemas.microsoft.com/office/drawing/2014/main" val="899097329"/>
                    </a:ext>
                  </a:extLst>
                </a:gridCol>
                <a:gridCol w="464432">
                  <a:extLst>
                    <a:ext uri="{9D8B030D-6E8A-4147-A177-3AD203B41FA5}">
                      <a16:colId xmlns:a16="http://schemas.microsoft.com/office/drawing/2014/main" val="600852965"/>
                    </a:ext>
                  </a:extLst>
                </a:gridCol>
                <a:gridCol w="464432">
                  <a:extLst>
                    <a:ext uri="{9D8B030D-6E8A-4147-A177-3AD203B41FA5}">
                      <a16:colId xmlns:a16="http://schemas.microsoft.com/office/drawing/2014/main" val="724469427"/>
                    </a:ext>
                  </a:extLst>
                </a:gridCol>
                <a:gridCol w="464432">
                  <a:extLst>
                    <a:ext uri="{9D8B030D-6E8A-4147-A177-3AD203B41FA5}">
                      <a16:colId xmlns:a16="http://schemas.microsoft.com/office/drawing/2014/main" val="557617630"/>
                    </a:ext>
                  </a:extLst>
                </a:gridCol>
                <a:gridCol w="464432">
                  <a:extLst>
                    <a:ext uri="{9D8B030D-6E8A-4147-A177-3AD203B41FA5}">
                      <a16:colId xmlns:a16="http://schemas.microsoft.com/office/drawing/2014/main" val="2796354094"/>
                    </a:ext>
                  </a:extLst>
                </a:gridCol>
                <a:gridCol w="464432">
                  <a:extLst>
                    <a:ext uri="{9D8B030D-6E8A-4147-A177-3AD203B41FA5}">
                      <a16:colId xmlns:a16="http://schemas.microsoft.com/office/drawing/2014/main" val="212023692"/>
                    </a:ext>
                  </a:extLst>
                </a:gridCol>
              </a:tblGrid>
              <a:tr h="55399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500" dirty="0">
                          <a:latin typeface="Nunito Sans" panose="020B0604020202020204" charset="0"/>
                        </a:rPr>
                        <a:t>a</a:t>
                      </a:r>
                      <a:endParaRPr lang="en-IN" sz="2500" dirty="0">
                        <a:latin typeface="Nunito Sans" panose="020B060402020202020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500" dirty="0">
                          <a:latin typeface="Nunito Sans" panose="020B0604020202020204" charset="0"/>
                        </a:rPr>
                        <a:t>b</a:t>
                      </a:r>
                      <a:endParaRPr lang="en-IN" sz="2500" dirty="0">
                        <a:latin typeface="Nunito Sans" panose="020B060402020202020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500" dirty="0">
                          <a:latin typeface="Nunito Sans" panose="020B0604020202020204" charset="0"/>
                        </a:rPr>
                        <a:t>c</a:t>
                      </a:r>
                      <a:endParaRPr lang="en-IN" sz="2500" dirty="0">
                        <a:latin typeface="Nunito Sans" panose="020B060402020202020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500" dirty="0">
                          <a:latin typeface="Nunito Sans" panose="020B0604020202020204" charset="0"/>
                        </a:rPr>
                        <a:t>d</a:t>
                      </a:r>
                      <a:endParaRPr lang="en-IN" sz="2500" dirty="0">
                        <a:latin typeface="Nunito Sans" panose="020B060402020202020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500" dirty="0">
                          <a:latin typeface="Nunito Sans" panose="020B0604020202020204" charset="0"/>
                        </a:rPr>
                        <a:t>e</a:t>
                      </a:r>
                      <a:endParaRPr lang="en-IN" sz="2500" dirty="0">
                        <a:latin typeface="Nunito Sans" panose="020B060402020202020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500" dirty="0">
                          <a:latin typeface="Nunito Sans" panose="020B0604020202020204" charset="0"/>
                        </a:rPr>
                        <a:t>f</a:t>
                      </a:r>
                      <a:endParaRPr lang="en-IN" sz="2500" dirty="0">
                        <a:latin typeface="Nunito Sans" panose="020B060402020202020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500" dirty="0">
                          <a:latin typeface="Nunito Sans" panose="020B0604020202020204" charset="0"/>
                        </a:rPr>
                        <a:t>g</a:t>
                      </a:r>
                      <a:endParaRPr lang="en-IN" sz="2500" dirty="0">
                        <a:latin typeface="Nunito Sans" panose="020B060402020202020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500" dirty="0">
                          <a:latin typeface="Nunito Sans" panose="020B0604020202020204" charset="0"/>
                        </a:rPr>
                        <a:t>h</a:t>
                      </a:r>
                      <a:endParaRPr lang="en-IN" sz="2500" dirty="0">
                        <a:latin typeface="Nunito Sans" panose="020B060402020202020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500" dirty="0">
                          <a:latin typeface="Nunito Sans" panose="020B0604020202020204" charset="0"/>
                        </a:rPr>
                        <a:t>c</a:t>
                      </a:r>
                      <a:endParaRPr lang="en-IN" sz="2500" dirty="0">
                        <a:latin typeface="Nunito Sans" panose="020B060402020202020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500" dirty="0">
                          <a:latin typeface="Nunito Sans" panose="020B0604020202020204" charset="0"/>
                        </a:rPr>
                        <a:t>b</a:t>
                      </a:r>
                      <a:endParaRPr lang="en-IN" sz="2500" dirty="0">
                        <a:latin typeface="Nunito Sans" panose="020B060402020202020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500" dirty="0">
                          <a:latin typeface="Nunito Sans" panose="020B0604020202020204" charset="0"/>
                        </a:rPr>
                        <a:t>a</a:t>
                      </a:r>
                      <a:endParaRPr lang="en-IN" sz="2500" dirty="0">
                        <a:latin typeface="Nunito Sans" panose="020B060402020202020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7230891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02C634C-EFAF-4B38-A9FA-B30E1F4051EC}"/>
              </a:ext>
            </a:extLst>
          </p:cNvPr>
          <p:cNvCxnSpPr>
            <a:cxnSpLocks/>
          </p:cNvCxnSpPr>
          <p:nvPr/>
        </p:nvCxnSpPr>
        <p:spPr>
          <a:xfrm flipV="1">
            <a:off x="387154" y="2606493"/>
            <a:ext cx="0" cy="37360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3501043-B45B-4808-AA94-48D5FBF2708D}"/>
              </a:ext>
            </a:extLst>
          </p:cNvPr>
          <p:cNvCxnSpPr>
            <a:cxnSpLocks/>
          </p:cNvCxnSpPr>
          <p:nvPr/>
        </p:nvCxnSpPr>
        <p:spPr>
          <a:xfrm flipV="1">
            <a:off x="801774" y="2606493"/>
            <a:ext cx="0" cy="37360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8039BAB3-2606-4CDC-AAA8-F19230E61812}"/>
              </a:ext>
            </a:extLst>
          </p:cNvPr>
          <p:cNvSpPr/>
          <p:nvPr/>
        </p:nvSpPr>
        <p:spPr>
          <a:xfrm>
            <a:off x="5905304" y="1738252"/>
            <a:ext cx="633589" cy="417176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D089FC7-20D9-4930-9CAE-BE6B041E4456}"/>
              </a:ext>
            </a:extLst>
          </p:cNvPr>
          <p:cNvSpPr/>
          <p:nvPr/>
        </p:nvSpPr>
        <p:spPr>
          <a:xfrm>
            <a:off x="6538893" y="2141736"/>
            <a:ext cx="584177" cy="417176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2AB5D40-21B6-4854-BB74-8D3A38DB14A2}"/>
              </a:ext>
            </a:extLst>
          </p:cNvPr>
          <p:cNvSpPr/>
          <p:nvPr/>
        </p:nvSpPr>
        <p:spPr>
          <a:xfrm>
            <a:off x="7143221" y="2577037"/>
            <a:ext cx="578749" cy="435795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CFCE61E-060B-44BF-AF21-A96D9B74203B}"/>
              </a:ext>
            </a:extLst>
          </p:cNvPr>
          <p:cNvSpPr/>
          <p:nvPr/>
        </p:nvSpPr>
        <p:spPr>
          <a:xfrm>
            <a:off x="7721970" y="2998605"/>
            <a:ext cx="633589" cy="470646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39F3165-EC61-4AEC-8760-CA4E940FA14B}"/>
              </a:ext>
            </a:extLst>
          </p:cNvPr>
          <p:cNvSpPr/>
          <p:nvPr/>
        </p:nvSpPr>
        <p:spPr>
          <a:xfrm>
            <a:off x="8314912" y="3451411"/>
            <a:ext cx="581066" cy="437409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22E07E4-138E-4969-B04B-80DD74E663A4}"/>
              </a:ext>
            </a:extLst>
          </p:cNvPr>
          <p:cNvSpPr/>
          <p:nvPr/>
        </p:nvSpPr>
        <p:spPr>
          <a:xfrm>
            <a:off x="8926140" y="3880236"/>
            <a:ext cx="552816" cy="437409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D1BF184-81FD-402F-B436-DB94A6AFF2EB}"/>
              </a:ext>
            </a:extLst>
          </p:cNvPr>
          <p:cNvSpPr/>
          <p:nvPr/>
        </p:nvSpPr>
        <p:spPr>
          <a:xfrm>
            <a:off x="9509118" y="4300539"/>
            <a:ext cx="583185" cy="482131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F26B5D8-4426-48CE-A602-8DD243D90C43}"/>
              </a:ext>
            </a:extLst>
          </p:cNvPr>
          <p:cNvSpPr/>
          <p:nvPr/>
        </p:nvSpPr>
        <p:spPr>
          <a:xfrm>
            <a:off x="10092303" y="4761236"/>
            <a:ext cx="597313" cy="422088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FDF2A39-11AF-4185-800D-91B113DFF730}"/>
              </a:ext>
            </a:extLst>
          </p:cNvPr>
          <p:cNvSpPr/>
          <p:nvPr/>
        </p:nvSpPr>
        <p:spPr>
          <a:xfrm>
            <a:off x="10690382" y="5173565"/>
            <a:ext cx="582419" cy="468480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D1F523D-25CE-4E6B-87D3-10A6A16E89FF}"/>
              </a:ext>
            </a:extLst>
          </p:cNvPr>
          <p:cNvSpPr/>
          <p:nvPr/>
        </p:nvSpPr>
        <p:spPr>
          <a:xfrm>
            <a:off x="5924775" y="1300413"/>
            <a:ext cx="610379" cy="467718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6CB5F9C-2F57-4479-8E7F-8F81DBF91094}"/>
              </a:ext>
            </a:extLst>
          </p:cNvPr>
          <p:cNvSpPr/>
          <p:nvPr/>
        </p:nvSpPr>
        <p:spPr>
          <a:xfrm>
            <a:off x="6517613" y="1738252"/>
            <a:ext cx="633589" cy="433363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A50EC9D-AA17-40E2-B2F1-3ADE37074D57}"/>
              </a:ext>
            </a:extLst>
          </p:cNvPr>
          <p:cNvSpPr/>
          <p:nvPr/>
        </p:nvSpPr>
        <p:spPr>
          <a:xfrm>
            <a:off x="7138749" y="2140382"/>
            <a:ext cx="604373" cy="466111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48886EA-3204-4BB2-804A-65359796D22A}"/>
              </a:ext>
            </a:extLst>
          </p:cNvPr>
          <p:cNvSpPr/>
          <p:nvPr/>
        </p:nvSpPr>
        <p:spPr>
          <a:xfrm>
            <a:off x="7711388" y="2557972"/>
            <a:ext cx="584177" cy="470646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0BFD4BD-E745-458B-AE7C-938320711AB8}"/>
              </a:ext>
            </a:extLst>
          </p:cNvPr>
          <p:cNvCxnSpPr>
            <a:cxnSpLocks/>
          </p:cNvCxnSpPr>
          <p:nvPr/>
        </p:nvCxnSpPr>
        <p:spPr>
          <a:xfrm flipV="1">
            <a:off x="2726466" y="2598769"/>
            <a:ext cx="0" cy="37360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1190835-6002-4EC0-8637-B9DB690F94BA}"/>
              </a:ext>
            </a:extLst>
          </p:cNvPr>
          <p:cNvCxnSpPr>
            <a:cxnSpLocks/>
          </p:cNvCxnSpPr>
          <p:nvPr/>
        </p:nvCxnSpPr>
        <p:spPr>
          <a:xfrm flipV="1">
            <a:off x="3141086" y="2598769"/>
            <a:ext cx="0" cy="37360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BA441DAB-3945-4336-A3B0-B9E9BFA0FBD6}"/>
              </a:ext>
            </a:extLst>
          </p:cNvPr>
          <p:cNvSpPr/>
          <p:nvPr/>
        </p:nvSpPr>
        <p:spPr>
          <a:xfrm>
            <a:off x="8313498" y="3010246"/>
            <a:ext cx="620810" cy="470645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7415D48-C2B4-47BD-9CC1-4282AF24AE14}"/>
              </a:ext>
            </a:extLst>
          </p:cNvPr>
          <p:cNvSpPr/>
          <p:nvPr/>
        </p:nvSpPr>
        <p:spPr>
          <a:xfrm>
            <a:off x="8911805" y="3429000"/>
            <a:ext cx="597313" cy="460696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D665833-CC89-4052-A06B-C63BBEB5C25F}"/>
              </a:ext>
            </a:extLst>
          </p:cNvPr>
          <p:cNvSpPr/>
          <p:nvPr/>
        </p:nvSpPr>
        <p:spPr>
          <a:xfrm>
            <a:off x="9509118" y="3873275"/>
            <a:ext cx="583185" cy="460697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CF8329B-5045-40BD-9550-CA3B4FF1FD4D}"/>
              </a:ext>
            </a:extLst>
          </p:cNvPr>
          <p:cNvSpPr/>
          <p:nvPr/>
        </p:nvSpPr>
        <p:spPr>
          <a:xfrm>
            <a:off x="10117681" y="4309588"/>
            <a:ext cx="571935" cy="442599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F5E0054-0571-45F1-8ADA-A291A67203FB}"/>
              </a:ext>
            </a:extLst>
          </p:cNvPr>
          <p:cNvCxnSpPr>
            <a:cxnSpLocks/>
          </p:cNvCxnSpPr>
          <p:nvPr/>
        </p:nvCxnSpPr>
        <p:spPr>
          <a:xfrm flipV="1">
            <a:off x="4485725" y="2598769"/>
            <a:ext cx="0" cy="37360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837D382-BAE4-42E0-8820-51AD26E86E0D}"/>
              </a:ext>
            </a:extLst>
          </p:cNvPr>
          <p:cNvCxnSpPr>
            <a:cxnSpLocks/>
          </p:cNvCxnSpPr>
          <p:nvPr/>
        </p:nvCxnSpPr>
        <p:spPr>
          <a:xfrm flipV="1">
            <a:off x="4900345" y="2598769"/>
            <a:ext cx="0" cy="37360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8AEA285B-94DB-4CAF-8E38-4794C4D0BFDC}"/>
              </a:ext>
            </a:extLst>
          </p:cNvPr>
          <p:cNvSpPr/>
          <p:nvPr/>
        </p:nvSpPr>
        <p:spPr>
          <a:xfrm>
            <a:off x="11272801" y="5165718"/>
            <a:ext cx="605562" cy="466989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2DEBFD08-E3CE-4AAF-8CF1-D376637750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8244010" y="-2246024"/>
            <a:ext cx="755970" cy="6570611"/>
          </a:xfrm>
          <a:prstGeom prst="rect">
            <a:avLst/>
          </a:prstGeom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C40044EE-496A-4E8A-BA0C-3945366427AE}"/>
              </a:ext>
            </a:extLst>
          </p:cNvPr>
          <p:cNvSpPr/>
          <p:nvPr/>
        </p:nvSpPr>
        <p:spPr>
          <a:xfrm>
            <a:off x="11272801" y="5641163"/>
            <a:ext cx="609463" cy="431307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763D266-0E47-483F-936D-71D73ED2CB98}"/>
              </a:ext>
            </a:extLst>
          </p:cNvPr>
          <p:cNvSpPr/>
          <p:nvPr/>
        </p:nvSpPr>
        <p:spPr>
          <a:xfrm>
            <a:off x="10667276" y="4752187"/>
            <a:ext cx="629852" cy="442599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2310475-4E5B-4641-80AF-547B05535AE9}"/>
              </a:ext>
            </a:extLst>
          </p:cNvPr>
          <p:cNvSpPr/>
          <p:nvPr/>
        </p:nvSpPr>
        <p:spPr>
          <a:xfrm>
            <a:off x="6528370" y="1300413"/>
            <a:ext cx="610379" cy="467718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74C9CDD6-2600-4688-93CB-6B7380EF74A8}"/>
              </a:ext>
            </a:extLst>
          </p:cNvPr>
          <p:cNvGraphicFramePr>
            <a:graphicFrameLocks noGrp="1"/>
          </p:cNvGraphicFramePr>
          <p:nvPr/>
        </p:nvGraphicFramePr>
        <p:xfrm>
          <a:off x="4548001" y="1320504"/>
          <a:ext cx="667252" cy="474289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7252">
                  <a:extLst>
                    <a:ext uri="{9D8B030D-6E8A-4147-A177-3AD203B41FA5}">
                      <a16:colId xmlns:a16="http://schemas.microsoft.com/office/drawing/2014/main" val="1347254461"/>
                    </a:ext>
                  </a:extLst>
                </a:gridCol>
              </a:tblGrid>
              <a:tr h="42820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b="1" dirty="0">
                          <a:latin typeface="Nunito Sans" panose="020B0604020202020204" charset="0"/>
                        </a:rPr>
                        <a:t>a</a:t>
                      </a:r>
                      <a:endParaRPr lang="en-IN" sz="1600" b="1" dirty="0">
                        <a:latin typeface="Nunito Sans" panose="020B060402020202020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9447981"/>
                  </a:ext>
                </a:extLst>
              </a:tr>
              <a:tr h="43146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b="1" dirty="0">
                          <a:latin typeface="Nunito Sans" panose="020B0604020202020204" charset="0"/>
                        </a:rPr>
                        <a:t>b</a:t>
                      </a:r>
                      <a:endParaRPr lang="en-IN" sz="1600" b="1" dirty="0">
                        <a:latin typeface="Nunito Sans" panose="020B060402020202020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6127402"/>
                  </a:ext>
                </a:extLst>
              </a:tr>
              <a:tr h="43146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b="1" dirty="0">
                          <a:latin typeface="Nunito Sans" panose="020B0604020202020204" charset="0"/>
                        </a:rPr>
                        <a:t>c</a:t>
                      </a:r>
                      <a:endParaRPr lang="en-IN" sz="1600" b="1" dirty="0">
                        <a:latin typeface="Nunito Sans" panose="020B060402020202020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6625611"/>
                  </a:ext>
                </a:extLst>
              </a:tr>
              <a:tr h="43146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b="1" dirty="0">
                          <a:latin typeface="Nunito Sans" panose="020B0604020202020204" charset="0"/>
                        </a:rPr>
                        <a:t>d</a:t>
                      </a:r>
                      <a:endParaRPr lang="en-IN" sz="1600" b="1" dirty="0">
                        <a:latin typeface="Nunito Sans" panose="020B060402020202020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546110"/>
                  </a:ext>
                </a:extLst>
              </a:tr>
              <a:tr h="43146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b="1" dirty="0">
                          <a:latin typeface="Nunito Sans" panose="020B0604020202020204" charset="0"/>
                        </a:rPr>
                        <a:t>e</a:t>
                      </a:r>
                      <a:endParaRPr lang="en-IN" sz="1600" b="1" dirty="0">
                        <a:latin typeface="Nunito Sans" panose="020B060402020202020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8060350"/>
                  </a:ext>
                </a:extLst>
              </a:tr>
              <a:tr h="43146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b="1" dirty="0">
                          <a:latin typeface="Nunito Sans" panose="020B0604020202020204" charset="0"/>
                        </a:rPr>
                        <a:t>f</a:t>
                      </a:r>
                      <a:endParaRPr lang="en-IN" sz="1600" b="1" dirty="0">
                        <a:latin typeface="Nunito Sans" panose="020B060402020202020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333263"/>
                  </a:ext>
                </a:extLst>
              </a:tr>
              <a:tr h="43146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b="1" dirty="0">
                          <a:latin typeface="Nunito Sans" panose="020B0604020202020204" charset="0"/>
                        </a:rPr>
                        <a:t>g</a:t>
                      </a:r>
                      <a:endParaRPr lang="en-IN" sz="1600" b="1" dirty="0">
                        <a:latin typeface="Nunito Sans" panose="020B060402020202020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3344197"/>
                  </a:ext>
                </a:extLst>
              </a:tr>
              <a:tr h="43146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b="1" dirty="0">
                          <a:latin typeface="Nunito Sans" panose="020B0604020202020204" charset="0"/>
                        </a:rPr>
                        <a:t>h</a:t>
                      </a:r>
                      <a:endParaRPr lang="en-IN" sz="1600" b="1" dirty="0">
                        <a:latin typeface="Nunito Sans" panose="020B060402020202020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6900955"/>
                  </a:ext>
                </a:extLst>
              </a:tr>
              <a:tr h="43146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b="1" dirty="0">
                          <a:latin typeface="Nunito Sans" panose="020B0604020202020204" charset="0"/>
                        </a:rPr>
                        <a:t>c</a:t>
                      </a:r>
                      <a:endParaRPr lang="en-IN" sz="1600" b="1" dirty="0">
                        <a:latin typeface="Nunito Sans" panose="020B060402020202020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933185"/>
                  </a:ext>
                </a:extLst>
              </a:tr>
              <a:tr h="43146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b="1" dirty="0">
                          <a:latin typeface="Nunito Sans" panose="020B0604020202020204" charset="0"/>
                        </a:rPr>
                        <a:t>b</a:t>
                      </a:r>
                      <a:endParaRPr lang="en-IN" sz="1600" b="1" dirty="0">
                        <a:latin typeface="Nunito Sans" panose="020B060402020202020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1792050"/>
                  </a:ext>
                </a:extLst>
              </a:tr>
              <a:tr h="43146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b="1" dirty="0">
                          <a:latin typeface="Nunito Sans" panose="020B0604020202020204" charset="0"/>
                        </a:rPr>
                        <a:t>a</a:t>
                      </a:r>
                      <a:endParaRPr lang="en-IN" sz="1600" b="1" dirty="0">
                        <a:latin typeface="Nunito Sans" panose="020B0604020202020204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410522"/>
                  </a:ext>
                </a:extLst>
              </a:tr>
            </a:tbl>
          </a:graphicData>
        </a:graphic>
      </p:graphicFrame>
      <p:sp>
        <p:nvSpPr>
          <p:cNvPr id="51" name="Rectangle 50">
            <a:extLst>
              <a:ext uri="{FF2B5EF4-FFF2-40B4-BE49-F238E27FC236}">
                <a16:creationId xmlns:a16="http://schemas.microsoft.com/office/drawing/2014/main" id="{2ECBDFA6-55AF-4149-8A80-C5A5652EF2A9}"/>
              </a:ext>
            </a:extLst>
          </p:cNvPr>
          <p:cNvSpPr/>
          <p:nvPr/>
        </p:nvSpPr>
        <p:spPr>
          <a:xfrm>
            <a:off x="7103661" y="1722065"/>
            <a:ext cx="633589" cy="433363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5ED3C88-EC26-4B6B-85F3-22B6537D25D3}"/>
              </a:ext>
            </a:extLst>
          </p:cNvPr>
          <p:cNvSpPr/>
          <p:nvPr/>
        </p:nvSpPr>
        <p:spPr>
          <a:xfrm>
            <a:off x="7724797" y="2124195"/>
            <a:ext cx="604373" cy="466111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4D5B4FD-F673-4C0C-A721-38182C681BA8}"/>
              </a:ext>
            </a:extLst>
          </p:cNvPr>
          <p:cNvSpPr/>
          <p:nvPr/>
        </p:nvSpPr>
        <p:spPr>
          <a:xfrm>
            <a:off x="8318699" y="2549386"/>
            <a:ext cx="584177" cy="470646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48AFAA2-738F-4505-AD61-78C03E1A9977}"/>
              </a:ext>
            </a:extLst>
          </p:cNvPr>
          <p:cNvSpPr/>
          <p:nvPr/>
        </p:nvSpPr>
        <p:spPr>
          <a:xfrm>
            <a:off x="8899546" y="2994059"/>
            <a:ext cx="620810" cy="470645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F212EEA-DD57-4C2F-9F74-89662AF82AE8}"/>
              </a:ext>
            </a:extLst>
          </p:cNvPr>
          <p:cNvSpPr/>
          <p:nvPr/>
        </p:nvSpPr>
        <p:spPr>
          <a:xfrm>
            <a:off x="9497853" y="3412813"/>
            <a:ext cx="597313" cy="460696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2B8C4DF-B45F-4E71-AFD6-3568661C8E9E}"/>
              </a:ext>
            </a:extLst>
          </p:cNvPr>
          <p:cNvSpPr/>
          <p:nvPr/>
        </p:nvSpPr>
        <p:spPr>
          <a:xfrm>
            <a:off x="10095166" y="3857088"/>
            <a:ext cx="583185" cy="460697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0E250CE-E4F3-440C-9DE5-CBAA1E923C19}"/>
              </a:ext>
            </a:extLst>
          </p:cNvPr>
          <p:cNvSpPr/>
          <p:nvPr/>
        </p:nvSpPr>
        <p:spPr>
          <a:xfrm>
            <a:off x="10703729" y="4293401"/>
            <a:ext cx="571935" cy="442599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B32E654-B9D3-404E-A88D-7F77CDC3E152}"/>
              </a:ext>
            </a:extLst>
          </p:cNvPr>
          <p:cNvSpPr/>
          <p:nvPr/>
        </p:nvSpPr>
        <p:spPr>
          <a:xfrm>
            <a:off x="11253324" y="4736000"/>
            <a:ext cx="629852" cy="442599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4AB86A6-243A-4DC4-899B-E3FA34252148}"/>
              </a:ext>
            </a:extLst>
          </p:cNvPr>
          <p:cNvSpPr/>
          <p:nvPr/>
        </p:nvSpPr>
        <p:spPr>
          <a:xfrm>
            <a:off x="7101961" y="1308890"/>
            <a:ext cx="633589" cy="433363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6491001-7539-4ADB-B2BA-4CDBB8E81E0E}"/>
              </a:ext>
            </a:extLst>
          </p:cNvPr>
          <p:cNvSpPr/>
          <p:nvPr/>
        </p:nvSpPr>
        <p:spPr>
          <a:xfrm>
            <a:off x="7723097" y="1711020"/>
            <a:ext cx="604373" cy="466111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D34B953-9027-4FCB-9AC3-D507A9787998}"/>
              </a:ext>
            </a:extLst>
          </p:cNvPr>
          <p:cNvSpPr/>
          <p:nvPr/>
        </p:nvSpPr>
        <p:spPr>
          <a:xfrm>
            <a:off x="8341600" y="2128611"/>
            <a:ext cx="584177" cy="470646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670C77A-C12E-4B3E-A40E-52F838AD8D83}"/>
              </a:ext>
            </a:extLst>
          </p:cNvPr>
          <p:cNvSpPr/>
          <p:nvPr/>
        </p:nvSpPr>
        <p:spPr>
          <a:xfrm>
            <a:off x="8897846" y="2580884"/>
            <a:ext cx="620810" cy="470645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D96199ED-B143-436A-910E-29D6E7132AD8}"/>
              </a:ext>
            </a:extLst>
          </p:cNvPr>
          <p:cNvSpPr/>
          <p:nvPr/>
        </p:nvSpPr>
        <p:spPr>
          <a:xfrm>
            <a:off x="9496153" y="2999638"/>
            <a:ext cx="597313" cy="460696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490C8BB-BF05-4232-8D03-57AE0DF6E5D4}"/>
              </a:ext>
            </a:extLst>
          </p:cNvPr>
          <p:cNvSpPr/>
          <p:nvPr/>
        </p:nvSpPr>
        <p:spPr>
          <a:xfrm>
            <a:off x="10093466" y="3443913"/>
            <a:ext cx="583185" cy="460697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BC2A51D-4BD9-40EE-A0CE-51B6C15B825C}"/>
              </a:ext>
            </a:extLst>
          </p:cNvPr>
          <p:cNvSpPr/>
          <p:nvPr/>
        </p:nvSpPr>
        <p:spPr>
          <a:xfrm>
            <a:off x="10702029" y="3880226"/>
            <a:ext cx="571935" cy="442599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30C91D5-E91A-40CD-AF30-81103D70D4A7}"/>
              </a:ext>
            </a:extLst>
          </p:cNvPr>
          <p:cNvSpPr/>
          <p:nvPr/>
        </p:nvSpPr>
        <p:spPr>
          <a:xfrm>
            <a:off x="11251624" y="4322825"/>
            <a:ext cx="629852" cy="442599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C12F07C8-67E7-4229-87CC-0C56C5506EE2}"/>
              </a:ext>
            </a:extLst>
          </p:cNvPr>
          <p:cNvSpPr/>
          <p:nvPr/>
        </p:nvSpPr>
        <p:spPr>
          <a:xfrm>
            <a:off x="7701817" y="1325077"/>
            <a:ext cx="633589" cy="433363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95AA5B8B-2A19-42D3-8F0B-700EF973F10A}"/>
              </a:ext>
            </a:extLst>
          </p:cNvPr>
          <p:cNvSpPr/>
          <p:nvPr/>
        </p:nvSpPr>
        <p:spPr>
          <a:xfrm>
            <a:off x="8322953" y="1727207"/>
            <a:ext cx="604373" cy="466111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B0A9AF8F-1514-4982-923A-D7F4F894C430}"/>
              </a:ext>
            </a:extLst>
          </p:cNvPr>
          <p:cNvSpPr/>
          <p:nvPr/>
        </p:nvSpPr>
        <p:spPr>
          <a:xfrm>
            <a:off x="8941456" y="2144798"/>
            <a:ext cx="584177" cy="470646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2CFD4749-500B-40E3-8796-BB307427EAFC}"/>
              </a:ext>
            </a:extLst>
          </p:cNvPr>
          <p:cNvSpPr/>
          <p:nvPr/>
        </p:nvSpPr>
        <p:spPr>
          <a:xfrm>
            <a:off x="9497702" y="2597071"/>
            <a:ext cx="620810" cy="470645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29CD2994-DA54-459D-90FE-D8BA2670D409}"/>
              </a:ext>
            </a:extLst>
          </p:cNvPr>
          <p:cNvSpPr/>
          <p:nvPr/>
        </p:nvSpPr>
        <p:spPr>
          <a:xfrm>
            <a:off x="10096009" y="3015825"/>
            <a:ext cx="597313" cy="460696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EE7A4CDD-079D-4E03-AABF-33DAF5FF3454}"/>
              </a:ext>
            </a:extLst>
          </p:cNvPr>
          <p:cNvSpPr/>
          <p:nvPr/>
        </p:nvSpPr>
        <p:spPr>
          <a:xfrm>
            <a:off x="10693322" y="3460100"/>
            <a:ext cx="583185" cy="460697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985DE0B-6549-4986-B597-232EA72664A4}"/>
              </a:ext>
            </a:extLst>
          </p:cNvPr>
          <p:cNvSpPr/>
          <p:nvPr/>
        </p:nvSpPr>
        <p:spPr>
          <a:xfrm>
            <a:off x="11301885" y="3896413"/>
            <a:ext cx="571935" cy="442599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0BB9B59E-8E76-4CC8-ADD3-9CD0160196DF}"/>
              </a:ext>
            </a:extLst>
          </p:cNvPr>
          <p:cNvSpPr/>
          <p:nvPr/>
        </p:nvSpPr>
        <p:spPr>
          <a:xfrm>
            <a:off x="8289717" y="1319236"/>
            <a:ext cx="633589" cy="433363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094A2284-6CAE-49B9-AE13-9F193DF7C7C2}"/>
              </a:ext>
            </a:extLst>
          </p:cNvPr>
          <p:cNvSpPr/>
          <p:nvPr/>
        </p:nvSpPr>
        <p:spPr>
          <a:xfrm>
            <a:off x="8910853" y="1721366"/>
            <a:ext cx="604373" cy="466111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ACC99D63-F55D-4920-BCAF-95C6E475DDA6}"/>
              </a:ext>
            </a:extLst>
          </p:cNvPr>
          <p:cNvSpPr/>
          <p:nvPr/>
        </p:nvSpPr>
        <p:spPr>
          <a:xfrm>
            <a:off x="9529356" y="2138957"/>
            <a:ext cx="584177" cy="470646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5BFC453C-AABD-4E60-A2C9-D0686D6B87F0}"/>
              </a:ext>
            </a:extLst>
          </p:cNvPr>
          <p:cNvSpPr/>
          <p:nvPr/>
        </p:nvSpPr>
        <p:spPr>
          <a:xfrm>
            <a:off x="10085602" y="2591230"/>
            <a:ext cx="620810" cy="470645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5B51FDFA-3259-4AE3-880E-255467CDB17F}"/>
              </a:ext>
            </a:extLst>
          </p:cNvPr>
          <p:cNvSpPr/>
          <p:nvPr/>
        </p:nvSpPr>
        <p:spPr>
          <a:xfrm>
            <a:off x="10683909" y="3009984"/>
            <a:ext cx="597313" cy="460696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D4F48383-AEBD-4D7F-A72E-EE9140DFE278}"/>
              </a:ext>
            </a:extLst>
          </p:cNvPr>
          <p:cNvSpPr/>
          <p:nvPr/>
        </p:nvSpPr>
        <p:spPr>
          <a:xfrm>
            <a:off x="11281222" y="3454259"/>
            <a:ext cx="583185" cy="460697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BD53F1C7-E4DF-4771-8887-DB5274872AC7}"/>
              </a:ext>
            </a:extLst>
          </p:cNvPr>
          <p:cNvSpPr/>
          <p:nvPr/>
        </p:nvSpPr>
        <p:spPr>
          <a:xfrm>
            <a:off x="8939907" y="1325014"/>
            <a:ext cx="571935" cy="442599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7FFC6BD8-62A3-4A5A-88D4-88D883E44154}"/>
              </a:ext>
            </a:extLst>
          </p:cNvPr>
          <p:cNvSpPr/>
          <p:nvPr/>
        </p:nvSpPr>
        <p:spPr>
          <a:xfrm>
            <a:off x="9487745" y="1767613"/>
            <a:ext cx="629852" cy="442599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30ACE667-2F46-4B18-8B4B-1AF456CA6842}"/>
              </a:ext>
            </a:extLst>
          </p:cNvPr>
          <p:cNvSpPr/>
          <p:nvPr/>
        </p:nvSpPr>
        <p:spPr>
          <a:xfrm>
            <a:off x="1317556" y="1954421"/>
            <a:ext cx="2057773" cy="685800"/>
          </a:xfrm>
          <a:prstGeom prst="round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500" kern="0" noProof="0" dirty="0">
                <a:solidFill>
                  <a:prstClr val="white"/>
                </a:solidFill>
                <a:latin typeface="Nunito Sans" panose="020B0604020202020204" charset="0"/>
              </a:rPr>
              <a:t>L[i+1][j-1] + 2</a:t>
            </a:r>
            <a:endParaRPr kumimoji="0" lang="en-IN" sz="25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unito Sans" panose="020B0604020202020204" charset="0"/>
              <a:ea typeface="+mn-ea"/>
              <a:cs typeface="+mn-cs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E5530F44-4942-4E0E-9896-C8B72D070727}"/>
              </a:ext>
            </a:extLst>
          </p:cNvPr>
          <p:cNvSpPr/>
          <p:nvPr/>
        </p:nvSpPr>
        <p:spPr>
          <a:xfrm>
            <a:off x="10082210" y="2144073"/>
            <a:ext cx="629852" cy="442599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>
                <a:latin typeface="Nunito Sans" panose="020B0604020202020204" charset="0"/>
              </a:rPr>
              <a:t>3</a:t>
            </a:r>
            <a:endParaRPr lang="en-IN" sz="2500" dirty="0">
              <a:latin typeface="Nunito Sans" panose="020B0604020202020204" charset="0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2C536109-3D9F-45D7-92BF-3043ABA34DBC}"/>
              </a:ext>
            </a:extLst>
          </p:cNvPr>
          <p:cNvSpPr/>
          <p:nvPr/>
        </p:nvSpPr>
        <p:spPr>
          <a:xfrm>
            <a:off x="10703745" y="2577433"/>
            <a:ext cx="571935" cy="442599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0534D9C7-2FCA-42B8-93C6-C99F593340F8}"/>
              </a:ext>
            </a:extLst>
          </p:cNvPr>
          <p:cNvSpPr/>
          <p:nvPr/>
        </p:nvSpPr>
        <p:spPr>
          <a:xfrm>
            <a:off x="11251583" y="3020032"/>
            <a:ext cx="629852" cy="442599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22A5577A-0F98-41AA-BE60-047BD2A45812}"/>
              </a:ext>
            </a:extLst>
          </p:cNvPr>
          <p:cNvSpPr/>
          <p:nvPr/>
        </p:nvSpPr>
        <p:spPr>
          <a:xfrm>
            <a:off x="9518256" y="1325014"/>
            <a:ext cx="571935" cy="442599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234F927F-7A5D-457A-BD82-345DC165AE09}"/>
              </a:ext>
            </a:extLst>
          </p:cNvPr>
          <p:cNvSpPr/>
          <p:nvPr/>
        </p:nvSpPr>
        <p:spPr>
          <a:xfrm>
            <a:off x="10066094" y="1767613"/>
            <a:ext cx="629852" cy="442599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D95F84A4-F35A-4CB8-A62D-26DD379DAB14}"/>
              </a:ext>
            </a:extLst>
          </p:cNvPr>
          <p:cNvSpPr/>
          <p:nvPr/>
        </p:nvSpPr>
        <p:spPr>
          <a:xfrm>
            <a:off x="10700866" y="2157640"/>
            <a:ext cx="571935" cy="442599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87EEF872-BAA6-49AC-9DEC-0A240A1D1E5E}"/>
              </a:ext>
            </a:extLst>
          </p:cNvPr>
          <p:cNvSpPr/>
          <p:nvPr/>
        </p:nvSpPr>
        <p:spPr>
          <a:xfrm>
            <a:off x="11270323" y="2586250"/>
            <a:ext cx="629852" cy="442599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E2E8BB71-FDAA-445A-8E4C-76D9F460CD1C}"/>
              </a:ext>
            </a:extLst>
          </p:cNvPr>
          <p:cNvSpPr/>
          <p:nvPr/>
        </p:nvSpPr>
        <p:spPr>
          <a:xfrm>
            <a:off x="10104716" y="1322209"/>
            <a:ext cx="571935" cy="442599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7465375A-869D-43A7-9D12-77CE84CD8E64}"/>
              </a:ext>
            </a:extLst>
          </p:cNvPr>
          <p:cNvSpPr/>
          <p:nvPr/>
        </p:nvSpPr>
        <p:spPr>
          <a:xfrm>
            <a:off x="10683065" y="1752958"/>
            <a:ext cx="629852" cy="442599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>
                <a:latin typeface="Nunito Sans" panose="020B0604020202020204" charset="0"/>
              </a:rPr>
              <a:t>5</a:t>
            </a:r>
            <a:endParaRPr lang="en-IN" sz="2500" dirty="0">
              <a:latin typeface="Nunito Sans" panose="020B0604020202020204" charset="0"/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C5EFFF09-4068-4CB4-8482-4365BE459002}"/>
              </a:ext>
            </a:extLst>
          </p:cNvPr>
          <p:cNvSpPr/>
          <p:nvPr/>
        </p:nvSpPr>
        <p:spPr>
          <a:xfrm>
            <a:off x="11306080" y="2165167"/>
            <a:ext cx="571935" cy="442599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130A1306-1041-4EA6-9D39-D82034714E6C}"/>
              </a:ext>
            </a:extLst>
          </p:cNvPr>
          <p:cNvSpPr/>
          <p:nvPr/>
        </p:nvSpPr>
        <p:spPr>
          <a:xfrm>
            <a:off x="10698732" y="1327548"/>
            <a:ext cx="571935" cy="442599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AEA2A99E-227B-4D9E-9EC7-52B77901F80A}"/>
              </a:ext>
            </a:extLst>
          </p:cNvPr>
          <p:cNvSpPr/>
          <p:nvPr/>
        </p:nvSpPr>
        <p:spPr>
          <a:xfrm>
            <a:off x="11304034" y="1746955"/>
            <a:ext cx="571935" cy="442599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02006C07-902D-458F-9EAE-F2BD813E80A1}"/>
              </a:ext>
            </a:extLst>
          </p:cNvPr>
          <p:cNvSpPr/>
          <p:nvPr/>
        </p:nvSpPr>
        <p:spPr>
          <a:xfrm>
            <a:off x="11253940" y="1308699"/>
            <a:ext cx="629852" cy="442599"/>
          </a:xfrm>
          <a:prstGeom prst="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>
                <a:latin typeface="Nunito Sans" panose="020B0604020202020204" charset="0"/>
              </a:rPr>
              <a:t>7</a:t>
            </a:r>
            <a:endParaRPr lang="en-IN" sz="2500" dirty="0">
              <a:latin typeface="Nunito Sa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6429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4.07407E-6 L 0.0371 4.07407E-6 " pathEditMode="relative" rAng="0" ptsTypes="AA">
                                      <p:cBhvr>
                                        <p:cTn id="78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49" y="0"/>
                                    </p:animMotion>
                                  </p:childTnLst>
                                </p:cTn>
                              </p:par>
                              <p:par>
                                <p:cTn id="7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4.07407E-6 L 0.03711 4.07407E-6 " pathEditMode="relative" rAng="0" ptsTypes="AA">
                                      <p:cBhvr>
                                        <p:cTn id="8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4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71 4.07407E-6 L 0.07565 -0.00116 " pathEditMode="relative" rAng="0" ptsTypes="AA">
                                      <p:cBhvr>
                                        <p:cTn id="88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27" y="-69"/>
                                    </p:animMotion>
                                  </p:childTnLst>
                                </p:cTn>
                              </p:par>
                              <p:par>
                                <p:cTn id="8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711 4.07407E-6 L 0.07565 -0.00116 " pathEditMode="relative" rAng="0" ptsTypes="AA">
                                      <p:cBhvr>
                                        <p:cTn id="9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27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565 -0.00116 L 0.10989 -0.00116 " pathEditMode="relative" rAng="0" ptsTypes="AA">
                                      <p:cBhvr>
                                        <p:cTn id="98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06" y="0"/>
                                    </p:animMotion>
                                  </p:childTnLst>
                                </p:cTn>
                              </p:par>
                              <p:par>
                                <p:cTn id="9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109 4.07407E-6 L 0.10534 4.07407E-6 " pathEditMode="relative" rAng="0" ptsTypes="AA">
                                      <p:cBhvr>
                                        <p:cTn id="10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0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1.48148E-6 L 0.03711 1.48148E-6 " pathEditMode="relative" rAng="0" ptsTypes="AA">
                                      <p:cBhvr>
                                        <p:cTn id="128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49" y="0"/>
                                    </p:animMotion>
                                  </p:childTnLst>
                                </p:cTn>
                              </p:par>
                              <p:par>
                                <p:cTn id="12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1.48148E-6 L 0.03711 1.48148E-6 " pathEditMode="relative" rAng="0" ptsTypes="AA">
                                      <p:cBhvr>
                                        <p:cTn id="130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4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711 1.48148E-6 L 0.07565 -0.00116 " pathEditMode="relative" rAng="0" ptsTypes="AA">
                                      <p:cBhvr>
                                        <p:cTn id="138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27" y="-69"/>
                                    </p:animMotion>
                                  </p:childTnLst>
                                </p:cTn>
                              </p:par>
                              <p:par>
                                <p:cTn id="13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711 1.48148E-6 L 0.07565 -0.00116 " pathEditMode="relative" rAng="0" ptsTypes="AA">
                                      <p:cBhvr>
                                        <p:cTn id="140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27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565 -0.00116 L 0.1099 -0.00116 " pathEditMode="relative" rAng="0" ptsTypes="AA">
                                      <p:cBhvr>
                                        <p:cTn id="148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06" y="0"/>
                                    </p:animMotion>
                                  </p:childTnLst>
                                </p:cTn>
                              </p:par>
                              <p:par>
                                <p:cTn id="14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109 1.48148E-6 L 0.10534 1.48148E-6 " pathEditMode="relative" rAng="0" ptsTypes="AA">
                                      <p:cBhvr>
                                        <p:cTn id="150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0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500"/>
                            </p:stCondLst>
                            <p:childTnLst>
                              <p:par>
                                <p:cTn id="20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indefinite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>
                      <p:stCondLst>
                        <p:cond delay="indefinite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>
                      <p:stCondLst>
                        <p:cond delay="indefinite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>
                      <p:stCondLst>
                        <p:cond delay="indefinite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>
                      <p:stCondLst>
                        <p:cond delay="indefinite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" fill="hold">
                      <p:stCondLst>
                        <p:cond delay="indefinite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7" fill="hold">
                      <p:stCondLst>
                        <p:cond delay="indefinite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" fill="hold">
                      <p:stCondLst>
                        <p:cond delay="indefinite"/>
                      </p:stCondLst>
                      <p:childTnLst>
                        <p:par>
                          <p:cTn id="332" fill="hold">
                            <p:stCondLst>
                              <p:cond delay="0"/>
                            </p:stCondLst>
                            <p:childTnLst>
                              <p:par>
                                <p:cTn id="3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5" fill="hold">
                      <p:stCondLst>
                        <p:cond delay="indefinite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>
                      <p:stCondLst>
                        <p:cond delay="indefinite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3" fill="hold">
                      <p:stCondLst>
                        <p:cond delay="indefinite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8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0" fill="hold">
                      <p:stCondLst>
                        <p:cond delay="indefinite"/>
                      </p:stCondLst>
                      <p:childTnLst>
                        <p:par>
                          <p:cTn id="351" fill="hold">
                            <p:stCondLst>
                              <p:cond delay="0"/>
                            </p:stCondLst>
                            <p:childTnLst>
                              <p:par>
                                <p:cTn id="3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4" fill="hold">
                      <p:stCondLst>
                        <p:cond delay="indefinite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8" fill="hold">
                      <p:stCondLst>
                        <p:cond delay="indefinite"/>
                      </p:stCondLst>
                      <p:childTnLst>
                        <p:par>
                          <p:cTn id="359" fill="hold">
                            <p:stCondLst>
                              <p:cond delay="0"/>
                            </p:stCondLst>
                            <p:childTnLst>
                              <p:par>
                                <p:cTn id="3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2" fill="hold">
                      <p:stCondLst>
                        <p:cond delay="indefinite"/>
                      </p:stCondLst>
                      <p:childTnLst>
                        <p:par>
                          <p:cTn id="363" fill="hold">
                            <p:stCondLst>
                              <p:cond delay="0"/>
                            </p:stCondLst>
                            <p:childTnLst>
                              <p:par>
                                <p:cTn id="3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6" fill="hold">
                      <p:stCondLst>
                        <p:cond delay="indefinite"/>
                      </p:stCondLst>
                      <p:childTnLst>
                        <p:par>
                          <p:cTn id="367" fill="hold">
                            <p:stCondLst>
                              <p:cond delay="0"/>
                            </p:stCondLst>
                            <p:childTnLst>
                              <p:par>
                                <p:cTn id="3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0" fill="hold">
                      <p:stCondLst>
                        <p:cond delay="indefinite"/>
                      </p:stCondLst>
                      <p:childTnLst>
                        <p:par>
                          <p:cTn id="371" fill="hold">
                            <p:stCondLst>
                              <p:cond delay="0"/>
                            </p:stCondLst>
                            <p:childTnLst>
                              <p:par>
                                <p:cTn id="3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4" fill="hold">
                      <p:stCondLst>
                        <p:cond delay="indefinite"/>
                      </p:stCondLst>
                      <p:childTnLst>
                        <p:par>
                          <p:cTn id="375" fill="hold">
                            <p:stCondLst>
                              <p:cond delay="0"/>
                            </p:stCondLst>
                            <p:childTnLst>
                              <p:par>
                                <p:cTn id="3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8" fill="hold">
                      <p:stCondLst>
                        <p:cond delay="indefinite"/>
                      </p:stCondLst>
                      <p:childTnLst>
                        <p:par>
                          <p:cTn id="379" fill="hold">
                            <p:stCondLst>
                              <p:cond delay="0"/>
                            </p:stCondLst>
                            <p:childTnLst>
                              <p:par>
                                <p:cTn id="380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3" fill="hold">
                      <p:stCondLst>
                        <p:cond delay="indefinite"/>
                      </p:stCondLst>
                      <p:childTnLst>
                        <p:par>
                          <p:cTn id="384" fill="hold">
                            <p:stCondLst>
                              <p:cond delay="0"/>
                            </p:stCondLst>
                            <p:childTnLst>
                              <p:par>
                                <p:cTn id="3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7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8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0" fill="hold">
                      <p:stCondLst>
                        <p:cond delay="indefinite"/>
                      </p:stCondLst>
                      <p:childTnLst>
                        <p:par>
                          <p:cTn id="391" fill="hold">
                            <p:stCondLst>
                              <p:cond delay="0"/>
                            </p:stCondLst>
                            <p:childTnLst>
                              <p:par>
                                <p:cTn id="3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4" fill="hold">
                      <p:stCondLst>
                        <p:cond delay="indefinite"/>
                      </p:stCondLst>
                      <p:childTnLst>
                        <p:par>
                          <p:cTn id="395" fill="hold">
                            <p:stCondLst>
                              <p:cond delay="0"/>
                            </p:stCondLst>
                            <p:childTnLst>
                              <p:par>
                                <p:cTn id="3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8" fill="hold">
                      <p:stCondLst>
                        <p:cond delay="indefinite"/>
                      </p:stCondLst>
                      <p:childTnLst>
                        <p:par>
                          <p:cTn id="399" fill="hold">
                            <p:stCondLst>
                              <p:cond delay="0"/>
                            </p:stCondLst>
                            <p:childTnLst>
                              <p:par>
                                <p:cTn id="4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2" fill="hold">
                      <p:stCondLst>
                        <p:cond delay="indefinite"/>
                      </p:stCondLst>
                      <p:childTnLst>
                        <p:par>
                          <p:cTn id="403" fill="hold">
                            <p:stCondLst>
                              <p:cond delay="0"/>
                            </p:stCondLst>
                            <p:childTnLst>
                              <p:par>
                                <p:cTn id="404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7" fill="hold">
                      <p:stCondLst>
                        <p:cond delay="indefinite"/>
                      </p:stCondLst>
                      <p:childTnLst>
                        <p:par>
                          <p:cTn id="408" fill="hold">
                            <p:stCondLst>
                              <p:cond delay="0"/>
                            </p:stCondLst>
                            <p:childTnLst>
                              <p:par>
                                <p:cTn id="4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1" fill="hold">
                      <p:stCondLst>
                        <p:cond delay="indefinite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presetID="10" presetClass="exit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4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7" grpId="0" animBg="1"/>
      <p:bldP spid="17" grpId="1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3" grpId="0" animBg="1"/>
      <p:bldP spid="34" grpId="0" animBg="1"/>
      <p:bldP spid="35" grpId="0" animBg="1"/>
      <p:bldP spid="36" grpId="0" animBg="1"/>
      <p:bldP spid="41" grpId="0" animBg="1"/>
      <p:bldP spid="42" grpId="0" animBg="1"/>
      <p:bldP spid="43" grpId="0" animBg="1"/>
      <p:bldP spid="44" grpId="0" animBg="1"/>
      <p:bldP spid="47" grpId="0" animBg="1"/>
      <p:bldP spid="53" grpId="0" animBg="1"/>
      <p:bldP spid="54" grpId="0" animBg="1"/>
      <p:bldP spid="37" grpId="0" animBg="1"/>
      <p:bldP spid="51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4" grpId="1" animBg="1"/>
      <p:bldP spid="94" grpId="2" animBg="1"/>
      <p:bldP spid="94" grpId="3" animBg="1"/>
      <p:bldP spid="94" grpId="4" animBg="1"/>
      <p:bldP spid="94" grpId="5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java.util.Scanner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Main 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public static void main(String args[]) 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Scanner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new Scanner(System.in);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String s =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sc.next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Integer[][]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new Integer[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s.length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()][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s.length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()];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(helper(0,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s.length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- 1, s,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public static int helper(int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start,int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end,String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s,Integer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[][]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if (start&gt;end)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return 0;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if (start==end)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return 1;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if 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[start][end]!=null)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return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[start][end];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if 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s.charAt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(start)==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s.charAt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(end))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return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[start][end]=2+helper(start+1,end-1,s,dp);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return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[start][end]=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Math.max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(helper(start+1,end,s,dp),helper(start,end-1,s,dp));</a:t>
            </a:r>
          </a:p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53928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22</a:t>
            </a:r>
          </a:p>
          <a:p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072FF7-A32F-42B8-A01D-0FB57E23C6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108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D71EE1CC-5860-4236-A6FD-5629645019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0" b="849"/>
          <a:stretch>
            <a:fillRect/>
          </a:stretch>
        </p:blipFill>
        <p:spPr>
          <a:xfrm rot="355158">
            <a:off x="-214550" y="3101269"/>
            <a:ext cx="4219796" cy="3942674"/>
          </a:xfrm>
          <a:custGeom>
            <a:avLst/>
            <a:gdLst>
              <a:gd name="connsiteX0" fmla="*/ 0 w 4219796"/>
              <a:gd name="connsiteY0" fmla="*/ 0 h 3942674"/>
              <a:gd name="connsiteX1" fmla="*/ 4219796 w 4219796"/>
              <a:gd name="connsiteY1" fmla="*/ 0 h 3942674"/>
              <a:gd name="connsiteX2" fmla="*/ 4219796 w 4219796"/>
              <a:gd name="connsiteY2" fmla="*/ 3547546 h 3942674"/>
              <a:gd name="connsiteX3" fmla="*/ 408778 w 4219796"/>
              <a:gd name="connsiteY3" fmla="*/ 3942674 h 3942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9796" h="3942674">
                <a:moveTo>
                  <a:pt x="0" y="0"/>
                </a:moveTo>
                <a:lnTo>
                  <a:pt x="4219796" y="0"/>
                </a:lnTo>
                <a:lnTo>
                  <a:pt x="4219796" y="3547546"/>
                </a:lnTo>
                <a:lnTo>
                  <a:pt x="408778" y="3942674"/>
                </a:lnTo>
                <a:close/>
              </a:path>
            </a:pathLst>
          </a:cu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A29A662-E105-4DCD-B841-5AE7DE607E52}"/>
              </a:ext>
            </a:extLst>
          </p:cNvPr>
          <p:cNvSpPr/>
          <p:nvPr/>
        </p:nvSpPr>
        <p:spPr>
          <a:xfrm>
            <a:off x="0" y="2438400"/>
            <a:ext cx="12192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0" b="1" dirty="0">
                <a:solidFill>
                  <a:srgbClr val="F05136"/>
                </a:solidFill>
                <a:latin typeface="Nunito Sans" panose="00000500000000000000" pitchFamily="2" charset="0"/>
              </a:rPr>
              <a:t>THANK YOU</a:t>
            </a:r>
            <a:endParaRPr lang="en-US" sz="8000" b="1" dirty="0">
              <a:solidFill>
                <a:srgbClr val="F05136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812E3F-71B2-4B8A-003E-4FB1F1097AF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136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550</Words>
  <Application>Microsoft Office PowerPoint</Application>
  <PresentationFormat>Widescreen</PresentationFormat>
  <Paragraphs>166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Courier New</vt:lpstr>
      <vt:lpstr>Nunito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UMAIYALAKSHMI UMAKANTH</dc:creator>
  <cp:lastModifiedBy>UMAIYALAKSHMI UMAKANTH</cp:lastModifiedBy>
  <cp:revision>1</cp:revision>
  <dcterms:created xsi:type="dcterms:W3CDTF">2024-01-12T06:46:39Z</dcterms:created>
  <dcterms:modified xsi:type="dcterms:W3CDTF">2024-01-12T06:56:28Z</dcterms:modified>
</cp:coreProperties>
</file>