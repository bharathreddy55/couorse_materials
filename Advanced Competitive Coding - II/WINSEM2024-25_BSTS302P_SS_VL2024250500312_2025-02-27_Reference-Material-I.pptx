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744" r:id="rId2"/>
    <p:sldId id="260" r:id="rId3"/>
    <p:sldId id="788" r:id="rId4"/>
    <p:sldId id="789" r:id="rId5"/>
    <p:sldId id="368" r:id="rId6"/>
    <p:sldId id="369" r:id="rId7"/>
    <p:sldId id="358" r:id="rId8"/>
    <p:sldId id="745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0DDE7-822C-4270-8864-1C274D9915A4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AE50F-1B49-47F2-B972-49A9B051D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930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0262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0801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19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26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13F18-CEA8-E01D-AFB3-853F6CAC2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65E75-A341-F296-2D7E-3D48EFC37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64226-C526-8828-6C1C-FF65C4C28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FCBF-4169-41F8-A4C5-FF82A077479B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BDA34-7EA5-4897-3408-2B5841527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C61D1-5D93-362A-1ED2-EB7EF56A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45F9-3829-4353-AB38-B92164E67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083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F4E3-0FBB-4944-6EED-BA7F569E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A513B-82B8-1ED0-12EC-E9D464EA9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EEE71-E0AB-87D8-0808-047A9782C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FCBF-4169-41F8-A4C5-FF82A077479B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D1AC5-EF32-9F5F-A023-642DE4CF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41C84-6ED0-8AB0-77CE-340667FBD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45F9-3829-4353-AB38-B92164E67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95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25106-9CFB-D84C-2451-0A6D200B8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65C94-7E1A-4A26-15C0-EA54CE551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84D77-F17B-7245-65A3-0A7F6781D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FCBF-4169-41F8-A4C5-FF82A077479B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4113E-DF8B-70EB-7475-3B99EDC9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00738-6B92-F508-EDB1-66024685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45F9-3829-4353-AB38-B92164E67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37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40F7-5637-6BA2-65F1-76F27A5F4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490BB-07AA-0F46-6362-1800C7CF4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7F2AF-1ADE-9B7D-A815-F31243C42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A3712-425D-F4B9-57B7-616D62B0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FCBF-4169-41F8-A4C5-FF82A077479B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B565A-8FFA-D9E8-4C32-CA2B7981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376BE-083C-C9FC-6FC6-C0799692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45F9-3829-4353-AB38-B92164E67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126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4CADA-38F7-5E3F-5A51-0F762543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4EE34-F82D-AF8A-643E-BB2678647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C4B16-B3BC-0E34-AE50-6DFBF889B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3E347-7171-4665-D675-55BBBDE36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BF0AD-5C32-F045-EF70-EE8BA27D76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DF3B11-D236-5803-E8C3-F7D979DC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FCBF-4169-41F8-A4C5-FF82A077479B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9E21A-E1B4-0BA3-D263-BF59F58E9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4BDE53-9461-4D9B-6BCE-60E21CAD8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45F9-3829-4353-AB38-B92164E67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19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81EC2-174C-7B1D-2750-97ADDDF6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E6452A-05A9-583E-1C4A-463BC807E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FCBF-4169-41F8-A4C5-FF82A077479B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CB723A-F9F0-A397-EAF8-6A5B31B25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FE191-DF82-E506-366D-E2364324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45F9-3829-4353-AB38-B92164E67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048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8AA6F8-6E9A-DC80-5FF6-65C3B36F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FCBF-4169-41F8-A4C5-FF82A077479B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BCFCF-B9AC-DBB1-ADE8-0A587ED5E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6B0EE-A91C-04A8-A328-C8EBB3725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45F9-3829-4353-AB38-B92164E67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14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F6F6-5894-D871-47E0-3C940A1A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9C323-289A-55C7-B6AA-50D81163F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B2BD8-EB6D-B335-1CE1-687D2636B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DF0E3-3F7D-1E50-26C8-BA5EB6471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FCBF-4169-41F8-A4C5-FF82A077479B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6D5FC-1650-310F-EA48-943E61D4F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307D3-97B2-4BC2-4EA6-694A20116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45F9-3829-4353-AB38-B92164E67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13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D6428-9010-1B12-D6CB-69EFE0AC5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A37E3C-F561-E655-FD46-5615A3035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292EE-B13C-13E5-0336-8FFE2A38B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D728C-B7AC-50FE-DA1D-B1FEDD7CC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FCBF-4169-41F8-A4C5-FF82A077479B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1A59-B4CA-D4FE-A560-74A1B1AF2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9E349-6287-5EB7-1A18-ECF811B1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45F9-3829-4353-AB38-B92164E67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88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EA07-2F8F-82B8-DC66-7F1B7D9E7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9A2BF-EFF5-8D59-2C81-08CAE1249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E0754-C108-CD65-9977-75691E48B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FCBF-4169-41F8-A4C5-FF82A077479B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BC110-934E-BDB1-8255-B22945B23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AC2D3-E02A-36BE-0746-5D742F8F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45F9-3829-4353-AB38-B92164E67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76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20E783-44B7-3189-84F0-3D7E4725F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3EC83-E4FD-5D93-0C40-F23E3DF25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EF9E4-F717-6116-B1CD-EE1E0A7B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EFCBF-4169-41F8-A4C5-FF82A077479B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73F6A-4454-030F-36BD-B93CB7CC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C9EA7-D1D7-8F32-0346-E375ABD72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345F9-3829-4353-AB38-B92164E67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15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BBC903-CD93-E2F0-8BD4-6CD4B2660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238BE-5744-B887-26EF-38AE05A3F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01C70-04C2-2335-C28A-153ECBF90B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EFCBF-4169-41F8-A4C5-FF82A077479B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D1D8A-B5FB-F71D-A684-581D87887A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F2E79-7AF3-5CC5-844E-F108A4F34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345F9-3829-4353-AB38-B92164E67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384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Longest </a:t>
            </a:r>
            <a:r>
              <a:rPr lang="en-US" sz="5400" b="1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Increasing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Subsequence</a:t>
            </a: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7F68C4-5FDD-4C5B-B60C-E1BF3B5AB820}"/>
              </a:ext>
            </a:extLst>
          </p:cNvPr>
          <p:cNvSpPr txBox="1"/>
          <p:nvPr/>
        </p:nvSpPr>
        <p:spPr>
          <a:xfrm>
            <a:off x="456960" y="1745405"/>
            <a:ext cx="1110448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  Initialize the </a:t>
            </a:r>
            <a:r>
              <a:rPr lang="en-US" sz="2000" noProof="0" dirty="0">
                <a:solidFill>
                  <a:prstClr val="black"/>
                </a:solidFill>
                <a:latin typeface="Nunito Sans" panose="00000500000000000000" pitchFamily="2" charset="0"/>
              </a:rPr>
              <a:t>elements in </a:t>
            </a:r>
            <a:r>
              <a:rPr lang="en-US" sz="2000" noProof="0" dirty="0" err="1">
                <a:solidFill>
                  <a:prstClr val="black"/>
                </a:solidFill>
                <a:latin typeface="Nunito Sans" panose="00000500000000000000" pitchFamily="2" charset="0"/>
              </a:rPr>
              <a:t>arr</a:t>
            </a:r>
            <a:r>
              <a:rPr lang="en-US" sz="2000" dirty="0">
                <a:solidFill>
                  <a:prstClr val="black"/>
                </a:solidFill>
                <a:latin typeface="Nunito Sans" panose="00000500000000000000" pitchFamily="2" charset="0"/>
              </a:rPr>
              <a:t>[ ] of size ‘n’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Create </a:t>
            </a:r>
            <a:r>
              <a:rPr lang="en-US" sz="2000" dirty="0">
                <a:solidFill>
                  <a:prstClr val="black"/>
                </a:solidFill>
                <a:latin typeface="Nunito Sans" panose="00000500000000000000" pitchFamily="2" charset="0"/>
              </a:rPr>
              <a:t>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 array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 “</a:t>
            </a:r>
            <a:r>
              <a:rPr kumimoji="0" lang="en-US" sz="2000" b="0" i="0" u="none" strike="noStrike" kern="1200" cap="none" spc="0" normalizeH="0" noProof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lis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[ ]”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to store the maximum number of sequence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FFC000"/>
                </a:solidFill>
                <a:latin typeface="Nunito Sans" panose="00000500000000000000" pitchFamily="2" charset="0"/>
              </a:rPr>
              <a:t>Traverse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Nunito Sans" panose="00000500000000000000" pitchFamily="2" charset="0"/>
              </a:rPr>
              <a:t>First for i elements in the </a:t>
            </a:r>
            <a:r>
              <a:rPr lang="en-US" sz="2000" dirty="0" err="1">
                <a:solidFill>
                  <a:prstClr val="black"/>
                </a:solidFill>
                <a:latin typeface="Nunito Sans" panose="00000500000000000000" pitchFamily="2" charset="0"/>
              </a:rPr>
              <a:t>arr</a:t>
            </a:r>
            <a:r>
              <a:rPr lang="en-US" sz="2000" dirty="0">
                <a:solidFill>
                  <a:prstClr val="black"/>
                </a:solidFill>
                <a:latin typeface="Nunito Sans" panose="00000500000000000000" pitchFamily="2" charset="0"/>
              </a:rPr>
              <a:t>[n]</a:t>
            </a:r>
            <a:endParaRPr lang="en-US" sz="2000" dirty="0">
              <a:solidFill>
                <a:srgbClr val="00B050"/>
              </a:solidFill>
              <a:latin typeface="Nunito Sans" panose="00000500000000000000" pitchFamily="2" charset="0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2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</a:rPr>
              <a:t>Second sub-traversal from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</a:rPr>
              <a:t>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unito Sans" panose="00000500000000000000" pitchFamily="2" charset="0"/>
              </a:rPr>
              <a:t>1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unito Sans" panose="00000500000000000000" pitchFamily="2" charset="0"/>
              </a:rPr>
              <a:t>st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unito Sans" panose="00000500000000000000" pitchFamily="2" charset="0"/>
              </a:rPr>
              <a:t> to i - 1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</a:rPr>
              <a:t>element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baseline="0" dirty="0">
              <a:solidFill>
                <a:srgbClr val="00B050"/>
              </a:solidFill>
              <a:latin typeface="Nunito Sans" panose="00000500000000000000" pitchFamily="2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Condition: </a:t>
            </a:r>
            <a:r>
              <a:rPr lang="en-US" sz="2000" dirty="0" err="1">
                <a:solidFill>
                  <a:srgbClr val="FFC000"/>
                </a:solidFill>
                <a:latin typeface="Nunito Sans" panose="00000500000000000000" pitchFamily="2" charset="0"/>
              </a:rPr>
              <a:t>arr</a:t>
            </a:r>
            <a:r>
              <a:rPr lang="en-US" sz="2000" dirty="0">
                <a:solidFill>
                  <a:srgbClr val="FFC000"/>
                </a:solidFill>
                <a:latin typeface="Nunito Sans" panose="00000500000000000000" pitchFamily="2" charset="0"/>
              </a:rPr>
              <a:t>[i] &gt; </a:t>
            </a:r>
            <a:r>
              <a:rPr lang="en-US" sz="2000" dirty="0" err="1">
                <a:solidFill>
                  <a:srgbClr val="FFC000"/>
                </a:solidFill>
                <a:latin typeface="Nunito Sans" panose="00000500000000000000" pitchFamily="2" charset="0"/>
              </a:rPr>
              <a:t>arr</a:t>
            </a:r>
            <a:r>
              <a:rPr lang="en-US" sz="2000" dirty="0">
                <a:solidFill>
                  <a:srgbClr val="FFC000"/>
                </a:solidFill>
                <a:latin typeface="Nunito Sans" panose="00000500000000000000" pitchFamily="2" charset="0"/>
              </a:rPr>
              <a:t>[j] </a:t>
            </a:r>
            <a:r>
              <a:rPr lang="en-US" sz="2000" dirty="0">
                <a:latin typeface="Nunito Sans" panose="00000500000000000000" pitchFamily="2" charset="0"/>
              </a:rPr>
              <a:t>&amp;&amp;</a:t>
            </a:r>
            <a:r>
              <a:rPr lang="en-US" sz="2000" dirty="0">
                <a:solidFill>
                  <a:srgbClr val="00B050"/>
                </a:solidFill>
                <a:latin typeface="Nunito Sans" panose="00000500000000000000" pitchFamily="2" charset="0"/>
              </a:rPr>
              <a:t> </a:t>
            </a:r>
            <a:r>
              <a:rPr lang="en-US" sz="2000" dirty="0" err="1">
                <a:solidFill>
                  <a:srgbClr val="00B050"/>
                </a:solidFill>
                <a:latin typeface="Nunito Sans" panose="00000500000000000000" pitchFamily="2" charset="0"/>
              </a:rPr>
              <a:t>lis</a:t>
            </a:r>
            <a:r>
              <a:rPr lang="en-US" sz="2000" dirty="0">
                <a:solidFill>
                  <a:srgbClr val="00B050"/>
                </a:solidFill>
                <a:latin typeface="Nunito Sans" panose="00000500000000000000" pitchFamily="2" charset="0"/>
              </a:rPr>
              <a:t>[i] &lt; </a:t>
            </a:r>
            <a:r>
              <a:rPr lang="en-US" sz="2000" dirty="0" err="1">
                <a:solidFill>
                  <a:srgbClr val="00B050"/>
                </a:solidFill>
                <a:latin typeface="Nunito Sans" panose="00000500000000000000" pitchFamily="2" charset="0"/>
              </a:rPr>
              <a:t>lis</a:t>
            </a:r>
            <a:r>
              <a:rPr lang="en-US" sz="2000" dirty="0">
                <a:solidFill>
                  <a:srgbClr val="00B050"/>
                </a:solidFill>
                <a:latin typeface="Nunito Sans" panose="00000500000000000000" pitchFamily="2" charset="0"/>
              </a:rPr>
              <a:t>[j]+1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sz="2000" baseline="0" dirty="0">
                <a:latin typeface="Nunito Sans" panose="00000500000000000000" pitchFamily="2" charset="0"/>
              </a:rPr>
              <a:t>Store</a:t>
            </a:r>
            <a:r>
              <a:rPr lang="en-US" sz="2000" baseline="0" dirty="0">
                <a:solidFill>
                  <a:srgbClr val="00B050"/>
                </a:solidFill>
                <a:latin typeface="Nunito Sans" panose="00000500000000000000" pitchFamily="2" charset="0"/>
              </a:rPr>
              <a:t> </a:t>
            </a:r>
            <a:r>
              <a:rPr lang="en-US" sz="2000" baseline="0" dirty="0" err="1">
                <a:solidFill>
                  <a:srgbClr val="0070C0"/>
                </a:solidFill>
                <a:latin typeface="Nunito Sans" panose="00000500000000000000" pitchFamily="2" charset="0"/>
              </a:rPr>
              <a:t>lis</a:t>
            </a:r>
            <a:r>
              <a:rPr lang="en-US" sz="2000" baseline="0" dirty="0">
                <a:solidFill>
                  <a:srgbClr val="0070C0"/>
                </a:solidFill>
                <a:latin typeface="Nunito Sans" panose="00000500000000000000" pitchFamily="2" charset="0"/>
              </a:rPr>
              <a:t>[i] = </a:t>
            </a:r>
            <a:r>
              <a:rPr lang="en-US" sz="2000" baseline="0" dirty="0" err="1">
                <a:solidFill>
                  <a:srgbClr val="0070C0"/>
                </a:solidFill>
                <a:latin typeface="Nunito Sans" panose="00000500000000000000" pitchFamily="2" charset="0"/>
              </a:rPr>
              <a:t>lis</a:t>
            </a:r>
            <a:r>
              <a:rPr lang="en-US" sz="2000" baseline="0" dirty="0">
                <a:solidFill>
                  <a:srgbClr val="0070C0"/>
                </a:solidFill>
                <a:latin typeface="Nunito Sans" panose="00000500000000000000" pitchFamily="2" charset="0"/>
              </a:rPr>
              <a:t>[j]+1</a:t>
            </a:r>
            <a:endParaRPr lang="en-US" sz="2000" dirty="0">
              <a:solidFill>
                <a:srgbClr val="0070C0"/>
              </a:solidFill>
              <a:latin typeface="Nunito Sans" panose="00000500000000000000" pitchFamily="2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Print the </a:t>
            </a:r>
            <a:r>
              <a:rPr lang="en-US" sz="2000" dirty="0">
                <a:solidFill>
                  <a:srgbClr val="00B050"/>
                </a:solidFill>
                <a:latin typeface="Nunito Sans" panose="00000500000000000000" pitchFamily="2" charset="0"/>
              </a:rPr>
              <a:t>Max</a:t>
            </a:r>
            <a:r>
              <a:rPr lang="en-US" sz="2000" dirty="0">
                <a:solidFill>
                  <a:srgbClr val="70AD47">
                    <a:lumMod val="75000"/>
                  </a:srgbClr>
                </a:solidFill>
                <a:latin typeface="Nunito Sans" panose="00000500000000000000" pitchFamily="2" charset="0"/>
              </a:rPr>
              <a:t> </a:t>
            </a: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element </a:t>
            </a:r>
            <a:r>
              <a:rPr lang="en-US" sz="2000" dirty="0">
                <a:latin typeface="Nunito Sans" panose="00000500000000000000" pitchFamily="2" charset="0"/>
              </a:rPr>
              <a:t>from </a:t>
            </a:r>
            <a:r>
              <a:rPr lang="en-US" sz="2000" dirty="0" err="1">
                <a:latin typeface="Nunito Sans" panose="00000500000000000000" pitchFamily="2" charset="0"/>
              </a:rPr>
              <a:t>lis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unito Sans" panose="00000500000000000000" pitchFamily="2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849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C55289B-0067-484C-9F86-EEA2D777D2A9}"/>
              </a:ext>
            </a:extLst>
          </p:cNvPr>
          <p:cNvSpPr/>
          <p:nvPr/>
        </p:nvSpPr>
        <p:spPr>
          <a:xfrm>
            <a:off x="5105030" y="1942200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1EEFBC-A628-4882-B588-2F0CA2352FED}"/>
              </a:ext>
            </a:extLst>
          </p:cNvPr>
          <p:cNvSpPr/>
          <p:nvPr/>
        </p:nvSpPr>
        <p:spPr>
          <a:xfrm>
            <a:off x="5943230" y="1942200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3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BD0706-2F2D-4AD2-BDA2-FF8571E8803F}"/>
              </a:ext>
            </a:extLst>
          </p:cNvPr>
          <p:cNvSpPr/>
          <p:nvPr/>
        </p:nvSpPr>
        <p:spPr>
          <a:xfrm>
            <a:off x="6781430" y="1942200"/>
            <a:ext cx="828261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2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7B4CDD-DBF3-4467-953B-A858F359CB65}"/>
              </a:ext>
            </a:extLst>
          </p:cNvPr>
          <p:cNvSpPr/>
          <p:nvPr/>
        </p:nvSpPr>
        <p:spPr>
          <a:xfrm>
            <a:off x="5105030" y="3888002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579322-D949-4249-B965-606FF4C97B9A}"/>
              </a:ext>
            </a:extLst>
          </p:cNvPr>
          <p:cNvSpPr/>
          <p:nvPr/>
        </p:nvSpPr>
        <p:spPr>
          <a:xfrm>
            <a:off x="5943230" y="3888002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ECC3523-3DA2-4209-B797-9FE669E2D69C}"/>
              </a:ext>
            </a:extLst>
          </p:cNvPr>
          <p:cNvSpPr/>
          <p:nvPr/>
        </p:nvSpPr>
        <p:spPr>
          <a:xfrm>
            <a:off x="6781430" y="3888002"/>
            <a:ext cx="828261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9208E6B-F059-434D-BAEF-7A39EF39F185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5524130" y="2628000"/>
            <a:ext cx="0" cy="5146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3919EE5-511C-4FEE-9A3B-16CB10216CE2}"/>
              </a:ext>
            </a:extLst>
          </p:cNvPr>
          <p:cNvSpPr/>
          <p:nvPr/>
        </p:nvSpPr>
        <p:spPr>
          <a:xfrm>
            <a:off x="5953169" y="3888002"/>
            <a:ext cx="828261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2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B5BE0EA-75FF-42FB-9BF4-04688C6A9D49}"/>
              </a:ext>
            </a:extLst>
          </p:cNvPr>
          <p:cNvSpPr/>
          <p:nvPr/>
        </p:nvSpPr>
        <p:spPr>
          <a:xfrm>
            <a:off x="6791369" y="3887101"/>
            <a:ext cx="828261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2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ADD1036-868F-401F-BAFF-4682A6CD67C2}"/>
              </a:ext>
            </a:extLst>
          </p:cNvPr>
          <p:cNvCxnSpPr>
            <a:cxnSpLocks/>
          </p:cNvCxnSpPr>
          <p:nvPr/>
        </p:nvCxnSpPr>
        <p:spPr>
          <a:xfrm flipV="1">
            <a:off x="5524130" y="2628000"/>
            <a:ext cx="0" cy="51469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34C4CE7-E71D-4C60-ACED-D32E48F1994C}"/>
              </a:ext>
            </a:extLst>
          </p:cNvPr>
          <p:cNvSpPr/>
          <p:nvPr/>
        </p:nvSpPr>
        <p:spPr>
          <a:xfrm>
            <a:off x="8955347" y="1424928"/>
            <a:ext cx="766623" cy="68580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 Sans" panose="020B0604020202020204" charset="0"/>
                <a:ea typeface="+mn-ea"/>
                <a:cs typeface="+mn-cs"/>
              </a:rPr>
              <a:t>i</a:t>
            </a:r>
            <a:endParaRPr kumimoji="0" lang="en-IN" sz="25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ans" panose="020B0604020202020204" charset="0"/>
              <a:ea typeface="+mn-ea"/>
              <a:cs typeface="+mn-cs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F67FBEB-D5BD-4207-87E2-30EFF0BAFB87}"/>
              </a:ext>
            </a:extLst>
          </p:cNvPr>
          <p:cNvSpPr/>
          <p:nvPr/>
        </p:nvSpPr>
        <p:spPr>
          <a:xfrm>
            <a:off x="8955347" y="2453628"/>
            <a:ext cx="766623" cy="685800"/>
          </a:xfrm>
          <a:prstGeom prst="roundRect">
            <a:avLst/>
          </a:prstGeom>
          <a:solidFill>
            <a:srgbClr val="FF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kern="0" dirty="0">
                <a:solidFill>
                  <a:prstClr val="white"/>
                </a:solidFill>
                <a:latin typeface="Nunito Sans" panose="020B0604020202020204" charset="0"/>
              </a:rPr>
              <a:t>j</a:t>
            </a:r>
            <a:endParaRPr kumimoji="0" lang="en-IN" sz="25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ans" panose="020B0604020202020204" charset="0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5720BFD-5799-48B0-A02F-A0CCD0C71D2F}"/>
              </a:ext>
            </a:extLst>
          </p:cNvPr>
          <p:cNvSpPr/>
          <p:nvPr/>
        </p:nvSpPr>
        <p:spPr>
          <a:xfrm>
            <a:off x="8103370" y="3887101"/>
            <a:ext cx="1618600" cy="685800"/>
          </a:xfrm>
          <a:prstGeom prst="roundRect">
            <a:avLst/>
          </a:prstGeom>
          <a:solidFill>
            <a:srgbClr val="7030A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kern="0" dirty="0">
                <a:solidFill>
                  <a:prstClr val="white"/>
                </a:solidFill>
                <a:latin typeface="Nunito Sans" panose="020B0604020202020204" charset="0"/>
              </a:rPr>
              <a:t>LIC 2</a:t>
            </a:r>
            <a:endParaRPr kumimoji="0" lang="en-IN" sz="25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ans" panose="020B0604020202020204" charset="0"/>
              <a:ea typeface="+mn-ea"/>
              <a:cs typeface="+mn-cs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C821278-CFBF-4308-AC94-247D3185CFE6}"/>
              </a:ext>
            </a:extLst>
          </p:cNvPr>
          <p:cNvSpPr/>
          <p:nvPr/>
        </p:nvSpPr>
        <p:spPr>
          <a:xfrm>
            <a:off x="3246921" y="3887101"/>
            <a:ext cx="1618600" cy="685800"/>
          </a:xfrm>
          <a:prstGeom prst="roundRect">
            <a:avLst/>
          </a:prstGeom>
          <a:solidFill>
            <a:schemeClr val="bg2">
              <a:lumMod val="10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kern="0" dirty="0">
                <a:solidFill>
                  <a:prstClr val="white"/>
                </a:solidFill>
                <a:latin typeface="Nunito Sans" panose="020B0604020202020204" charset="0"/>
              </a:rPr>
              <a:t>LIC </a:t>
            </a:r>
            <a:endParaRPr kumimoji="0" lang="en-IN" sz="25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ans" panose="020B0604020202020204" charset="0"/>
              <a:ea typeface="+mn-ea"/>
              <a:cs typeface="+mn-cs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15636C7-6067-4D62-AC1E-7AC8FD9D0092}"/>
              </a:ext>
            </a:extLst>
          </p:cNvPr>
          <p:cNvSpPr/>
          <p:nvPr/>
        </p:nvSpPr>
        <p:spPr>
          <a:xfrm>
            <a:off x="3246921" y="1942200"/>
            <a:ext cx="1618600" cy="685800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kern="0" dirty="0">
                <a:solidFill>
                  <a:prstClr val="white"/>
                </a:solidFill>
                <a:latin typeface="Nunito Sans" panose="020B0604020202020204" charset="0"/>
              </a:rPr>
              <a:t>Arr</a:t>
            </a:r>
            <a:endParaRPr kumimoji="0" lang="en-IN" sz="25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ans" panose="020B060402020202020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764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85185E-6 L 0.06876 0.00139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38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902 0.00139 L 0.13816 -1.85185E-6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-69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85185E-6 L 0.06876 0.00139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38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44" grpId="0" animBg="1"/>
      <p:bldP spid="45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609600" y="782055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Longest Increasing Subsequence (LIS)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762000" y="685802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C088-43F9-4039-891A-2FC9B551E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b="1" dirty="0">
                <a:latin typeface="Nunito Sans" panose="020B0604020202020204" charset="0"/>
              </a:rPr>
              <a:t>Sample Input:</a:t>
            </a:r>
          </a:p>
          <a:p>
            <a:pPr marL="0" indent="0">
              <a:buNone/>
            </a:pPr>
            <a:endParaRPr lang="en-IN" sz="2500" dirty="0">
              <a:latin typeface="Nunito Sans" panose="020B0604020202020204" charset="0"/>
            </a:endParaRPr>
          </a:p>
          <a:p>
            <a:pPr marL="0" indent="0">
              <a:buNone/>
            </a:pPr>
            <a:endParaRPr lang="en-IN" sz="2500" dirty="0">
              <a:latin typeface="Nunito Sans" panose="020B0604020202020204" charset="0"/>
            </a:endParaRPr>
          </a:p>
          <a:p>
            <a:pPr marL="0" indent="0">
              <a:buNone/>
            </a:pPr>
            <a:endParaRPr lang="en-IN" sz="2500" dirty="0">
              <a:latin typeface="Nunito Sans" panose="020B0604020202020204" charset="0"/>
            </a:endParaRPr>
          </a:p>
          <a:p>
            <a:pPr marL="0" indent="0">
              <a:buNone/>
            </a:pPr>
            <a:r>
              <a:rPr lang="en-IN" sz="2500" b="1" dirty="0">
                <a:latin typeface="Nunito Sans" panose="020B0604020202020204" charset="0"/>
              </a:rPr>
              <a:t>Sample Output:</a:t>
            </a:r>
          </a:p>
          <a:p>
            <a:pPr marL="0" indent="0">
              <a:buNone/>
            </a:pPr>
            <a:r>
              <a:rPr lang="en-IN" sz="2500" dirty="0">
                <a:latin typeface="Nunito Sans" panose="020B0604020202020204" charset="0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45A2D9-8CFB-4917-A14F-6762DC60F91F}"/>
              </a:ext>
            </a:extLst>
          </p:cNvPr>
          <p:cNvSpPr/>
          <p:nvPr/>
        </p:nvSpPr>
        <p:spPr>
          <a:xfrm>
            <a:off x="762000" y="2362200"/>
            <a:ext cx="685800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DC4C45-7C8F-4E2A-A078-B8918DF61323}"/>
              </a:ext>
            </a:extLst>
          </p:cNvPr>
          <p:cNvSpPr/>
          <p:nvPr/>
        </p:nvSpPr>
        <p:spPr>
          <a:xfrm>
            <a:off x="1447800" y="2362200"/>
            <a:ext cx="685800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AE0C58-C39A-4E00-9F72-9167CCB155B6}"/>
              </a:ext>
            </a:extLst>
          </p:cNvPr>
          <p:cNvSpPr/>
          <p:nvPr/>
        </p:nvSpPr>
        <p:spPr>
          <a:xfrm>
            <a:off x="2133600" y="2362200"/>
            <a:ext cx="685800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7EFDBB-F856-41D2-82D0-E6F5489712F7}"/>
              </a:ext>
            </a:extLst>
          </p:cNvPr>
          <p:cNvSpPr/>
          <p:nvPr/>
        </p:nvSpPr>
        <p:spPr>
          <a:xfrm>
            <a:off x="2819400" y="2362200"/>
            <a:ext cx="685800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DC9059-6351-4315-A3F4-1889CD02CC88}"/>
              </a:ext>
            </a:extLst>
          </p:cNvPr>
          <p:cNvSpPr/>
          <p:nvPr/>
        </p:nvSpPr>
        <p:spPr>
          <a:xfrm>
            <a:off x="3505200" y="2362200"/>
            <a:ext cx="685800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CDB278-994B-42D9-B749-BBE66B05E201}"/>
              </a:ext>
            </a:extLst>
          </p:cNvPr>
          <p:cNvSpPr/>
          <p:nvPr/>
        </p:nvSpPr>
        <p:spPr>
          <a:xfrm>
            <a:off x="4191000" y="2362200"/>
            <a:ext cx="685800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45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13BA66-E061-4B93-95D0-A72FBDC26288}"/>
              </a:ext>
            </a:extLst>
          </p:cNvPr>
          <p:cNvSpPr/>
          <p:nvPr/>
        </p:nvSpPr>
        <p:spPr>
          <a:xfrm>
            <a:off x="4876800" y="2362200"/>
            <a:ext cx="685800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41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9C93F9-44AB-47B7-88EE-5501EA99EB94}"/>
              </a:ext>
            </a:extLst>
          </p:cNvPr>
          <p:cNvSpPr/>
          <p:nvPr/>
        </p:nvSpPr>
        <p:spPr>
          <a:xfrm>
            <a:off x="5562600" y="2362200"/>
            <a:ext cx="685800" cy="60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54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DD2368-2024-EA7F-E8F4-596AB7CA7F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64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6EA9C75-A79E-4399-A341-E030915EB535}"/>
              </a:ext>
            </a:extLst>
          </p:cNvPr>
          <p:cNvGrpSpPr/>
          <p:nvPr/>
        </p:nvGrpSpPr>
        <p:grpSpPr>
          <a:xfrm>
            <a:off x="1752600" y="1524000"/>
            <a:ext cx="8686800" cy="914400"/>
            <a:chOff x="762000" y="2362200"/>
            <a:chExt cx="5486400" cy="6096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4AEFB83-B570-42C7-A59F-56A5EDFF0696}"/>
                </a:ext>
              </a:extLst>
            </p:cNvPr>
            <p:cNvSpPr/>
            <p:nvPr/>
          </p:nvSpPr>
          <p:spPr>
            <a:xfrm>
              <a:off x="7620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8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36C698-84CC-4860-9B81-9C7E1463614C}"/>
                </a:ext>
              </a:extLst>
            </p:cNvPr>
            <p:cNvSpPr/>
            <p:nvPr/>
          </p:nvSpPr>
          <p:spPr>
            <a:xfrm>
              <a:off x="14478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17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694018-E59A-4917-9F47-02EF536368DA}"/>
                </a:ext>
              </a:extLst>
            </p:cNvPr>
            <p:cNvSpPr/>
            <p:nvPr/>
          </p:nvSpPr>
          <p:spPr>
            <a:xfrm>
              <a:off x="21336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6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B38FE78-2BAB-420B-9651-A80C8F1D931F}"/>
                </a:ext>
              </a:extLst>
            </p:cNvPr>
            <p:cNvSpPr/>
            <p:nvPr/>
          </p:nvSpPr>
          <p:spPr>
            <a:xfrm>
              <a:off x="28194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25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127B7C-07C3-4E57-B7CB-49A9555D5660}"/>
                </a:ext>
              </a:extLst>
            </p:cNvPr>
            <p:cNvSpPr/>
            <p:nvPr/>
          </p:nvSpPr>
          <p:spPr>
            <a:xfrm>
              <a:off x="35052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15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A6B337-C313-4436-82E5-1EAF4ADC4CA0}"/>
                </a:ext>
              </a:extLst>
            </p:cNvPr>
            <p:cNvSpPr/>
            <p:nvPr/>
          </p:nvSpPr>
          <p:spPr>
            <a:xfrm>
              <a:off x="41910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45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47B92F-08BC-41D9-8C32-B586AA36B8D9}"/>
                </a:ext>
              </a:extLst>
            </p:cNvPr>
            <p:cNvSpPr/>
            <p:nvPr/>
          </p:nvSpPr>
          <p:spPr>
            <a:xfrm>
              <a:off x="48768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41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7E01056-7C24-4F3F-B3F4-08218ADEDDBD}"/>
                </a:ext>
              </a:extLst>
            </p:cNvPr>
            <p:cNvSpPr/>
            <p:nvPr/>
          </p:nvSpPr>
          <p:spPr>
            <a:xfrm>
              <a:off x="55626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54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1781CE-FC7B-4E4C-A562-2F5BEF386CFF}"/>
              </a:ext>
            </a:extLst>
          </p:cNvPr>
          <p:cNvCxnSpPr>
            <a:cxnSpLocks/>
          </p:cNvCxnSpPr>
          <p:nvPr/>
        </p:nvCxnSpPr>
        <p:spPr>
          <a:xfrm flipV="1">
            <a:off x="2270470" y="2514600"/>
            <a:ext cx="0" cy="969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6B580C5-AF8F-4161-BA0D-92520CCDAAA8}"/>
              </a:ext>
            </a:extLst>
          </p:cNvPr>
          <p:cNvGrpSpPr/>
          <p:nvPr/>
        </p:nvGrpSpPr>
        <p:grpSpPr>
          <a:xfrm>
            <a:off x="1752600" y="4191000"/>
            <a:ext cx="8686800" cy="685800"/>
            <a:chOff x="762000" y="2362200"/>
            <a:chExt cx="5486400" cy="6096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9D375FC-0877-45DF-9262-135A977EF8E8}"/>
                </a:ext>
              </a:extLst>
            </p:cNvPr>
            <p:cNvSpPr/>
            <p:nvPr/>
          </p:nvSpPr>
          <p:spPr>
            <a:xfrm>
              <a:off x="7620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6259866-DA08-488A-93B4-3822F830FC64}"/>
                </a:ext>
              </a:extLst>
            </p:cNvPr>
            <p:cNvSpPr/>
            <p:nvPr/>
          </p:nvSpPr>
          <p:spPr>
            <a:xfrm>
              <a:off x="14478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2B7A5A3-A336-468A-8C5A-BA310C83D96D}"/>
                </a:ext>
              </a:extLst>
            </p:cNvPr>
            <p:cNvSpPr/>
            <p:nvPr/>
          </p:nvSpPr>
          <p:spPr>
            <a:xfrm>
              <a:off x="21336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DFA1564-8766-49C0-B9BA-87AB2EDE1139}"/>
                </a:ext>
              </a:extLst>
            </p:cNvPr>
            <p:cNvSpPr/>
            <p:nvPr/>
          </p:nvSpPr>
          <p:spPr>
            <a:xfrm>
              <a:off x="28194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7A0207F-20C9-4B44-806A-54E84C520357}"/>
                </a:ext>
              </a:extLst>
            </p:cNvPr>
            <p:cNvSpPr/>
            <p:nvPr/>
          </p:nvSpPr>
          <p:spPr>
            <a:xfrm>
              <a:off x="35052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A4F16A-C753-47BF-99E7-49ACC0817B82}"/>
                </a:ext>
              </a:extLst>
            </p:cNvPr>
            <p:cNvSpPr/>
            <p:nvPr/>
          </p:nvSpPr>
          <p:spPr>
            <a:xfrm>
              <a:off x="41910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606D58-3C2F-48B6-8E22-467D20A5C8F8}"/>
                </a:ext>
              </a:extLst>
            </p:cNvPr>
            <p:cNvSpPr/>
            <p:nvPr/>
          </p:nvSpPr>
          <p:spPr>
            <a:xfrm>
              <a:off x="48768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1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C5024C1-379F-4349-B5E3-F9A242BB2416}"/>
                </a:ext>
              </a:extLst>
            </p:cNvPr>
            <p:cNvSpPr/>
            <p:nvPr/>
          </p:nvSpPr>
          <p:spPr>
            <a:xfrm>
              <a:off x="5562600" y="2362200"/>
              <a:ext cx="685800" cy="609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1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1CED390D-A8CA-495D-8B63-87DD9759D7C3}"/>
              </a:ext>
            </a:extLst>
          </p:cNvPr>
          <p:cNvSpPr/>
          <p:nvPr/>
        </p:nvSpPr>
        <p:spPr>
          <a:xfrm>
            <a:off x="2838450" y="1524000"/>
            <a:ext cx="1085850" cy="914400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FF54EE-9D78-4C35-8CB2-D50C6A742578}"/>
              </a:ext>
            </a:extLst>
          </p:cNvPr>
          <p:cNvSpPr/>
          <p:nvPr/>
        </p:nvSpPr>
        <p:spPr>
          <a:xfrm>
            <a:off x="2838450" y="4194048"/>
            <a:ext cx="108585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2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32055E-9A50-49E5-BFF9-1AC64116CBEF}"/>
              </a:ext>
            </a:extLst>
          </p:cNvPr>
          <p:cNvSpPr/>
          <p:nvPr/>
        </p:nvSpPr>
        <p:spPr>
          <a:xfrm>
            <a:off x="3924300" y="1524000"/>
            <a:ext cx="1085850" cy="914400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6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4AD9D91-C4ED-401D-B801-EA4135B81348}"/>
              </a:ext>
            </a:extLst>
          </p:cNvPr>
          <p:cNvCxnSpPr>
            <a:cxnSpLocks/>
          </p:cNvCxnSpPr>
          <p:nvPr/>
        </p:nvCxnSpPr>
        <p:spPr>
          <a:xfrm flipV="1">
            <a:off x="2270470" y="2514600"/>
            <a:ext cx="0" cy="969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40B9DC2A-ADC4-4124-BD03-6ADCED559D13}"/>
              </a:ext>
            </a:extLst>
          </p:cNvPr>
          <p:cNvSpPr/>
          <p:nvPr/>
        </p:nvSpPr>
        <p:spPr>
          <a:xfrm>
            <a:off x="5010150" y="1524000"/>
            <a:ext cx="1085850" cy="914400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25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A12ED4B-25A4-450A-A0FB-D74BE76878C4}"/>
              </a:ext>
            </a:extLst>
          </p:cNvPr>
          <p:cNvCxnSpPr>
            <a:cxnSpLocks/>
          </p:cNvCxnSpPr>
          <p:nvPr/>
        </p:nvCxnSpPr>
        <p:spPr>
          <a:xfrm flipV="1">
            <a:off x="2270470" y="2514600"/>
            <a:ext cx="0" cy="969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D3C79E35-4A1B-42D4-8376-D5C49FA69C0E}"/>
              </a:ext>
            </a:extLst>
          </p:cNvPr>
          <p:cNvSpPr/>
          <p:nvPr/>
        </p:nvSpPr>
        <p:spPr>
          <a:xfrm>
            <a:off x="5010150" y="4191000"/>
            <a:ext cx="108585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2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986F2C7-F910-4694-AD20-6BEA942ACEF7}"/>
              </a:ext>
            </a:extLst>
          </p:cNvPr>
          <p:cNvSpPr/>
          <p:nvPr/>
        </p:nvSpPr>
        <p:spPr>
          <a:xfrm>
            <a:off x="5010150" y="4191000"/>
            <a:ext cx="108585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3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0C6A2F0-3DE6-4FF7-94EF-A78B5B3B96E7}"/>
              </a:ext>
            </a:extLst>
          </p:cNvPr>
          <p:cNvSpPr/>
          <p:nvPr/>
        </p:nvSpPr>
        <p:spPr>
          <a:xfrm>
            <a:off x="6096000" y="1524000"/>
            <a:ext cx="1085850" cy="914400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15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E2626EC-4F1E-444C-996B-EE0528454537}"/>
              </a:ext>
            </a:extLst>
          </p:cNvPr>
          <p:cNvCxnSpPr>
            <a:cxnSpLocks/>
          </p:cNvCxnSpPr>
          <p:nvPr/>
        </p:nvCxnSpPr>
        <p:spPr>
          <a:xfrm flipV="1">
            <a:off x="2270470" y="2514600"/>
            <a:ext cx="0" cy="969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B456F16-7179-4E9F-92BB-BBEC17A868AC}"/>
              </a:ext>
            </a:extLst>
          </p:cNvPr>
          <p:cNvSpPr/>
          <p:nvPr/>
        </p:nvSpPr>
        <p:spPr>
          <a:xfrm>
            <a:off x="6096000" y="4191000"/>
            <a:ext cx="108585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2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F8C9E6A-5065-4B72-B35C-BB3284BD6629}"/>
              </a:ext>
            </a:extLst>
          </p:cNvPr>
          <p:cNvSpPr/>
          <p:nvPr/>
        </p:nvSpPr>
        <p:spPr>
          <a:xfrm>
            <a:off x="7181850" y="1524000"/>
            <a:ext cx="1085850" cy="914400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45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17A0922-6042-4CB1-86EF-0AA8A4028F68}"/>
              </a:ext>
            </a:extLst>
          </p:cNvPr>
          <p:cNvCxnSpPr>
            <a:cxnSpLocks/>
          </p:cNvCxnSpPr>
          <p:nvPr/>
        </p:nvCxnSpPr>
        <p:spPr>
          <a:xfrm flipV="1">
            <a:off x="2270180" y="2514600"/>
            <a:ext cx="0" cy="969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7F5899E6-E18A-492B-9001-488EB17C7FDC}"/>
              </a:ext>
            </a:extLst>
          </p:cNvPr>
          <p:cNvSpPr/>
          <p:nvPr/>
        </p:nvSpPr>
        <p:spPr>
          <a:xfrm>
            <a:off x="7181850" y="4191000"/>
            <a:ext cx="108585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2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6F167A1-BAD6-4166-BD6F-37F790915E08}"/>
              </a:ext>
            </a:extLst>
          </p:cNvPr>
          <p:cNvSpPr/>
          <p:nvPr/>
        </p:nvSpPr>
        <p:spPr>
          <a:xfrm>
            <a:off x="7181850" y="4191000"/>
            <a:ext cx="108585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3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84C60EA-C43F-4E74-B153-FEC40BE01E60}"/>
              </a:ext>
            </a:extLst>
          </p:cNvPr>
          <p:cNvSpPr/>
          <p:nvPr/>
        </p:nvSpPr>
        <p:spPr>
          <a:xfrm>
            <a:off x="7181850" y="4194048"/>
            <a:ext cx="1085850" cy="6776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4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41F60B8-D73F-4334-9964-FEF167A2AB02}"/>
              </a:ext>
            </a:extLst>
          </p:cNvPr>
          <p:cNvSpPr/>
          <p:nvPr/>
        </p:nvSpPr>
        <p:spPr>
          <a:xfrm>
            <a:off x="8267700" y="1524000"/>
            <a:ext cx="1085850" cy="914400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41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B44A1F2-7DCC-423C-AB47-2287DDCE4B7D}"/>
              </a:ext>
            </a:extLst>
          </p:cNvPr>
          <p:cNvCxnSpPr>
            <a:cxnSpLocks/>
          </p:cNvCxnSpPr>
          <p:nvPr/>
        </p:nvCxnSpPr>
        <p:spPr>
          <a:xfrm flipV="1">
            <a:off x="2274680" y="2514600"/>
            <a:ext cx="0" cy="969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B1D45548-A14C-499D-BD9D-146126133148}"/>
              </a:ext>
            </a:extLst>
          </p:cNvPr>
          <p:cNvSpPr/>
          <p:nvPr/>
        </p:nvSpPr>
        <p:spPr>
          <a:xfrm>
            <a:off x="8267700" y="4194048"/>
            <a:ext cx="108585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2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3FCC1C7-E16E-493A-A73C-3BAEF8DA6589}"/>
              </a:ext>
            </a:extLst>
          </p:cNvPr>
          <p:cNvSpPr/>
          <p:nvPr/>
        </p:nvSpPr>
        <p:spPr>
          <a:xfrm>
            <a:off x="8267700" y="4194048"/>
            <a:ext cx="108585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3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0759B8A-BF05-4758-91AD-A8BD9D795280}"/>
              </a:ext>
            </a:extLst>
          </p:cNvPr>
          <p:cNvSpPr/>
          <p:nvPr/>
        </p:nvSpPr>
        <p:spPr>
          <a:xfrm>
            <a:off x="8267700" y="4194048"/>
            <a:ext cx="108585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4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A410356-DE3E-4455-AD25-2900308338DD}"/>
              </a:ext>
            </a:extLst>
          </p:cNvPr>
          <p:cNvSpPr/>
          <p:nvPr/>
        </p:nvSpPr>
        <p:spPr>
          <a:xfrm>
            <a:off x="9353550" y="1524000"/>
            <a:ext cx="1085850" cy="914400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54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764306A-A79D-4859-9F7A-2B3812293973}"/>
              </a:ext>
            </a:extLst>
          </p:cNvPr>
          <p:cNvCxnSpPr>
            <a:cxnSpLocks/>
          </p:cNvCxnSpPr>
          <p:nvPr/>
        </p:nvCxnSpPr>
        <p:spPr>
          <a:xfrm flipV="1">
            <a:off x="2281720" y="2514600"/>
            <a:ext cx="0" cy="969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9091A5BE-F1DB-49B2-9E7D-8C287F53A97D}"/>
              </a:ext>
            </a:extLst>
          </p:cNvPr>
          <p:cNvSpPr/>
          <p:nvPr/>
        </p:nvSpPr>
        <p:spPr>
          <a:xfrm>
            <a:off x="9344585" y="4194048"/>
            <a:ext cx="108585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2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29FE41-CFC3-46FC-850A-20D7978BF936}"/>
              </a:ext>
            </a:extLst>
          </p:cNvPr>
          <p:cNvSpPr/>
          <p:nvPr/>
        </p:nvSpPr>
        <p:spPr>
          <a:xfrm>
            <a:off x="9344585" y="4194048"/>
            <a:ext cx="108585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B14F74D-ADB1-42B0-B852-070292BE2863}"/>
              </a:ext>
            </a:extLst>
          </p:cNvPr>
          <p:cNvSpPr/>
          <p:nvPr/>
        </p:nvSpPr>
        <p:spPr>
          <a:xfrm>
            <a:off x="9346378" y="4194048"/>
            <a:ext cx="108585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4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FE3F7DE-F8CD-4B4F-B0EA-878F549CCBA8}"/>
              </a:ext>
            </a:extLst>
          </p:cNvPr>
          <p:cNvSpPr/>
          <p:nvPr/>
        </p:nvSpPr>
        <p:spPr>
          <a:xfrm>
            <a:off x="9344585" y="4194048"/>
            <a:ext cx="108585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5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A6D5B3A-FA42-489A-9E71-25326875676B}"/>
              </a:ext>
            </a:extLst>
          </p:cNvPr>
          <p:cNvSpPr txBox="1"/>
          <p:nvPr/>
        </p:nvSpPr>
        <p:spPr>
          <a:xfrm>
            <a:off x="609600" y="782055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Longest Increasing Subsequence (LIS)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D76DE1B2-444A-471C-B656-4B2640543905}"/>
              </a:ext>
            </a:extLst>
          </p:cNvPr>
          <p:cNvSpPr/>
          <p:nvPr/>
        </p:nvSpPr>
        <p:spPr>
          <a:xfrm>
            <a:off x="1752600" y="5423486"/>
            <a:ext cx="7086600" cy="8908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Length of longest increasing subsequence is 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D70CB2-263F-AB00-ABBE-17C695813F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7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48148E-6 L 0.08698 1.48148E-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48148E-6 L 0.08698 1.48148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698 1.48148E-6 L 0.17969 1.48148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48148E-6 L 0.08698 1.48148E-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698 1.48148E-6 L 0.17969 1.48148E-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9 1.48148E-6 L 0.26823 1.48148E-6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48148E-6 L 0.08698 1.48148E-6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698 1.48148E-6 L 0.17969 1.48148E-6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9 1.48148E-6 L 0.26823 1.48148E-6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823 1.48148E-6 L 0.35794 1.48148E-6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48148E-6 L 0.08698 1.48148E-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698 1.48148E-6 L 0.17969 1.48148E-6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9 1.48148E-6 L 0.26823 1.48148E-6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823 1.48148E-6 L 0.35794 1.48148E-6 " pathEditMode="relative" rAng="0" ptsTypes="AA">
                                      <p:cBhvr>
                                        <p:cTn id="15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795 1.48148E-6 L 0.44883 1.48148E-6 " pathEditMode="relative" rAng="0" ptsTypes="AA">
                                      <p:cBhvr>
                                        <p:cTn id="154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7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48148E-6 L 0.08698 1.48148E-6 " pathEditMode="relative" rAng="0" ptsTypes="AA">
                                      <p:cBhvr>
                                        <p:cTn id="174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698 1.48148E-6 L 0.17969 1.48148E-6 " pathEditMode="relative" rAng="0" ptsTypes="AA">
                                      <p:cBhvr>
                                        <p:cTn id="182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9 1.48148E-6 L 0.26823 1.48148E-6 " pathEditMode="relative" rAng="0" ptsTypes="AA">
                                      <p:cBhvr>
                                        <p:cTn id="186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823 1.48148E-6 L 0.35794 1.48148E-6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794 1.48148E-6 L 0.44883 1.48148E-6 " pathEditMode="relative" rAng="0" ptsTypes="AA">
                                      <p:cBhvr>
                                        <p:cTn id="198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922 1.48148E-6 L 0.53502 1.48148E-6 " pathEditMode="relative" rAng="0" ptsTypes="AA">
                                      <p:cBhvr>
                                        <p:cTn id="202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1.48148E-6 L 0.08698 1.48148E-6 " pathEditMode="relative" rAng="0" ptsTypes="AA">
                                      <p:cBhvr>
                                        <p:cTn id="222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698 1.48148E-6 L 0.17969 1.48148E-6 " pathEditMode="relative" rAng="0" ptsTypes="AA">
                                      <p:cBhvr>
                                        <p:cTn id="230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9 1.48148E-6 L 0.26823 1.48148E-6 " pathEditMode="relative" rAng="0" ptsTypes="AA">
                                      <p:cBhvr>
                                        <p:cTn id="234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823 1.48148E-6 L 0.35794 1.48148E-6 " pathEditMode="relative" rAng="0" ptsTypes="AA">
                                      <p:cBhvr>
                                        <p:cTn id="242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794 1.48148E-6 L 0.44883 1.48148E-6 " pathEditMode="relative" rAng="0" ptsTypes="AA">
                                      <p:cBhvr>
                                        <p:cTn id="246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922 1.48148E-6 L 0.53503 1.48148E-6 " pathEditMode="relative" rAng="0" ptsTypes="AA">
                                      <p:cBhvr>
                                        <p:cTn id="254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45 1.48148E-6 L 0.62461 1.48148E-6 " pathEditMode="relative" rAng="0" ptsTypes="AA">
                                      <p:cBhvr>
                                        <p:cTn id="258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7" grpId="0" animBg="1"/>
      <p:bldP spid="32" grpId="0" animBg="1"/>
      <p:bldP spid="32" grpId="1" animBg="1"/>
      <p:bldP spid="43" grpId="0" animBg="1"/>
      <p:bldP spid="43" grpId="1" animBg="1"/>
      <p:bldP spid="45" grpId="0" animBg="1"/>
      <p:bldP spid="46" grpId="0" animBg="1"/>
      <p:bldP spid="53" grpId="0" animBg="1"/>
      <p:bldP spid="53" grpId="1" animBg="1"/>
      <p:bldP spid="56" grpId="0" animBg="1"/>
      <p:bldP spid="73" grpId="0" animBg="1"/>
      <p:bldP spid="73" grpId="1" animBg="1"/>
      <p:bldP spid="76" grpId="0" animBg="1"/>
      <p:bldP spid="77" grpId="0" animBg="1"/>
      <p:bldP spid="78" grpId="0" animBg="1"/>
      <p:bldP spid="87" grpId="0" animBg="1"/>
      <p:bldP spid="87" grpId="1" animBg="1"/>
      <p:bldP spid="90" grpId="0" animBg="1"/>
      <p:bldP spid="91" grpId="0" animBg="1"/>
      <p:bldP spid="92" grpId="0" animBg="1"/>
      <p:bldP spid="97" grpId="0" animBg="1"/>
      <p:bldP spid="97" grpId="1" animBg="1"/>
      <p:bldP spid="99" grpId="0" animBg="1"/>
      <p:bldP spid="100" grpId="0" animBg="1"/>
      <p:bldP spid="101" grpId="0" animBg="1"/>
      <p:bldP spid="102" grpId="0" animBg="1"/>
      <p:bldP spid="10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[],int n ){ 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[]=new int[n];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 = 1;   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1;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for(int j=0; j&lt;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if(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]&gt;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 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[j]+1) 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[j]+1; 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 m=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Integer.MIN_VALUE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if(m&lt;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m=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m;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Scanner s=new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int a[]=new int[n];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552</Words>
  <Application>Microsoft Office PowerPoint</Application>
  <PresentationFormat>Widescreen</PresentationFormat>
  <Paragraphs>172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2</cp:revision>
  <dcterms:created xsi:type="dcterms:W3CDTF">2024-01-12T05:31:52Z</dcterms:created>
  <dcterms:modified xsi:type="dcterms:W3CDTF">2024-01-12T06:33:45Z</dcterms:modified>
</cp:coreProperties>
</file>