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44" r:id="rId2"/>
    <p:sldId id="260" r:id="rId3"/>
    <p:sldId id="799" r:id="rId4"/>
    <p:sldId id="361" r:id="rId5"/>
    <p:sldId id="362" r:id="rId6"/>
    <p:sldId id="801" r:id="rId7"/>
    <p:sldId id="365" r:id="rId8"/>
    <p:sldId id="802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CF3ED-A7EF-467B-924F-A70B3E4EE2FB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DA373-8AC1-4ADB-B9FF-62341FF4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85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93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31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66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ECE2-E250-D181-A1FE-62AE693E3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EBED6-D564-98DD-722D-2A8865237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63FC0-FD84-C518-D41E-414B5B9E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CBE99-22E8-74A8-3503-814B6C4F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3F41A-AE0A-85E7-D8C8-06CB129D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4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03D3-D465-DA81-B616-54C86E72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E4AC3-CD56-544A-091D-731125351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AE7DB-582D-9D69-631E-5C6BEFFE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716B3-AC98-86AF-2D7E-87A96460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83E04-D694-0948-F641-B78437C9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08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E909-B2F0-AA16-EA0C-D67221EA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D1574-8025-F736-22BE-FAEDE09CF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12BC6-1721-2D03-61E1-D94F27F6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934DC-F65A-7053-F706-3D7F5F9A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8330E-91AD-6483-FD67-FBEF70106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31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4792-FEC3-A776-24F6-0808122E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31C74-DE3A-9827-5F62-B4F2063AA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E90B9-0298-1F9C-E24E-2F7CE9ED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DABD5-1703-4052-6C6B-34902A2B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31456-252D-8ACF-69A3-6EBE4F1C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BFD27-5D60-453C-88C6-97CF40FC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65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A516-827A-2C76-C423-CFA2E93B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841CF-3F8A-6730-852E-83892A7B4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71CDC-AF54-2D8C-0996-EBE6AF529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93D5D-CAAA-25D5-1989-0FB53CF16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0E0ED-E2F6-044F-06DD-378365DBA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66444-0472-41C5-98E3-F8EEB6D9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7ED02-1FAE-9D93-33DF-98BC3AF9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3390A-CB1C-B5D0-C506-65CB11E4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14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F7071-8BA6-904D-F3AF-743ADACF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AE5AC-0F4F-D3C6-2403-F829F355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02336-6D4E-A1F9-9D71-11455C3D2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EE3B7-05CC-5A4D-8DD4-3BA3B942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451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6D34B-9CD2-64A4-2BBD-954393D2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B081C-8B80-E397-2B3A-A6CD49868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0278A-2DA3-2862-0ADE-E9AD02C0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26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E711-4A5A-3CDE-AEF5-1A49B4A3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7A55-580E-2319-62E0-A659611B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8BA2C-B55E-FCEA-8864-935EEF05B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36559-53E6-B88B-2962-F311F5E20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851E7-F7CE-480D-2008-D08D36BC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3CC75-B177-0298-A547-675E4A27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99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AF55-58EA-CCE0-99BE-E5457F00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34764-237E-1978-BBAA-47AFA4DE5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849F-099D-4F5F-9D86-F7D571B2E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6063A-EBDC-3BA1-44B2-ECE0E672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078A8-7D38-F690-AEEB-9F4743BE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00A4B-0BD8-775A-54E9-6783BC57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71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AA99-48BE-9D09-E883-FED1B7AA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2E9CC-4CCF-394D-A944-ED8DD191C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711DD-2CF6-8B53-830D-8AC1ABCA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CB715-A173-93AD-589D-35830D06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BD500-42CC-79AB-E59B-3278A129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4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F30CBF-CA0A-E43B-45E6-F02C38A97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D09FE-4035-522B-1D68-7F24E6350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F00AA-85DF-0A63-0BEF-0DFA8514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3F414-CDBA-6AB4-EB4B-C72FEE895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8DDE5-7ED6-3C51-B0A3-9B488217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95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96E63-0E4E-354E-9386-CF92C748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FC2BE-F4D1-47A1-B8C3-AA68CBA36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90679-5BC9-9CE3-903F-E432AE5C5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46D80-B0FA-4944-B6FF-D9F16EB358A0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F8D7D-941E-B602-05EA-5FDF77282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07D6-8C49-32DB-9563-BC763A621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7CC0A-4289-4AE6-AB47-EFD1CC4E7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51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Basic Fibonacci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0"/>
            <a:ext cx="12192000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fibRecursion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count)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(count == 0)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(count == 1 || count == 2)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1;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fibRecursion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 - 1)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fibRecursion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 - 2);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 args[])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fib_len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9;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("Fibonacci Series of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fib_len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" numbers is: \n");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fib_len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fibRecursion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760028"/>
            <a:ext cx="527837" cy="4983863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84ADF9-798B-91BC-7B71-9F27ADBB4BC1}"/>
              </a:ext>
            </a:extLst>
          </p:cNvPr>
          <p:cNvSpPr/>
          <p:nvPr/>
        </p:nvSpPr>
        <p:spPr>
          <a:xfrm>
            <a:off x="691662" y="41722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207E2-99C3-072A-E27A-3FD5D19DCA07}"/>
              </a:ext>
            </a:extLst>
          </p:cNvPr>
          <p:cNvSpPr txBox="1"/>
          <p:nvPr/>
        </p:nvSpPr>
        <p:spPr>
          <a:xfrm>
            <a:off x="527837" y="668042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Fibonacci using recursion</a:t>
            </a:r>
          </a:p>
        </p:txBody>
      </p:sp>
    </p:spTree>
    <p:extLst>
      <p:ext uri="{BB962C8B-B14F-4D97-AF65-F5344CB8AC3E}">
        <p14:creationId xmlns:p14="http://schemas.microsoft.com/office/powerpoint/2010/main" val="15627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Fibonacci using recursion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88F7C8-4EEC-4F0A-AF31-0893EBCE7655}"/>
              </a:ext>
            </a:extLst>
          </p:cNvPr>
          <p:cNvSpPr txBox="1"/>
          <p:nvPr/>
        </p:nvSpPr>
        <p:spPr>
          <a:xfrm>
            <a:off x="4852990" y="148503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5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71CF2F-0FDA-4783-B58C-D707F215290A}"/>
              </a:ext>
            </a:extLst>
          </p:cNvPr>
          <p:cNvSpPr txBox="1"/>
          <p:nvPr/>
        </p:nvSpPr>
        <p:spPr>
          <a:xfrm>
            <a:off x="2312670" y="24547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3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9ED152-C5D8-4FFE-9226-0D49582E1A59}"/>
              </a:ext>
            </a:extLst>
          </p:cNvPr>
          <p:cNvSpPr txBox="1"/>
          <p:nvPr/>
        </p:nvSpPr>
        <p:spPr>
          <a:xfrm>
            <a:off x="7391400" y="24547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4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2D1506-ECF5-4FBF-B135-1DCE0D80C8D3}"/>
              </a:ext>
            </a:extLst>
          </p:cNvPr>
          <p:cNvSpPr txBox="1"/>
          <p:nvPr/>
        </p:nvSpPr>
        <p:spPr>
          <a:xfrm>
            <a:off x="1463042" y="33691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E4174-D9C0-4AFE-A076-E6A4CC4F2A2F}"/>
              </a:ext>
            </a:extLst>
          </p:cNvPr>
          <p:cNvSpPr txBox="1"/>
          <p:nvPr/>
        </p:nvSpPr>
        <p:spPr>
          <a:xfrm>
            <a:off x="3101342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46A0FE-092D-4F18-B997-5BB8ACBB5B7D}"/>
              </a:ext>
            </a:extLst>
          </p:cNvPr>
          <p:cNvSpPr txBox="1"/>
          <p:nvPr/>
        </p:nvSpPr>
        <p:spPr>
          <a:xfrm>
            <a:off x="5867400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639F59-84C9-4D70-8FE4-C567A1E223C3}"/>
              </a:ext>
            </a:extLst>
          </p:cNvPr>
          <p:cNvSpPr txBox="1"/>
          <p:nvPr/>
        </p:nvSpPr>
        <p:spPr>
          <a:xfrm>
            <a:off x="8834120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3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9AEEFD-4BA4-47B5-AB53-892840902101}"/>
              </a:ext>
            </a:extLst>
          </p:cNvPr>
          <p:cNvSpPr txBox="1"/>
          <p:nvPr/>
        </p:nvSpPr>
        <p:spPr>
          <a:xfrm>
            <a:off x="79248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6EBA15-94B5-4318-9520-B4031DF791EC}"/>
              </a:ext>
            </a:extLst>
          </p:cNvPr>
          <p:cNvSpPr txBox="1"/>
          <p:nvPr/>
        </p:nvSpPr>
        <p:spPr>
          <a:xfrm>
            <a:off x="96774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9644CE-BFDD-4842-86E3-0559242C8E74}"/>
              </a:ext>
            </a:extLst>
          </p:cNvPr>
          <p:cNvSpPr txBox="1"/>
          <p:nvPr/>
        </p:nvSpPr>
        <p:spPr>
          <a:xfrm>
            <a:off x="22733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0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565A6E-F6AD-4C8D-B8F0-1370B0ABD4A4}"/>
              </a:ext>
            </a:extLst>
          </p:cNvPr>
          <p:cNvSpPr txBox="1"/>
          <p:nvPr/>
        </p:nvSpPr>
        <p:spPr>
          <a:xfrm>
            <a:off x="38862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C01744-F999-4582-B3B3-41100090CDB8}"/>
              </a:ext>
            </a:extLst>
          </p:cNvPr>
          <p:cNvSpPr txBox="1"/>
          <p:nvPr/>
        </p:nvSpPr>
        <p:spPr>
          <a:xfrm>
            <a:off x="8765540" y="523794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0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95D4C7-99FF-4BDC-974E-90E20F7789E1}"/>
              </a:ext>
            </a:extLst>
          </p:cNvPr>
          <p:cNvSpPr txBox="1"/>
          <p:nvPr/>
        </p:nvSpPr>
        <p:spPr>
          <a:xfrm>
            <a:off x="10591800" y="523794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B3002E1-4294-4A4B-8E5B-B21598D67848}"/>
              </a:ext>
            </a:extLst>
          </p:cNvPr>
          <p:cNvCxnSpPr>
            <a:cxnSpLocks/>
          </p:cNvCxnSpPr>
          <p:nvPr/>
        </p:nvCxnSpPr>
        <p:spPr>
          <a:xfrm flipH="1">
            <a:off x="1929768" y="2931815"/>
            <a:ext cx="849628" cy="437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F7381F3-FD69-4225-92E3-3092CCC9A399}"/>
              </a:ext>
            </a:extLst>
          </p:cNvPr>
          <p:cNvCxnSpPr>
            <a:cxnSpLocks/>
          </p:cNvCxnSpPr>
          <p:nvPr/>
        </p:nvCxnSpPr>
        <p:spPr>
          <a:xfrm>
            <a:off x="2779396" y="2931815"/>
            <a:ext cx="788672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FB8B86F-0EEF-45C6-BDEF-46F87AE60A8B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 flipH="1">
            <a:off x="2807970" y="1962089"/>
            <a:ext cx="2540320" cy="492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74AE42D-A452-4072-8D66-9F3D44A08998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>
            <a:off x="5348290" y="1962089"/>
            <a:ext cx="2538410" cy="492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851CFB6-9A59-4E09-AB87-CD73E00A2326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 flipH="1">
            <a:off x="6362700" y="2931815"/>
            <a:ext cx="1524000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EE95503-E10C-4E90-BEEB-46692B32BCDD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>
            <a:off x="7886700" y="2931815"/>
            <a:ext cx="1442720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6F0F996-CFBC-44E5-9844-3938DDD40A94}"/>
              </a:ext>
            </a:extLst>
          </p:cNvPr>
          <p:cNvCxnSpPr>
            <a:cxnSpLocks/>
          </p:cNvCxnSpPr>
          <p:nvPr/>
        </p:nvCxnSpPr>
        <p:spPr>
          <a:xfrm flipH="1">
            <a:off x="2740026" y="3867656"/>
            <a:ext cx="833754" cy="435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774C320-83D8-47B0-9836-956F833CB937}"/>
              </a:ext>
            </a:extLst>
          </p:cNvPr>
          <p:cNvCxnSpPr>
            <a:cxnSpLocks/>
          </p:cNvCxnSpPr>
          <p:nvPr/>
        </p:nvCxnSpPr>
        <p:spPr>
          <a:xfrm>
            <a:off x="3573780" y="3867656"/>
            <a:ext cx="779146" cy="435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C1CCD61-CAC3-49B8-9C7E-9B6A651D80D1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8420100" y="3845938"/>
            <a:ext cx="90932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7EC081E-BAC4-4DAA-A58E-376B7315FA1F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9329420" y="3845938"/>
            <a:ext cx="84328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E07316D-FB11-42B1-864A-ED56DDD71FFC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 flipH="1">
            <a:off x="9260840" y="4780469"/>
            <a:ext cx="91186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2F1D9D9-168E-4206-B538-2E5DD4EA1EA8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>
            <a:off x="10172700" y="4780469"/>
            <a:ext cx="91440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7831D3D-E12D-4307-B604-574D41BA325E}"/>
              </a:ext>
            </a:extLst>
          </p:cNvPr>
          <p:cNvSpPr txBox="1"/>
          <p:nvPr/>
        </p:nvSpPr>
        <p:spPr>
          <a:xfrm>
            <a:off x="1435261" y="3367469"/>
            <a:ext cx="1026949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61099E4-4A2C-4655-B972-194439AA7DB5}"/>
              </a:ext>
            </a:extLst>
          </p:cNvPr>
          <p:cNvSpPr txBox="1"/>
          <p:nvPr/>
        </p:nvSpPr>
        <p:spPr>
          <a:xfrm>
            <a:off x="2271076" y="4313575"/>
            <a:ext cx="990600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6201C2F-98A4-4DFE-88DF-E9D878560375}"/>
              </a:ext>
            </a:extLst>
          </p:cNvPr>
          <p:cNvSpPr txBox="1"/>
          <p:nvPr/>
        </p:nvSpPr>
        <p:spPr>
          <a:xfrm>
            <a:off x="3882712" y="4301811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6E82CF-C846-4830-BE06-0D32D937E72B}"/>
              </a:ext>
            </a:extLst>
          </p:cNvPr>
          <p:cNvSpPr txBox="1"/>
          <p:nvPr/>
        </p:nvSpPr>
        <p:spPr>
          <a:xfrm>
            <a:off x="3387726" y="4303415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74B961B-4EFA-4D52-957A-127A4ED9DEC5}"/>
              </a:ext>
            </a:extLst>
          </p:cNvPr>
          <p:cNvSpPr txBox="1"/>
          <p:nvPr/>
        </p:nvSpPr>
        <p:spPr>
          <a:xfrm>
            <a:off x="3102606" y="3373539"/>
            <a:ext cx="990600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C46A55-B461-4427-A4DF-A7077B3A76E9}"/>
              </a:ext>
            </a:extLst>
          </p:cNvPr>
          <p:cNvSpPr txBox="1"/>
          <p:nvPr/>
        </p:nvSpPr>
        <p:spPr>
          <a:xfrm>
            <a:off x="2574447" y="3400016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208377-1591-4C44-A324-4EED91486649}"/>
              </a:ext>
            </a:extLst>
          </p:cNvPr>
          <p:cNvSpPr txBox="1"/>
          <p:nvPr/>
        </p:nvSpPr>
        <p:spPr>
          <a:xfrm>
            <a:off x="2313622" y="2459597"/>
            <a:ext cx="990600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A1DA94-B3F5-4168-8C4C-7C5F199FCFF3}"/>
              </a:ext>
            </a:extLst>
          </p:cNvPr>
          <p:cNvSpPr txBox="1"/>
          <p:nvPr/>
        </p:nvSpPr>
        <p:spPr>
          <a:xfrm>
            <a:off x="4971096" y="431338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0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234067-C91D-4EAB-8E96-3B9A9D793F90}"/>
              </a:ext>
            </a:extLst>
          </p:cNvPr>
          <p:cNvSpPr txBox="1"/>
          <p:nvPr/>
        </p:nvSpPr>
        <p:spPr>
          <a:xfrm>
            <a:off x="6797356" y="431338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531C27F-7EA7-4899-89E1-BCD518751FCC}"/>
              </a:ext>
            </a:extLst>
          </p:cNvPr>
          <p:cNvCxnSpPr>
            <a:cxnSpLocks/>
            <a:stCxn id="39" idx="2"/>
            <a:endCxn id="87" idx="0"/>
          </p:cNvCxnSpPr>
          <p:nvPr/>
        </p:nvCxnSpPr>
        <p:spPr>
          <a:xfrm flipH="1">
            <a:off x="5466396" y="3845938"/>
            <a:ext cx="896304" cy="467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FF2A227-047A-404F-A20F-8058B49FB2F9}"/>
              </a:ext>
            </a:extLst>
          </p:cNvPr>
          <p:cNvCxnSpPr>
            <a:cxnSpLocks/>
            <a:stCxn id="39" idx="2"/>
            <a:endCxn id="88" idx="0"/>
          </p:cNvCxnSpPr>
          <p:nvPr/>
        </p:nvCxnSpPr>
        <p:spPr>
          <a:xfrm>
            <a:off x="6362700" y="3845938"/>
            <a:ext cx="929956" cy="467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92A4E61-3449-4D5E-8D8F-0D943B84A04E}"/>
              </a:ext>
            </a:extLst>
          </p:cNvPr>
          <p:cNvSpPr txBox="1"/>
          <p:nvPr/>
        </p:nvSpPr>
        <p:spPr>
          <a:xfrm>
            <a:off x="4962448" y="4311417"/>
            <a:ext cx="1010363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C34EBC8-C3F9-4B82-BBF4-182C275E4047}"/>
              </a:ext>
            </a:extLst>
          </p:cNvPr>
          <p:cNvSpPr txBox="1"/>
          <p:nvPr/>
        </p:nvSpPr>
        <p:spPr>
          <a:xfrm>
            <a:off x="6793868" y="4311417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19323F4-4200-48B6-ACEE-6540C0A76FC5}"/>
              </a:ext>
            </a:extLst>
          </p:cNvPr>
          <p:cNvSpPr txBox="1"/>
          <p:nvPr/>
        </p:nvSpPr>
        <p:spPr>
          <a:xfrm>
            <a:off x="6191957" y="4322992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0E3436F-3728-4563-BD11-2C3FD9AE2667}"/>
              </a:ext>
            </a:extLst>
          </p:cNvPr>
          <p:cNvSpPr txBox="1"/>
          <p:nvPr/>
        </p:nvSpPr>
        <p:spPr>
          <a:xfrm>
            <a:off x="5867400" y="3369911"/>
            <a:ext cx="990600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7A7B9A7-34C2-475A-856A-880F3F099D02}"/>
              </a:ext>
            </a:extLst>
          </p:cNvPr>
          <p:cNvSpPr txBox="1"/>
          <p:nvPr/>
        </p:nvSpPr>
        <p:spPr>
          <a:xfrm>
            <a:off x="7918625" y="4301811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11C6532-1CB1-4D60-9EF1-C412681565ED}"/>
              </a:ext>
            </a:extLst>
          </p:cNvPr>
          <p:cNvSpPr txBox="1"/>
          <p:nvPr/>
        </p:nvSpPr>
        <p:spPr>
          <a:xfrm>
            <a:off x="8752272" y="5244344"/>
            <a:ext cx="1010363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0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FC66C60-F320-4B09-B6A2-6E72E3AE77E2}"/>
              </a:ext>
            </a:extLst>
          </p:cNvPr>
          <p:cNvSpPr txBox="1"/>
          <p:nvPr/>
        </p:nvSpPr>
        <p:spPr>
          <a:xfrm>
            <a:off x="10588312" y="5245948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BAE404F-8D8D-46B2-B0BB-E9FD516340E5}"/>
              </a:ext>
            </a:extLst>
          </p:cNvPr>
          <p:cNvSpPr txBox="1"/>
          <p:nvPr/>
        </p:nvSpPr>
        <p:spPr>
          <a:xfrm>
            <a:off x="9991411" y="5244344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E7091C2-860D-4A29-B34F-CEC10C154DA8}"/>
              </a:ext>
            </a:extLst>
          </p:cNvPr>
          <p:cNvSpPr txBox="1"/>
          <p:nvPr/>
        </p:nvSpPr>
        <p:spPr>
          <a:xfrm>
            <a:off x="9676960" y="4299682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2ED2FB6-EF94-4B4C-97CD-0E99DD6B70FE}"/>
              </a:ext>
            </a:extLst>
          </p:cNvPr>
          <p:cNvSpPr txBox="1"/>
          <p:nvPr/>
        </p:nvSpPr>
        <p:spPr>
          <a:xfrm>
            <a:off x="9139527" y="4296826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1DFA06-28A0-4B62-93B2-D8A3121DE5D3}"/>
              </a:ext>
            </a:extLst>
          </p:cNvPr>
          <p:cNvSpPr txBox="1"/>
          <p:nvPr/>
        </p:nvSpPr>
        <p:spPr>
          <a:xfrm>
            <a:off x="8836859" y="3372083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3A51B4F-C110-4F72-BA42-0FF9A9B34D6B}"/>
              </a:ext>
            </a:extLst>
          </p:cNvPr>
          <p:cNvSpPr txBox="1"/>
          <p:nvPr/>
        </p:nvSpPr>
        <p:spPr>
          <a:xfrm>
            <a:off x="7666989" y="3367469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A4DA1BF-AECE-4A09-94E3-782991C4CF73}"/>
              </a:ext>
            </a:extLst>
          </p:cNvPr>
          <p:cNvSpPr txBox="1"/>
          <p:nvPr/>
        </p:nvSpPr>
        <p:spPr>
          <a:xfrm>
            <a:off x="7385173" y="2460883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C8C936E-FDA7-4DCE-9DDB-CE5118610192}"/>
              </a:ext>
            </a:extLst>
          </p:cNvPr>
          <p:cNvSpPr txBox="1"/>
          <p:nvPr/>
        </p:nvSpPr>
        <p:spPr>
          <a:xfrm>
            <a:off x="5179697" y="2535008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32C37EA-6AA7-4EFE-AB4A-672055909116}"/>
              </a:ext>
            </a:extLst>
          </p:cNvPr>
          <p:cNvSpPr txBox="1"/>
          <p:nvPr/>
        </p:nvSpPr>
        <p:spPr>
          <a:xfrm>
            <a:off x="4852990" y="1490366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FB109C-874E-9CC1-0B08-6C4F0A99DC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9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79" grpId="0" animBg="1"/>
      <p:bldP spid="80" grpId="0" animBg="1"/>
      <p:bldP spid="81" grpId="0" animBg="1"/>
      <p:bldP spid="82" grpId="0"/>
      <p:bldP spid="83" grpId="0" animBg="1"/>
      <p:bldP spid="84" grpId="0"/>
      <p:bldP spid="86" grpId="0" animBg="1"/>
      <p:bldP spid="87" grpId="0" animBg="1"/>
      <p:bldP spid="88" grpId="0" animBg="1"/>
      <p:bldP spid="102" grpId="0" animBg="1"/>
      <p:bldP spid="103" grpId="0" animBg="1"/>
      <p:bldP spid="104" grpId="0"/>
      <p:bldP spid="105" grpId="0" animBg="1"/>
      <p:bldP spid="106" grpId="0" animBg="1"/>
      <p:bldP spid="112" grpId="0" animBg="1"/>
      <p:bldP spid="113" grpId="0" animBg="1"/>
      <p:bldP spid="114" grpId="0"/>
      <p:bldP spid="115" grpId="0" animBg="1"/>
      <p:bldP spid="116" grpId="0"/>
      <p:bldP spid="118" grpId="0" animBg="1"/>
      <p:bldP spid="119" grpId="0"/>
      <p:bldP spid="120" grpId="0" animBg="1"/>
      <p:bldP spid="121" grpId="0"/>
      <p:bldP spid="1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val 50">
            <a:extLst>
              <a:ext uri="{FF2B5EF4-FFF2-40B4-BE49-F238E27FC236}">
                <a16:creationId xmlns:a16="http://schemas.microsoft.com/office/drawing/2014/main" id="{17B17AFE-5931-4C4C-874E-8C61A95DB86F}"/>
              </a:ext>
            </a:extLst>
          </p:cNvPr>
          <p:cNvSpPr/>
          <p:nvPr/>
        </p:nvSpPr>
        <p:spPr>
          <a:xfrm>
            <a:off x="7792547" y="3278735"/>
            <a:ext cx="4171295" cy="311054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94DB91-3747-43E3-951C-CE1335985D5E}"/>
              </a:ext>
            </a:extLst>
          </p:cNvPr>
          <p:cNvSpPr/>
          <p:nvPr/>
        </p:nvSpPr>
        <p:spPr>
          <a:xfrm>
            <a:off x="1044039" y="2203046"/>
            <a:ext cx="4056696" cy="3657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201F239-5C97-4F83-B524-75D44191C06E}"/>
              </a:ext>
            </a:extLst>
          </p:cNvPr>
          <p:cNvSpPr/>
          <p:nvPr/>
        </p:nvSpPr>
        <p:spPr>
          <a:xfrm>
            <a:off x="8556071" y="4159498"/>
            <a:ext cx="3254929" cy="206604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32508B7-05B6-4B09-AE57-F01575C625F8}"/>
              </a:ext>
            </a:extLst>
          </p:cNvPr>
          <p:cNvSpPr/>
          <p:nvPr/>
        </p:nvSpPr>
        <p:spPr>
          <a:xfrm>
            <a:off x="4805256" y="3290255"/>
            <a:ext cx="3132103" cy="206604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9091F6-C2CB-46B8-A956-2BF1606D5B3C}"/>
              </a:ext>
            </a:extLst>
          </p:cNvPr>
          <p:cNvSpPr/>
          <p:nvPr/>
        </p:nvSpPr>
        <p:spPr>
          <a:xfrm>
            <a:off x="2037686" y="3278735"/>
            <a:ext cx="2987291" cy="19929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F6E035-68BF-42BB-9AAD-2EB342C68750}"/>
              </a:ext>
            </a:extLst>
          </p:cNvPr>
          <p:cNvSpPr/>
          <p:nvPr/>
        </p:nvSpPr>
        <p:spPr>
          <a:xfrm>
            <a:off x="6544114" y="4149527"/>
            <a:ext cx="1429539" cy="7848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DFE7767-3AF3-477E-B3DC-A3BA4B25D052}"/>
              </a:ext>
            </a:extLst>
          </p:cNvPr>
          <p:cNvSpPr/>
          <p:nvPr/>
        </p:nvSpPr>
        <p:spPr>
          <a:xfrm>
            <a:off x="7723226" y="4159498"/>
            <a:ext cx="1429539" cy="7848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D8EAD93-2C07-4530-8752-C80A16FE52C3}"/>
              </a:ext>
            </a:extLst>
          </p:cNvPr>
          <p:cNvSpPr/>
          <p:nvPr/>
        </p:nvSpPr>
        <p:spPr>
          <a:xfrm>
            <a:off x="3611758" y="4159498"/>
            <a:ext cx="1594790" cy="7848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E80001-506E-4EB8-9905-4FCC81CAEDA8}"/>
              </a:ext>
            </a:extLst>
          </p:cNvPr>
          <p:cNvSpPr/>
          <p:nvPr/>
        </p:nvSpPr>
        <p:spPr>
          <a:xfrm>
            <a:off x="1160947" y="3194159"/>
            <a:ext cx="1594790" cy="78483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Fibonacci using recursion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88F7C8-4EEC-4F0A-AF31-0893EBCE7655}"/>
              </a:ext>
            </a:extLst>
          </p:cNvPr>
          <p:cNvSpPr txBox="1"/>
          <p:nvPr/>
        </p:nvSpPr>
        <p:spPr>
          <a:xfrm>
            <a:off x="4852990" y="148503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5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71CF2F-0FDA-4783-B58C-D707F215290A}"/>
              </a:ext>
            </a:extLst>
          </p:cNvPr>
          <p:cNvSpPr txBox="1"/>
          <p:nvPr/>
        </p:nvSpPr>
        <p:spPr>
          <a:xfrm>
            <a:off x="2312670" y="24547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3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9ED152-C5D8-4FFE-9226-0D49582E1A59}"/>
              </a:ext>
            </a:extLst>
          </p:cNvPr>
          <p:cNvSpPr txBox="1"/>
          <p:nvPr/>
        </p:nvSpPr>
        <p:spPr>
          <a:xfrm>
            <a:off x="7391400" y="24547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4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2D1506-ECF5-4FBF-B135-1DCE0D80C8D3}"/>
              </a:ext>
            </a:extLst>
          </p:cNvPr>
          <p:cNvSpPr txBox="1"/>
          <p:nvPr/>
        </p:nvSpPr>
        <p:spPr>
          <a:xfrm>
            <a:off x="1463042" y="33691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E4174-D9C0-4AFE-A076-E6A4CC4F2A2F}"/>
              </a:ext>
            </a:extLst>
          </p:cNvPr>
          <p:cNvSpPr txBox="1"/>
          <p:nvPr/>
        </p:nvSpPr>
        <p:spPr>
          <a:xfrm>
            <a:off x="3101342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46A0FE-092D-4F18-B997-5BB8ACBB5B7D}"/>
              </a:ext>
            </a:extLst>
          </p:cNvPr>
          <p:cNvSpPr txBox="1"/>
          <p:nvPr/>
        </p:nvSpPr>
        <p:spPr>
          <a:xfrm>
            <a:off x="5867400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639F59-84C9-4D70-8FE4-C567A1E223C3}"/>
              </a:ext>
            </a:extLst>
          </p:cNvPr>
          <p:cNvSpPr txBox="1"/>
          <p:nvPr/>
        </p:nvSpPr>
        <p:spPr>
          <a:xfrm>
            <a:off x="8834120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3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9AEEFD-4BA4-47B5-AB53-892840902101}"/>
              </a:ext>
            </a:extLst>
          </p:cNvPr>
          <p:cNvSpPr txBox="1"/>
          <p:nvPr/>
        </p:nvSpPr>
        <p:spPr>
          <a:xfrm>
            <a:off x="79248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6EBA15-94B5-4318-9520-B4031DF791EC}"/>
              </a:ext>
            </a:extLst>
          </p:cNvPr>
          <p:cNvSpPr txBox="1"/>
          <p:nvPr/>
        </p:nvSpPr>
        <p:spPr>
          <a:xfrm>
            <a:off x="96774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9644CE-BFDD-4842-86E3-0559242C8E74}"/>
              </a:ext>
            </a:extLst>
          </p:cNvPr>
          <p:cNvSpPr txBox="1"/>
          <p:nvPr/>
        </p:nvSpPr>
        <p:spPr>
          <a:xfrm>
            <a:off x="22733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0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565A6E-F6AD-4C8D-B8F0-1370B0ABD4A4}"/>
              </a:ext>
            </a:extLst>
          </p:cNvPr>
          <p:cNvSpPr txBox="1"/>
          <p:nvPr/>
        </p:nvSpPr>
        <p:spPr>
          <a:xfrm>
            <a:off x="38862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C01744-F999-4582-B3B3-41100090CDB8}"/>
              </a:ext>
            </a:extLst>
          </p:cNvPr>
          <p:cNvSpPr txBox="1"/>
          <p:nvPr/>
        </p:nvSpPr>
        <p:spPr>
          <a:xfrm>
            <a:off x="8765540" y="523794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0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95D4C7-99FF-4BDC-974E-90E20F7789E1}"/>
              </a:ext>
            </a:extLst>
          </p:cNvPr>
          <p:cNvSpPr txBox="1"/>
          <p:nvPr/>
        </p:nvSpPr>
        <p:spPr>
          <a:xfrm>
            <a:off x="10591800" y="523794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B3002E1-4294-4A4B-8E5B-B21598D67848}"/>
              </a:ext>
            </a:extLst>
          </p:cNvPr>
          <p:cNvCxnSpPr>
            <a:cxnSpLocks/>
          </p:cNvCxnSpPr>
          <p:nvPr/>
        </p:nvCxnSpPr>
        <p:spPr>
          <a:xfrm flipH="1">
            <a:off x="1929768" y="2931815"/>
            <a:ext cx="849628" cy="437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F7381F3-FD69-4225-92E3-3092CCC9A399}"/>
              </a:ext>
            </a:extLst>
          </p:cNvPr>
          <p:cNvCxnSpPr>
            <a:cxnSpLocks/>
          </p:cNvCxnSpPr>
          <p:nvPr/>
        </p:nvCxnSpPr>
        <p:spPr>
          <a:xfrm>
            <a:off x="2779396" y="2931815"/>
            <a:ext cx="788672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FB8B86F-0EEF-45C6-BDEF-46F87AE60A8B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 flipH="1">
            <a:off x="2807970" y="1962089"/>
            <a:ext cx="2540320" cy="492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74AE42D-A452-4072-8D66-9F3D44A08998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>
            <a:off x="5348290" y="1962089"/>
            <a:ext cx="2538410" cy="492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851CFB6-9A59-4E09-AB87-CD73E00A2326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 flipH="1">
            <a:off x="6362700" y="2931815"/>
            <a:ext cx="1524000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EE95503-E10C-4E90-BEEB-46692B32BCDD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>
            <a:off x="7886700" y="2931815"/>
            <a:ext cx="1442720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6F0F996-CFBC-44E5-9844-3938DDD40A94}"/>
              </a:ext>
            </a:extLst>
          </p:cNvPr>
          <p:cNvCxnSpPr>
            <a:cxnSpLocks/>
          </p:cNvCxnSpPr>
          <p:nvPr/>
        </p:nvCxnSpPr>
        <p:spPr>
          <a:xfrm flipH="1">
            <a:off x="2740026" y="3867656"/>
            <a:ext cx="833754" cy="435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774C320-83D8-47B0-9836-956F833CB937}"/>
              </a:ext>
            </a:extLst>
          </p:cNvPr>
          <p:cNvCxnSpPr>
            <a:cxnSpLocks/>
          </p:cNvCxnSpPr>
          <p:nvPr/>
        </p:nvCxnSpPr>
        <p:spPr>
          <a:xfrm>
            <a:off x="3573780" y="3867656"/>
            <a:ext cx="779146" cy="435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C1CCD61-CAC3-49B8-9C7E-9B6A651D80D1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8420100" y="3845938"/>
            <a:ext cx="90932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7EC081E-BAC4-4DAA-A58E-376B7315FA1F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>
            <a:off x="9329420" y="3845938"/>
            <a:ext cx="84328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E07316D-FB11-42B1-864A-ED56DDD71FFC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 flipH="1">
            <a:off x="9260840" y="4780469"/>
            <a:ext cx="91186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2F1D9D9-168E-4206-B538-2E5DD4EA1EA8}"/>
              </a:ext>
            </a:extLst>
          </p:cNvPr>
          <p:cNvCxnSpPr>
            <a:cxnSpLocks/>
            <a:stCxn id="42" idx="2"/>
            <a:endCxn id="46" idx="0"/>
          </p:cNvCxnSpPr>
          <p:nvPr/>
        </p:nvCxnSpPr>
        <p:spPr>
          <a:xfrm>
            <a:off x="10172700" y="4780469"/>
            <a:ext cx="914400" cy="4574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1A1DA94-B3F5-4168-8C4C-7C5F199FCFF3}"/>
              </a:ext>
            </a:extLst>
          </p:cNvPr>
          <p:cNvSpPr txBox="1"/>
          <p:nvPr/>
        </p:nvSpPr>
        <p:spPr>
          <a:xfrm>
            <a:off x="4971096" y="431338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0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234067-C91D-4EAB-8E96-3B9A9D793F90}"/>
              </a:ext>
            </a:extLst>
          </p:cNvPr>
          <p:cNvSpPr txBox="1"/>
          <p:nvPr/>
        </p:nvSpPr>
        <p:spPr>
          <a:xfrm>
            <a:off x="6797356" y="4313386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531C27F-7EA7-4899-89E1-BCD518751FCC}"/>
              </a:ext>
            </a:extLst>
          </p:cNvPr>
          <p:cNvCxnSpPr>
            <a:cxnSpLocks/>
            <a:stCxn id="39" idx="2"/>
            <a:endCxn id="87" idx="0"/>
          </p:cNvCxnSpPr>
          <p:nvPr/>
        </p:nvCxnSpPr>
        <p:spPr>
          <a:xfrm flipH="1">
            <a:off x="5466396" y="3845938"/>
            <a:ext cx="896304" cy="467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FF2A227-047A-404F-A20F-8058B49FB2F9}"/>
              </a:ext>
            </a:extLst>
          </p:cNvPr>
          <p:cNvCxnSpPr>
            <a:cxnSpLocks/>
            <a:stCxn id="39" idx="2"/>
            <a:endCxn id="88" idx="0"/>
          </p:cNvCxnSpPr>
          <p:nvPr/>
        </p:nvCxnSpPr>
        <p:spPr>
          <a:xfrm>
            <a:off x="6362700" y="3845938"/>
            <a:ext cx="929956" cy="467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175EAA-3F00-FCA1-D9BF-213730CCFA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3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1" grpId="1" animBg="1"/>
      <p:bldP spid="8" grpId="0" animBg="1"/>
      <p:bldP spid="8" grpId="1" animBg="1"/>
      <p:bldP spid="50" grpId="0" animBg="1"/>
      <p:bldP spid="50" grpId="1" animBg="1"/>
      <p:bldP spid="48" grpId="0" animBg="1"/>
      <p:bldP spid="48" grpId="1" animBg="1"/>
      <p:bldP spid="3" grpId="0" animBg="1"/>
      <p:bldP spid="3" grpId="1" animBg="1"/>
      <p:bldP spid="47" grpId="0" animBg="1"/>
      <p:bldP spid="47" grpId="1" animBg="1"/>
      <p:bldP spid="59" grpId="0" animBg="1"/>
      <p:bldP spid="59" grpId="1" animBg="1"/>
      <p:bldP spid="57" grpId="0" animBg="1"/>
      <p:bldP spid="57" grpId="1" animBg="1"/>
      <p:bldP spid="2" grpId="0" animBg="1"/>
      <p:bldP spid="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memo_fib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[], int n){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[n] != -1)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if(n &lt;= 1)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n;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memo_fib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n-2)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memo_fib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n-1);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fib(int n){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[]=new int[n+1];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-1;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memo_fib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(fib(n));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7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Fibonacci using recursion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88F7C8-4EEC-4F0A-AF31-0893EBCE7655}"/>
              </a:ext>
            </a:extLst>
          </p:cNvPr>
          <p:cNvSpPr txBox="1"/>
          <p:nvPr/>
        </p:nvSpPr>
        <p:spPr>
          <a:xfrm>
            <a:off x="4852990" y="148503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5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71CF2F-0FDA-4783-B58C-D707F215290A}"/>
              </a:ext>
            </a:extLst>
          </p:cNvPr>
          <p:cNvSpPr txBox="1"/>
          <p:nvPr/>
        </p:nvSpPr>
        <p:spPr>
          <a:xfrm>
            <a:off x="2312670" y="24547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3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9ED152-C5D8-4FFE-9226-0D49582E1A59}"/>
              </a:ext>
            </a:extLst>
          </p:cNvPr>
          <p:cNvSpPr txBox="1"/>
          <p:nvPr/>
        </p:nvSpPr>
        <p:spPr>
          <a:xfrm>
            <a:off x="7391400" y="24547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4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2D1506-ECF5-4FBF-B135-1DCE0D80C8D3}"/>
              </a:ext>
            </a:extLst>
          </p:cNvPr>
          <p:cNvSpPr txBox="1"/>
          <p:nvPr/>
        </p:nvSpPr>
        <p:spPr>
          <a:xfrm>
            <a:off x="1463042" y="3369161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E4174-D9C0-4AFE-A076-E6A4CC4F2A2F}"/>
              </a:ext>
            </a:extLst>
          </p:cNvPr>
          <p:cNvSpPr txBox="1"/>
          <p:nvPr/>
        </p:nvSpPr>
        <p:spPr>
          <a:xfrm>
            <a:off x="3101342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46A0FE-092D-4F18-B997-5BB8ACBB5B7D}"/>
              </a:ext>
            </a:extLst>
          </p:cNvPr>
          <p:cNvSpPr txBox="1"/>
          <p:nvPr/>
        </p:nvSpPr>
        <p:spPr>
          <a:xfrm>
            <a:off x="5867400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2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639F59-84C9-4D70-8FE4-C567A1E223C3}"/>
              </a:ext>
            </a:extLst>
          </p:cNvPr>
          <p:cNvSpPr txBox="1"/>
          <p:nvPr/>
        </p:nvSpPr>
        <p:spPr>
          <a:xfrm>
            <a:off x="8834120" y="3368884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3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9644CE-BFDD-4842-86E3-0559242C8E74}"/>
              </a:ext>
            </a:extLst>
          </p:cNvPr>
          <p:cNvSpPr txBox="1"/>
          <p:nvPr/>
        </p:nvSpPr>
        <p:spPr>
          <a:xfrm>
            <a:off x="22733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0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565A6E-F6AD-4C8D-B8F0-1370B0ABD4A4}"/>
              </a:ext>
            </a:extLst>
          </p:cNvPr>
          <p:cNvSpPr txBox="1"/>
          <p:nvPr/>
        </p:nvSpPr>
        <p:spPr>
          <a:xfrm>
            <a:off x="3886200" y="4303415"/>
            <a:ext cx="990600" cy="4770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500" dirty="0">
                <a:latin typeface="Nunito Sans" panose="020B0604020202020204" charset="0"/>
              </a:rPr>
              <a:t>fib(</a:t>
            </a:r>
            <a:r>
              <a:rPr lang="en-IN" sz="2300" dirty="0">
                <a:latin typeface="Nunito Sans" panose="020B0604020202020204" charset="0"/>
              </a:rPr>
              <a:t>1</a:t>
            </a:r>
            <a:r>
              <a:rPr lang="en-IN" sz="2500" dirty="0">
                <a:latin typeface="Nunito Sans" panose="020B0604020202020204" charset="0"/>
              </a:rPr>
              <a:t>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B3002E1-4294-4A4B-8E5B-B21598D67848}"/>
              </a:ext>
            </a:extLst>
          </p:cNvPr>
          <p:cNvCxnSpPr>
            <a:cxnSpLocks/>
          </p:cNvCxnSpPr>
          <p:nvPr/>
        </p:nvCxnSpPr>
        <p:spPr>
          <a:xfrm flipH="1">
            <a:off x="1929768" y="2931815"/>
            <a:ext cx="849628" cy="437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F7381F3-FD69-4225-92E3-3092CCC9A399}"/>
              </a:ext>
            </a:extLst>
          </p:cNvPr>
          <p:cNvCxnSpPr>
            <a:cxnSpLocks/>
          </p:cNvCxnSpPr>
          <p:nvPr/>
        </p:nvCxnSpPr>
        <p:spPr>
          <a:xfrm>
            <a:off x="2779396" y="2931815"/>
            <a:ext cx="788672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FB8B86F-0EEF-45C6-BDEF-46F87AE60A8B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 flipH="1">
            <a:off x="2807970" y="1962089"/>
            <a:ext cx="2540320" cy="492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74AE42D-A452-4072-8D66-9F3D44A08998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>
            <a:off x="5348290" y="1962089"/>
            <a:ext cx="2538410" cy="4926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851CFB6-9A59-4E09-AB87-CD73E00A2326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 flipH="1">
            <a:off x="6362700" y="2931815"/>
            <a:ext cx="1524000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EE95503-E10C-4E90-BEEB-46692B32BCDD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>
            <a:off x="7886700" y="2931815"/>
            <a:ext cx="1442720" cy="437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6F0F996-CFBC-44E5-9844-3938DDD40A94}"/>
              </a:ext>
            </a:extLst>
          </p:cNvPr>
          <p:cNvCxnSpPr>
            <a:cxnSpLocks/>
          </p:cNvCxnSpPr>
          <p:nvPr/>
        </p:nvCxnSpPr>
        <p:spPr>
          <a:xfrm flipH="1">
            <a:off x="2740026" y="3867656"/>
            <a:ext cx="833754" cy="435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774C320-83D8-47B0-9836-956F833CB937}"/>
              </a:ext>
            </a:extLst>
          </p:cNvPr>
          <p:cNvCxnSpPr>
            <a:cxnSpLocks/>
          </p:cNvCxnSpPr>
          <p:nvPr/>
        </p:nvCxnSpPr>
        <p:spPr>
          <a:xfrm>
            <a:off x="3573780" y="3867656"/>
            <a:ext cx="779146" cy="435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61099E4-4A2C-4655-B972-194439AA7DB5}"/>
              </a:ext>
            </a:extLst>
          </p:cNvPr>
          <p:cNvSpPr txBox="1"/>
          <p:nvPr/>
        </p:nvSpPr>
        <p:spPr>
          <a:xfrm>
            <a:off x="2269054" y="4302628"/>
            <a:ext cx="990600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6201C2F-98A4-4DFE-88DF-E9D878560375}"/>
              </a:ext>
            </a:extLst>
          </p:cNvPr>
          <p:cNvSpPr txBox="1"/>
          <p:nvPr/>
        </p:nvSpPr>
        <p:spPr>
          <a:xfrm>
            <a:off x="1464352" y="3371697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6E82CF-C846-4830-BE06-0D32D937E72B}"/>
              </a:ext>
            </a:extLst>
          </p:cNvPr>
          <p:cNvSpPr txBox="1"/>
          <p:nvPr/>
        </p:nvSpPr>
        <p:spPr>
          <a:xfrm>
            <a:off x="3387726" y="4303415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74B961B-4EFA-4D52-957A-127A4ED9DEC5}"/>
              </a:ext>
            </a:extLst>
          </p:cNvPr>
          <p:cNvSpPr txBox="1"/>
          <p:nvPr/>
        </p:nvSpPr>
        <p:spPr>
          <a:xfrm>
            <a:off x="3878035" y="4296826"/>
            <a:ext cx="990600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C46A55-B461-4427-A4DF-A7077B3A76E9}"/>
              </a:ext>
            </a:extLst>
          </p:cNvPr>
          <p:cNvSpPr txBox="1"/>
          <p:nvPr/>
        </p:nvSpPr>
        <p:spPr>
          <a:xfrm>
            <a:off x="2574447" y="3400016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208377-1591-4C44-A324-4EED91486649}"/>
              </a:ext>
            </a:extLst>
          </p:cNvPr>
          <p:cNvSpPr txBox="1"/>
          <p:nvPr/>
        </p:nvSpPr>
        <p:spPr>
          <a:xfrm>
            <a:off x="2312670" y="2448711"/>
            <a:ext cx="990600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FC66C60-F320-4B09-B6A2-6E72E3AE77E2}"/>
              </a:ext>
            </a:extLst>
          </p:cNvPr>
          <p:cNvSpPr txBox="1"/>
          <p:nvPr/>
        </p:nvSpPr>
        <p:spPr>
          <a:xfrm>
            <a:off x="3097854" y="3377418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E7091C2-860D-4A29-B34F-CEC10C154DA8}"/>
              </a:ext>
            </a:extLst>
          </p:cNvPr>
          <p:cNvSpPr txBox="1"/>
          <p:nvPr/>
        </p:nvSpPr>
        <p:spPr>
          <a:xfrm>
            <a:off x="5863912" y="3352311"/>
            <a:ext cx="994088" cy="524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3A51B4F-C110-4F72-BA42-0FF9A9B34D6B}"/>
              </a:ext>
            </a:extLst>
          </p:cNvPr>
          <p:cNvSpPr txBox="1"/>
          <p:nvPr/>
        </p:nvSpPr>
        <p:spPr>
          <a:xfrm>
            <a:off x="7666989" y="3367469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A4DA1BF-AECE-4A09-94E3-782991C4CF73}"/>
              </a:ext>
            </a:extLst>
          </p:cNvPr>
          <p:cNvSpPr txBox="1"/>
          <p:nvPr/>
        </p:nvSpPr>
        <p:spPr>
          <a:xfrm>
            <a:off x="7387912" y="2434338"/>
            <a:ext cx="994088" cy="524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3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C8C936E-FDA7-4DCE-9DDB-CE5118610192}"/>
              </a:ext>
            </a:extLst>
          </p:cNvPr>
          <p:cNvSpPr txBox="1"/>
          <p:nvPr/>
        </p:nvSpPr>
        <p:spPr>
          <a:xfrm>
            <a:off x="5179697" y="2535008"/>
            <a:ext cx="3581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+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32C37EA-6AA7-4EFE-AB4A-672055909116}"/>
              </a:ext>
            </a:extLst>
          </p:cNvPr>
          <p:cNvSpPr txBox="1"/>
          <p:nvPr/>
        </p:nvSpPr>
        <p:spPr>
          <a:xfrm>
            <a:off x="4843219" y="1479343"/>
            <a:ext cx="994088" cy="47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5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617C46F-8A0A-446D-990E-068542AA2C66}"/>
              </a:ext>
            </a:extLst>
          </p:cNvPr>
          <p:cNvGraphicFramePr>
            <a:graphicFrameLocks noGrp="1"/>
          </p:cNvGraphicFramePr>
          <p:nvPr/>
        </p:nvGraphicFramePr>
        <p:xfrm>
          <a:off x="1491987" y="5807945"/>
          <a:ext cx="4452726" cy="59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121">
                  <a:extLst>
                    <a:ext uri="{9D8B030D-6E8A-4147-A177-3AD203B41FA5}">
                      <a16:colId xmlns:a16="http://schemas.microsoft.com/office/drawing/2014/main" val="2196988348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3241029458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220649474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221551788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1978179373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1735720549"/>
                    </a:ext>
                  </a:extLst>
                </a:gridCol>
              </a:tblGrid>
              <a:tr h="592855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3058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C1E95A1-031F-40B6-9963-E0A73948D430}"/>
              </a:ext>
            </a:extLst>
          </p:cNvPr>
          <p:cNvSpPr txBox="1"/>
          <p:nvPr/>
        </p:nvSpPr>
        <p:spPr>
          <a:xfrm>
            <a:off x="838200" y="5791452"/>
            <a:ext cx="8763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err="1"/>
              <a:t>arr</a:t>
            </a:r>
            <a:endParaRPr lang="en-IN" sz="2500" dirty="0"/>
          </a:p>
        </p:txBody>
      </p:sp>
      <p:graphicFrame>
        <p:nvGraphicFramePr>
          <p:cNvPr id="59" name="Table 2">
            <a:extLst>
              <a:ext uri="{FF2B5EF4-FFF2-40B4-BE49-F238E27FC236}">
                <a16:creationId xmlns:a16="http://schemas.microsoft.com/office/drawing/2014/main" id="{00EDC954-48B0-4D6D-AFE9-EB1EB44C2934}"/>
              </a:ext>
            </a:extLst>
          </p:cNvPr>
          <p:cNvGraphicFramePr>
            <a:graphicFrameLocks noGrp="1"/>
          </p:cNvGraphicFramePr>
          <p:nvPr/>
        </p:nvGraphicFramePr>
        <p:xfrm>
          <a:off x="1493383" y="5329392"/>
          <a:ext cx="4451436" cy="47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06">
                  <a:extLst>
                    <a:ext uri="{9D8B030D-6E8A-4147-A177-3AD203B41FA5}">
                      <a16:colId xmlns:a16="http://schemas.microsoft.com/office/drawing/2014/main" val="2196988348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3241029458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220649474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221551788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1978179373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1735720549"/>
                    </a:ext>
                  </a:extLst>
                </a:gridCol>
              </a:tblGrid>
              <a:tr h="457372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30582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62592D0-816C-4ECB-BEEA-AEF525656D01}"/>
              </a:ext>
            </a:extLst>
          </p:cNvPr>
          <p:cNvSpPr/>
          <p:nvPr/>
        </p:nvSpPr>
        <p:spPr>
          <a:xfrm>
            <a:off x="2230494" y="5807945"/>
            <a:ext cx="776980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F1AFE0F-79DD-47B2-BE5D-CC45DCE92470}"/>
              </a:ext>
            </a:extLst>
          </p:cNvPr>
          <p:cNvSpPr/>
          <p:nvPr/>
        </p:nvSpPr>
        <p:spPr>
          <a:xfrm>
            <a:off x="1491880" y="5807945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0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478E2B-8476-421A-B585-7D49427382EC}"/>
              </a:ext>
            </a:extLst>
          </p:cNvPr>
          <p:cNvSpPr/>
          <p:nvPr/>
        </p:nvSpPr>
        <p:spPr>
          <a:xfrm>
            <a:off x="2979061" y="5807945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8D0D1DA-E0B6-471F-8B3E-CE49BE69B97C}"/>
              </a:ext>
            </a:extLst>
          </p:cNvPr>
          <p:cNvSpPr/>
          <p:nvPr/>
        </p:nvSpPr>
        <p:spPr>
          <a:xfrm>
            <a:off x="3723972" y="5810615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2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3EE773-9DE7-469E-B166-1371B56D7289}"/>
              </a:ext>
            </a:extLst>
          </p:cNvPr>
          <p:cNvSpPr txBox="1"/>
          <p:nvPr/>
        </p:nvSpPr>
        <p:spPr>
          <a:xfrm>
            <a:off x="8834120" y="3374009"/>
            <a:ext cx="990600" cy="5247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66E8DF6-9685-4C9F-9AFA-B45C5E855B1E}"/>
              </a:ext>
            </a:extLst>
          </p:cNvPr>
          <p:cNvSpPr/>
          <p:nvPr/>
        </p:nvSpPr>
        <p:spPr>
          <a:xfrm>
            <a:off x="4468883" y="5809280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3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8219432-37F1-4ECA-9499-B65F8233A07C}"/>
              </a:ext>
            </a:extLst>
          </p:cNvPr>
          <p:cNvSpPr/>
          <p:nvPr/>
        </p:nvSpPr>
        <p:spPr>
          <a:xfrm>
            <a:off x="5203036" y="5809280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5</a:t>
            </a:r>
            <a:endParaRPr lang="en-IN" sz="2500" dirty="0">
              <a:latin typeface="Nunito Sans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55B7C-1DF4-5045-9B33-0ECA188CB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3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80" grpId="0" animBg="1"/>
      <p:bldP spid="81" grpId="0" animBg="1"/>
      <p:bldP spid="82" grpId="0"/>
      <p:bldP spid="83" grpId="0" animBg="1"/>
      <p:bldP spid="84" grpId="0"/>
      <p:bldP spid="86" grpId="0" animBg="1"/>
      <p:bldP spid="113" grpId="0" animBg="1"/>
      <p:bldP spid="115" grpId="0" animBg="1"/>
      <p:bldP spid="119" grpId="0"/>
      <p:bldP spid="120" grpId="0" animBg="1"/>
      <p:bldP spid="121" grpId="0"/>
      <p:bldP spid="122" grpId="0" animBg="1"/>
      <p:bldP spid="5" grpId="0" animBg="1"/>
      <p:bldP spid="60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686872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fib(int n){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f[]=new int[n+1];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f[0] = 0;   f[1] = 1;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f[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f[i-1] + f[i-2];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f[n];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(fib(n));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AA375481-39F8-406E-B19F-F7BEF80F2B9E}"/>
              </a:ext>
            </a:extLst>
          </p:cNvPr>
          <p:cNvGraphicFramePr>
            <a:graphicFrameLocks noGrp="1"/>
          </p:cNvGraphicFramePr>
          <p:nvPr/>
        </p:nvGraphicFramePr>
        <p:xfrm>
          <a:off x="7522509" y="3709433"/>
          <a:ext cx="4452726" cy="59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121">
                  <a:extLst>
                    <a:ext uri="{9D8B030D-6E8A-4147-A177-3AD203B41FA5}">
                      <a16:colId xmlns:a16="http://schemas.microsoft.com/office/drawing/2014/main" val="2196988348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3241029458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220649474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221551788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1978179373"/>
                    </a:ext>
                  </a:extLst>
                </a:gridCol>
                <a:gridCol w="742121">
                  <a:extLst>
                    <a:ext uri="{9D8B030D-6E8A-4147-A177-3AD203B41FA5}">
                      <a16:colId xmlns:a16="http://schemas.microsoft.com/office/drawing/2014/main" val="1735720549"/>
                    </a:ext>
                  </a:extLst>
                </a:gridCol>
              </a:tblGrid>
              <a:tr h="592855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30582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6F4E1E-F00A-49F4-87E7-CE3752F62693}"/>
              </a:ext>
            </a:extLst>
          </p:cNvPr>
          <p:cNvSpPr txBox="1"/>
          <p:nvPr/>
        </p:nvSpPr>
        <p:spPr>
          <a:xfrm>
            <a:off x="6868722" y="3692940"/>
            <a:ext cx="8763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err="1"/>
              <a:t>arr</a:t>
            </a:r>
            <a:endParaRPr lang="en-IN" sz="2500" dirty="0"/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A17CADE4-F95D-43D6-8DCB-D8EDEE4D0673}"/>
              </a:ext>
            </a:extLst>
          </p:cNvPr>
          <p:cNvGraphicFramePr>
            <a:graphicFrameLocks noGrp="1"/>
          </p:cNvGraphicFramePr>
          <p:nvPr/>
        </p:nvGraphicFramePr>
        <p:xfrm>
          <a:off x="7523905" y="3230880"/>
          <a:ext cx="4451436" cy="472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906">
                  <a:extLst>
                    <a:ext uri="{9D8B030D-6E8A-4147-A177-3AD203B41FA5}">
                      <a16:colId xmlns:a16="http://schemas.microsoft.com/office/drawing/2014/main" val="2196988348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3241029458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220649474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221551788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1978179373"/>
                    </a:ext>
                  </a:extLst>
                </a:gridCol>
                <a:gridCol w="741906">
                  <a:extLst>
                    <a:ext uri="{9D8B030D-6E8A-4147-A177-3AD203B41FA5}">
                      <a16:colId xmlns:a16="http://schemas.microsoft.com/office/drawing/2014/main" val="1735720549"/>
                    </a:ext>
                  </a:extLst>
                </a:gridCol>
              </a:tblGrid>
              <a:tr h="457372"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500" dirty="0">
                          <a:latin typeface="Nunito Sans" panose="020B060402020202020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30582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E0E0374-4007-45EC-87F4-1419E929798A}"/>
              </a:ext>
            </a:extLst>
          </p:cNvPr>
          <p:cNvSpPr/>
          <p:nvPr/>
        </p:nvSpPr>
        <p:spPr>
          <a:xfrm>
            <a:off x="8264561" y="3690216"/>
            <a:ext cx="776980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73A685-C901-4FF6-95EF-24881B0D794E}"/>
              </a:ext>
            </a:extLst>
          </p:cNvPr>
          <p:cNvSpPr/>
          <p:nvPr/>
        </p:nvSpPr>
        <p:spPr>
          <a:xfrm>
            <a:off x="7525947" y="3690216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0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4160A1-40D6-4522-9A1E-AEC32429C8DA}"/>
              </a:ext>
            </a:extLst>
          </p:cNvPr>
          <p:cNvSpPr/>
          <p:nvPr/>
        </p:nvSpPr>
        <p:spPr>
          <a:xfrm>
            <a:off x="9013128" y="3690216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1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C53965-ED45-443E-B230-F280B51B8AA3}"/>
              </a:ext>
            </a:extLst>
          </p:cNvPr>
          <p:cNvSpPr/>
          <p:nvPr/>
        </p:nvSpPr>
        <p:spPr>
          <a:xfrm>
            <a:off x="9758039" y="3692886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2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CF63FE-8B82-4BB6-A955-BE082832F821}"/>
              </a:ext>
            </a:extLst>
          </p:cNvPr>
          <p:cNvSpPr/>
          <p:nvPr/>
        </p:nvSpPr>
        <p:spPr>
          <a:xfrm>
            <a:off x="10502950" y="3691551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3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4464EC-F695-4A0E-9A11-FB80E57BA0A7}"/>
              </a:ext>
            </a:extLst>
          </p:cNvPr>
          <p:cNvSpPr/>
          <p:nvPr/>
        </p:nvSpPr>
        <p:spPr>
          <a:xfrm>
            <a:off x="11237103" y="3691551"/>
            <a:ext cx="748673" cy="592855"/>
          </a:xfrm>
          <a:prstGeom prst="rect">
            <a:avLst/>
          </a:prstGeom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5</a:t>
            </a:r>
            <a:endParaRPr lang="en-IN" sz="2500" dirty="0">
              <a:latin typeface="Nunito Sans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2797D-5AB3-3588-2BCE-F70ECB4C94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7348799" y="571168"/>
            <a:ext cx="426946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Fibonacci using 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1813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817</Words>
  <Application>Microsoft Office PowerPoint</Application>
  <PresentationFormat>Widescreen</PresentationFormat>
  <Paragraphs>249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2024-01-12T04:53:49Z</dcterms:created>
  <dcterms:modified xsi:type="dcterms:W3CDTF">2024-01-12T05:14:20Z</dcterms:modified>
</cp:coreProperties>
</file>