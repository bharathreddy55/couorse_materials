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744" r:id="rId2"/>
    <p:sldId id="260" r:id="rId3"/>
    <p:sldId id="357" r:id="rId4"/>
    <p:sldId id="359" r:id="rId5"/>
    <p:sldId id="358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8A8C6-5E36-409C-99F4-2C15B408ECEA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00A57-63B1-42F0-B049-DEAD543A2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731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07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1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EF98-801F-F02B-3574-0B9068A9A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1D1CA-F02A-3679-6FEA-931FD546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11BD-575D-536C-E42B-462443C9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16F00-B3A6-EA72-426D-7B264CAB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3BC77-62BB-BC02-3C8A-65BC48D0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28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2DD6-F0FC-B056-E8F1-C955E01B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ACBE8-CA5A-D18E-F8BB-27ABA1A8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1F41D-81A9-1817-41FB-C1CCBB328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66311-0E21-D5B5-93A6-1C0CEF3D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24D5F-9E81-3D56-AE4C-E13204C8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5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AAD4-502E-D198-659C-43626E56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2C74-8992-54E7-09BE-8D0EF1D41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AB34-CEA1-34F4-F1C2-3845235B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719CC-00F2-6450-0EC0-8EBDDDF2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81B82-38FB-8242-1B78-24F5B618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7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59A2-6A5F-4CED-1988-6EE1A92A2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2919-7573-D663-5EEA-C0B125E67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05B14-399F-D093-390D-D96B37FE9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A6C42-DDF1-B722-4CCF-781D1684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2F3EC-C57D-8BBA-911A-1458A418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9EF91-F0E3-D673-B55D-E7AEF0DC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3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7AC1-56F6-AF3E-D144-F577174D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3D3D7-5E13-0621-71DC-85242FF81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9F782-1DE4-2F45-4E00-6CE89C250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2499-7A8F-4A12-FC6E-BF65041F1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373449-3EB5-3AAC-07F8-3EE4F6512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8922F-05E0-56D0-1558-49F65D0C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A15CEE-2E78-1668-183A-46D82FC0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5995E-3A18-9858-C310-D9CFFAAA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08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1D657-4F84-C3E9-9AB1-32F525B1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63FDB-5946-87A9-DF5D-50D4C953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EFF5E-06C7-A8EC-DB10-8D5DA1DE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28E7E-E5F3-CFD4-1315-0E13490F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83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E9196-884B-F6F5-3C97-FF421AB6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3A9B8-643F-C830-5CB8-7BC386F0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CD283-521E-D6AF-6065-3CF5AC01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80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95B4-6F90-DEB9-C0DC-A171087F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EEF6-0178-4261-4147-BFC3E0424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68908-1524-52A4-19EF-3DABF1ABB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AC757-2495-0CB2-4F77-AA75EB65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7C293-8AC1-1E7F-ABF5-510556C8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9A628-4EA2-5253-816B-974D9E9D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36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BD61-C89D-BFCC-5CD8-F93CEF61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368DA-6CCA-DEBB-816A-34FE736C6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FE2CF-65E6-016D-7BCB-A44968A3A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57551-0538-4C3B-4697-E6F5634E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4D126-378F-6CBC-D171-1AF7BE42A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23791-B3C7-5192-8A64-06941050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33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02A8-B26D-659A-6932-8329A04C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922C7-F42E-C298-D5D7-FDE26C2DC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45A90-65D1-42DE-EDFD-C6B5DEAB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16DB7-2077-14B7-6CA2-A27A64B9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DB61C-FD8B-0993-82D6-7E942C5F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7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42B57-30B2-4F81-EEC2-912588356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1A193-C2CA-C5C4-676C-865900AD6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B4115-70F7-F4F0-EC5E-6824342D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83918-6773-6754-D51F-CFAA6A62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E298F-0A35-BF2C-08D3-EFA1B96C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5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2EA1F-F5AD-420E-CFCA-2EB6DD30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9B3DB-90F7-6ECA-3DA6-71CE5F4C9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7CE47-204C-5470-0251-2D7C01379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FCF23-D6BE-4254-A771-B43BCBECC24F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CB0EC-2E50-AC94-89C6-380020B0B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8FA5F-D06A-D07D-0B81-9FD8A5B76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5D2E-6A03-4B5B-950A-6EF6CA291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86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0 – 1 Knapsack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0 – 1 Knapsack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C088-43F9-4039-891A-2FC9B551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05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Nunito Sans" panose="020B0604020202020204" charset="0"/>
              </a:rPr>
              <a:t>Sample Input:</a:t>
            </a:r>
          </a:p>
          <a:p>
            <a:pPr marL="0" indent="0">
              <a:buNone/>
            </a:pPr>
            <a:endParaRPr lang="en-IN" sz="2500" b="1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Weight</a:t>
            </a:r>
          </a:p>
          <a:p>
            <a:pPr marL="0" indent="0">
              <a:buNone/>
            </a:pPr>
            <a:endParaRPr lang="en-IN" sz="2500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Value</a:t>
            </a:r>
          </a:p>
          <a:p>
            <a:pPr marL="0" indent="0">
              <a:buNone/>
            </a:pPr>
            <a:endParaRPr lang="en-IN" sz="2500" b="1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Weight : 10</a:t>
            </a:r>
          </a:p>
          <a:p>
            <a:pPr marL="0" indent="0">
              <a:buNone/>
            </a:pPr>
            <a:endParaRPr lang="en-IN" sz="2500" b="1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IN" sz="2500" b="1" dirty="0">
                <a:latin typeface="Nunito Sans" panose="020B0604020202020204" charset="0"/>
              </a:rPr>
              <a:t>Sample Output:</a:t>
            </a: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13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0177F9-D82C-453A-966D-84041BAB5D11}"/>
              </a:ext>
            </a:extLst>
          </p:cNvPr>
          <p:cNvGrpSpPr/>
          <p:nvPr/>
        </p:nvGrpSpPr>
        <p:grpSpPr>
          <a:xfrm>
            <a:off x="2286820" y="2501412"/>
            <a:ext cx="2729948" cy="533400"/>
            <a:chOff x="3810000" y="2209800"/>
            <a:chExt cx="2729948" cy="5334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9D8F0-E896-4C10-9C65-6952B8684BFC}"/>
                </a:ext>
              </a:extLst>
            </p:cNvPr>
            <p:cNvSpPr/>
            <p:nvPr/>
          </p:nvSpPr>
          <p:spPr>
            <a:xfrm>
              <a:off x="3810000" y="2209800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1</a:t>
              </a:r>
              <a:endParaRPr lang="en-IN" sz="3200" dirty="0">
                <a:latin typeface="Nunito Sans" panose="020B060402020202020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2354D4-C945-4579-9E29-DDF0CE896824}"/>
                </a:ext>
              </a:extLst>
            </p:cNvPr>
            <p:cNvSpPr/>
            <p:nvPr/>
          </p:nvSpPr>
          <p:spPr>
            <a:xfrm>
              <a:off x="4490831" y="2209800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4</a:t>
              </a:r>
              <a:endParaRPr lang="en-IN" sz="3200" dirty="0">
                <a:latin typeface="Nunito Sans" panose="020B060402020202020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9D7EC0-B69B-4F6F-B00F-E769622BFBC8}"/>
                </a:ext>
              </a:extLst>
            </p:cNvPr>
            <p:cNvSpPr/>
            <p:nvPr/>
          </p:nvSpPr>
          <p:spPr>
            <a:xfrm>
              <a:off x="5173317" y="2209800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6</a:t>
              </a:r>
              <a:endParaRPr lang="en-IN" sz="3200" dirty="0">
                <a:latin typeface="Nunito Sans" panose="020B060402020202020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C0392C-F9C8-48F3-86DA-5D16F10E069A}"/>
                </a:ext>
              </a:extLst>
            </p:cNvPr>
            <p:cNvSpPr/>
            <p:nvPr/>
          </p:nvSpPr>
          <p:spPr>
            <a:xfrm>
              <a:off x="5854148" y="2209800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8</a:t>
              </a:r>
              <a:endParaRPr lang="en-IN" sz="3200" dirty="0">
                <a:latin typeface="Nunito Sans" panose="020B060402020202020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7412309-F13D-45F3-8852-E617A33E154A}"/>
              </a:ext>
            </a:extLst>
          </p:cNvPr>
          <p:cNvGrpSpPr/>
          <p:nvPr/>
        </p:nvGrpSpPr>
        <p:grpSpPr>
          <a:xfrm>
            <a:off x="2286820" y="3438324"/>
            <a:ext cx="2729128" cy="533400"/>
            <a:chOff x="2289314" y="3284709"/>
            <a:chExt cx="2729128" cy="5334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144E8A9-7F5A-4CF8-A144-F9F2E6C6EFBF}"/>
                </a:ext>
              </a:extLst>
            </p:cNvPr>
            <p:cNvSpPr/>
            <p:nvPr/>
          </p:nvSpPr>
          <p:spPr>
            <a:xfrm>
              <a:off x="2289314" y="3284709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1</a:t>
              </a:r>
              <a:endParaRPr lang="en-IN" sz="3200" dirty="0">
                <a:latin typeface="Nunito Sans" panose="020B060402020202020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27F9AB2-C719-4AF3-8A83-FF3F37DE7CB1}"/>
                </a:ext>
              </a:extLst>
            </p:cNvPr>
            <p:cNvSpPr/>
            <p:nvPr/>
          </p:nvSpPr>
          <p:spPr>
            <a:xfrm>
              <a:off x="2971800" y="3284709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6</a:t>
              </a:r>
              <a:endParaRPr lang="en-IN" sz="3200" dirty="0">
                <a:latin typeface="Nunito Sans" panose="020B060402020202020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F153EC-3667-4728-9034-16370E9C7FC6}"/>
                </a:ext>
              </a:extLst>
            </p:cNvPr>
            <p:cNvSpPr/>
            <p:nvPr/>
          </p:nvSpPr>
          <p:spPr>
            <a:xfrm>
              <a:off x="3652631" y="3284709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7</a:t>
              </a:r>
              <a:endParaRPr lang="en-IN" sz="3200" dirty="0">
                <a:latin typeface="Nunito Sans" panose="020B060402020202020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04387A-16D0-44F4-B2AF-CA85DCC9A7A4}"/>
                </a:ext>
              </a:extLst>
            </p:cNvPr>
            <p:cNvSpPr/>
            <p:nvPr/>
          </p:nvSpPr>
          <p:spPr>
            <a:xfrm>
              <a:off x="4332642" y="3284709"/>
              <a:ext cx="6858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Nunito Sans" panose="020B0604020202020204" charset="0"/>
                </a:rPr>
                <a:t>9</a:t>
              </a:r>
              <a:endParaRPr lang="en-IN" sz="3200" dirty="0">
                <a:latin typeface="Nunito Sans" panose="020B060402020202020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8DA6049-0284-D33E-7F00-AD285B9587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3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0 – 1 Knapsack Problem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7F1CDA-CC98-4AA0-AF45-CD1C5D73D3D0}"/>
              </a:ext>
            </a:extLst>
          </p:cNvPr>
          <p:cNvGrpSpPr/>
          <p:nvPr/>
        </p:nvGrpSpPr>
        <p:grpSpPr>
          <a:xfrm>
            <a:off x="1600200" y="2138251"/>
            <a:ext cx="8991348" cy="3046338"/>
            <a:chOff x="2893470" y="1981200"/>
            <a:chExt cx="6925124" cy="26558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16BD1A-DBCA-4E8E-9C59-1920F9C56EC8}"/>
                </a:ext>
              </a:extLst>
            </p:cNvPr>
            <p:cNvSpPr/>
            <p:nvPr/>
          </p:nvSpPr>
          <p:spPr>
            <a:xfrm>
              <a:off x="2893724" y="1981200"/>
              <a:ext cx="533400" cy="5322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100" dirty="0">
                  <a:latin typeface="Nunito Sans" panose="020B0604020202020204" charset="0"/>
                </a:rPr>
                <a:t>v</a:t>
              </a:r>
              <a:r>
                <a:rPr lang="en-IN" sz="2100" dirty="0">
                  <a:latin typeface="Nunito Sans" panose="020B0604020202020204" charset="0"/>
                </a:rPr>
                <a:t>al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22D8B5-DCB2-4EE2-B3AA-662449EC9983}"/>
                </a:ext>
              </a:extLst>
            </p:cNvPr>
            <p:cNvSpPr/>
            <p:nvPr/>
          </p:nvSpPr>
          <p:spPr>
            <a:xfrm>
              <a:off x="34271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300" dirty="0">
                  <a:latin typeface="Nunito Sans" panose="020B0604020202020204" charset="0"/>
                </a:rPr>
                <a:t>w</a:t>
              </a:r>
              <a:r>
                <a:rPr lang="en-IN" sz="2300" dirty="0">
                  <a:latin typeface="Nunito Sans" panose="020B0604020202020204" charset="0"/>
                </a:rPr>
                <a:t>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A4D0F2-EEE6-454D-AB4A-83A5F327B4A8}"/>
                </a:ext>
              </a:extLst>
            </p:cNvPr>
            <p:cNvSpPr/>
            <p:nvPr/>
          </p:nvSpPr>
          <p:spPr>
            <a:xfrm>
              <a:off x="39605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0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0177DF-9A72-49D0-8B81-085B6E083EF7}"/>
                </a:ext>
              </a:extLst>
            </p:cNvPr>
            <p:cNvSpPr/>
            <p:nvPr/>
          </p:nvSpPr>
          <p:spPr>
            <a:xfrm>
              <a:off x="44939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1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17AD974-5910-477E-A2A7-4D1F1ED9C59C}"/>
                </a:ext>
              </a:extLst>
            </p:cNvPr>
            <p:cNvSpPr/>
            <p:nvPr/>
          </p:nvSpPr>
          <p:spPr>
            <a:xfrm>
              <a:off x="50273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2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6A0F1F-4691-42C2-8692-2D63000E4CBD}"/>
                </a:ext>
              </a:extLst>
            </p:cNvPr>
            <p:cNvSpPr/>
            <p:nvPr/>
          </p:nvSpPr>
          <p:spPr>
            <a:xfrm>
              <a:off x="55607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3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786334-BF4E-4743-9601-56A841A3CAE6}"/>
                </a:ext>
              </a:extLst>
            </p:cNvPr>
            <p:cNvSpPr/>
            <p:nvPr/>
          </p:nvSpPr>
          <p:spPr>
            <a:xfrm>
              <a:off x="60941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4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B4949C-3C93-43A2-A9A8-A9E23BA3BF0A}"/>
                </a:ext>
              </a:extLst>
            </p:cNvPr>
            <p:cNvSpPr/>
            <p:nvPr/>
          </p:nvSpPr>
          <p:spPr>
            <a:xfrm>
              <a:off x="66275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5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9C3A60-ACC6-479A-918C-01E2F96D2744}"/>
                </a:ext>
              </a:extLst>
            </p:cNvPr>
            <p:cNvSpPr/>
            <p:nvPr/>
          </p:nvSpPr>
          <p:spPr>
            <a:xfrm>
              <a:off x="71609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6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D5BC94-97FC-4452-AC31-C3D19C0EAFA4}"/>
                </a:ext>
              </a:extLst>
            </p:cNvPr>
            <p:cNvSpPr/>
            <p:nvPr/>
          </p:nvSpPr>
          <p:spPr>
            <a:xfrm>
              <a:off x="7694578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300" dirty="0">
                  <a:latin typeface="Nunito Sans" panose="020B0604020202020204" charset="0"/>
                </a:rPr>
                <a:t>7</a:t>
              </a:r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FAB6109-A50B-4D24-A19D-BF84DCA53250}"/>
                </a:ext>
              </a:extLst>
            </p:cNvPr>
            <p:cNvSpPr/>
            <p:nvPr/>
          </p:nvSpPr>
          <p:spPr>
            <a:xfrm>
              <a:off x="8226786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300" dirty="0">
                  <a:latin typeface="Nunito Sans" panose="020B0604020202020204" charset="0"/>
                </a:rPr>
                <a:t>8</a:t>
              </a:r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805C686-83C0-4BB5-9F82-030653C3ACD3}"/>
                </a:ext>
              </a:extLst>
            </p:cNvPr>
            <p:cNvSpPr/>
            <p:nvPr/>
          </p:nvSpPr>
          <p:spPr>
            <a:xfrm>
              <a:off x="8753883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300" dirty="0">
                  <a:latin typeface="Nunito Sans" panose="020B0604020202020204" charset="0"/>
                </a:rPr>
                <a:t>9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EF0273-DFD0-497B-A5EE-90AE1DD103DC}"/>
                </a:ext>
              </a:extLst>
            </p:cNvPr>
            <p:cNvSpPr/>
            <p:nvPr/>
          </p:nvSpPr>
          <p:spPr>
            <a:xfrm>
              <a:off x="9285642" y="1981200"/>
              <a:ext cx="532952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200" dirty="0">
                  <a:latin typeface="Nunito Sans" panose="020B0604020202020204" charset="0"/>
                </a:rPr>
                <a:t>10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0F3855F-4639-491F-A05B-E7DD9213706D}"/>
                </a:ext>
              </a:extLst>
            </p:cNvPr>
            <p:cNvSpPr/>
            <p:nvPr/>
          </p:nvSpPr>
          <p:spPr>
            <a:xfrm>
              <a:off x="2893724" y="2513440"/>
              <a:ext cx="533400" cy="5345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1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FF3B6A8-4621-435F-BEAF-82CA2DD67196}"/>
                </a:ext>
              </a:extLst>
            </p:cNvPr>
            <p:cNvSpPr/>
            <p:nvPr/>
          </p:nvSpPr>
          <p:spPr>
            <a:xfrm>
              <a:off x="34271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1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5B12DB-72AA-4904-B785-BF87C63C0CB4}"/>
                </a:ext>
              </a:extLst>
            </p:cNvPr>
            <p:cNvSpPr/>
            <p:nvPr/>
          </p:nvSpPr>
          <p:spPr>
            <a:xfrm>
              <a:off x="39605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0F422C2-7499-4E39-B832-8DCDCEAFB381}"/>
                </a:ext>
              </a:extLst>
            </p:cNvPr>
            <p:cNvSpPr/>
            <p:nvPr/>
          </p:nvSpPr>
          <p:spPr>
            <a:xfrm>
              <a:off x="44939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ADEC8A-2109-4C8C-B613-7C1115DB587D}"/>
                </a:ext>
              </a:extLst>
            </p:cNvPr>
            <p:cNvSpPr/>
            <p:nvPr/>
          </p:nvSpPr>
          <p:spPr>
            <a:xfrm>
              <a:off x="50273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53E164C-BEBB-48FD-B6D2-B21BAC49B2A2}"/>
                </a:ext>
              </a:extLst>
            </p:cNvPr>
            <p:cNvSpPr/>
            <p:nvPr/>
          </p:nvSpPr>
          <p:spPr>
            <a:xfrm>
              <a:off x="55607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B13AD8C-D829-48E7-B92E-8F7D3E3A7BC8}"/>
                </a:ext>
              </a:extLst>
            </p:cNvPr>
            <p:cNvSpPr/>
            <p:nvPr/>
          </p:nvSpPr>
          <p:spPr>
            <a:xfrm>
              <a:off x="60941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D12D7E1-A1DD-45F4-9502-B1673F01AB44}"/>
                </a:ext>
              </a:extLst>
            </p:cNvPr>
            <p:cNvSpPr/>
            <p:nvPr/>
          </p:nvSpPr>
          <p:spPr>
            <a:xfrm>
              <a:off x="66275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6DB832F-4B65-4649-86FF-F1DB7351D9A0}"/>
                </a:ext>
              </a:extLst>
            </p:cNvPr>
            <p:cNvSpPr/>
            <p:nvPr/>
          </p:nvSpPr>
          <p:spPr>
            <a:xfrm>
              <a:off x="71609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20BFCBC-0DFF-4CAE-A425-BF2C8555EE5F}"/>
                </a:ext>
              </a:extLst>
            </p:cNvPr>
            <p:cNvSpPr/>
            <p:nvPr/>
          </p:nvSpPr>
          <p:spPr>
            <a:xfrm>
              <a:off x="7694578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53FAA62-2A81-42F0-B708-F86044A51EFE}"/>
                </a:ext>
              </a:extLst>
            </p:cNvPr>
            <p:cNvSpPr/>
            <p:nvPr/>
          </p:nvSpPr>
          <p:spPr>
            <a:xfrm>
              <a:off x="8226786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E7350CA-21F0-4E50-A050-D82B6BB890E9}"/>
                </a:ext>
              </a:extLst>
            </p:cNvPr>
            <p:cNvSpPr/>
            <p:nvPr/>
          </p:nvSpPr>
          <p:spPr>
            <a:xfrm>
              <a:off x="8753883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3449F47-EF7A-43DE-A857-40D05B59FD52}"/>
                </a:ext>
              </a:extLst>
            </p:cNvPr>
            <p:cNvSpPr/>
            <p:nvPr/>
          </p:nvSpPr>
          <p:spPr>
            <a:xfrm>
              <a:off x="9280562" y="2514600"/>
              <a:ext cx="532952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BA6EFD1-3FA8-40DB-B115-E89320C26E4F}"/>
                </a:ext>
              </a:extLst>
            </p:cNvPr>
            <p:cNvSpPr/>
            <p:nvPr/>
          </p:nvSpPr>
          <p:spPr>
            <a:xfrm>
              <a:off x="28937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6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21C198E-47CA-4A68-BB77-5DA3DB460BE3}"/>
                </a:ext>
              </a:extLst>
            </p:cNvPr>
            <p:cNvSpPr/>
            <p:nvPr/>
          </p:nvSpPr>
          <p:spPr>
            <a:xfrm>
              <a:off x="34271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4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BCFE6B1-96C1-4967-A3FB-C76279EE39E0}"/>
                </a:ext>
              </a:extLst>
            </p:cNvPr>
            <p:cNvSpPr/>
            <p:nvPr/>
          </p:nvSpPr>
          <p:spPr>
            <a:xfrm>
              <a:off x="39605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2CC2D6-E7D0-4034-8541-D2FB8786D524}"/>
                </a:ext>
              </a:extLst>
            </p:cNvPr>
            <p:cNvSpPr/>
            <p:nvPr/>
          </p:nvSpPr>
          <p:spPr>
            <a:xfrm>
              <a:off x="44939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C68203C-8393-4DF6-97F5-F50BE7999CD5}"/>
                </a:ext>
              </a:extLst>
            </p:cNvPr>
            <p:cNvSpPr/>
            <p:nvPr/>
          </p:nvSpPr>
          <p:spPr>
            <a:xfrm>
              <a:off x="50273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F76E6F-A133-44D4-B18F-63F7728365BD}"/>
                </a:ext>
              </a:extLst>
            </p:cNvPr>
            <p:cNvSpPr/>
            <p:nvPr/>
          </p:nvSpPr>
          <p:spPr>
            <a:xfrm>
              <a:off x="55607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98C4F95-8A6A-4054-967B-0FE40BEA55DA}"/>
                </a:ext>
              </a:extLst>
            </p:cNvPr>
            <p:cNvSpPr/>
            <p:nvPr/>
          </p:nvSpPr>
          <p:spPr>
            <a:xfrm>
              <a:off x="6094124" y="3047756"/>
              <a:ext cx="531251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4EC1B0B-A9CC-4590-B115-A4D2FFC7AF14}"/>
                </a:ext>
              </a:extLst>
            </p:cNvPr>
            <p:cNvSpPr/>
            <p:nvPr/>
          </p:nvSpPr>
          <p:spPr>
            <a:xfrm>
              <a:off x="6625375" y="3047756"/>
              <a:ext cx="535549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82216FD-0B9B-4672-BA82-BB9C95251C02}"/>
                </a:ext>
              </a:extLst>
            </p:cNvPr>
            <p:cNvSpPr/>
            <p:nvPr/>
          </p:nvSpPr>
          <p:spPr>
            <a:xfrm>
              <a:off x="71609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C001E3F-09DF-4FDC-BFEF-CA0B294C8B9F}"/>
                </a:ext>
              </a:extLst>
            </p:cNvPr>
            <p:cNvSpPr/>
            <p:nvPr/>
          </p:nvSpPr>
          <p:spPr>
            <a:xfrm>
              <a:off x="7694578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BD8FD47-50AB-4629-8802-230A3177DE75}"/>
                </a:ext>
              </a:extLst>
            </p:cNvPr>
            <p:cNvSpPr/>
            <p:nvPr/>
          </p:nvSpPr>
          <p:spPr>
            <a:xfrm>
              <a:off x="8226785" y="3047756"/>
              <a:ext cx="532952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FF5401D-9A2C-40D0-80AF-49ACC2A7C6FB}"/>
                </a:ext>
              </a:extLst>
            </p:cNvPr>
            <p:cNvSpPr/>
            <p:nvPr/>
          </p:nvSpPr>
          <p:spPr>
            <a:xfrm>
              <a:off x="8753883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18EE5E9-4A9F-477A-B30A-A82F891CCC61}"/>
                </a:ext>
              </a:extLst>
            </p:cNvPr>
            <p:cNvSpPr/>
            <p:nvPr/>
          </p:nvSpPr>
          <p:spPr>
            <a:xfrm>
              <a:off x="9285642" y="3047756"/>
              <a:ext cx="532952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200" dirty="0">
                <a:latin typeface="Nunito Sans" panose="020B060402020202020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555D551-7359-45DD-A48B-126FC8A2D22C}"/>
                </a:ext>
              </a:extLst>
            </p:cNvPr>
            <p:cNvSpPr/>
            <p:nvPr/>
          </p:nvSpPr>
          <p:spPr>
            <a:xfrm>
              <a:off x="2893471" y="3580912"/>
              <a:ext cx="545975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7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EA34E02-6206-4D9C-846A-1E31C05583B7}"/>
                </a:ext>
              </a:extLst>
            </p:cNvPr>
            <p:cNvSpPr/>
            <p:nvPr/>
          </p:nvSpPr>
          <p:spPr>
            <a:xfrm>
              <a:off x="3423883" y="3581828"/>
              <a:ext cx="544456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6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B107A1-85E8-462E-A5D7-AFF1B573CCC7}"/>
                </a:ext>
              </a:extLst>
            </p:cNvPr>
            <p:cNvSpPr/>
            <p:nvPr/>
          </p:nvSpPr>
          <p:spPr>
            <a:xfrm>
              <a:off x="39602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9007548-2FCC-4248-9E8D-51DDA5EE1ED2}"/>
                </a:ext>
              </a:extLst>
            </p:cNvPr>
            <p:cNvSpPr/>
            <p:nvPr/>
          </p:nvSpPr>
          <p:spPr>
            <a:xfrm>
              <a:off x="44936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8AEC508-75CD-4989-A69C-AEF774163495}"/>
                </a:ext>
              </a:extLst>
            </p:cNvPr>
            <p:cNvSpPr/>
            <p:nvPr/>
          </p:nvSpPr>
          <p:spPr>
            <a:xfrm>
              <a:off x="50270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0392251-D8C5-4B16-BEC1-B209A2EC00FD}"/>
                </a:ext>
              </a:extLst>
            </p:cNvPr>
            <p:cNvSpPr/>
            <p:nvPr/>
          </p:nvSpPr>
          <p:spPr>
            <a:xfrm>
              <a:off x="55604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E4883B4-23BD-4DB3-8E31-2861B9EA195C}"/>
                </a:ext>
              </a:extLst>
            </p:cNvPr>
            <p:cNvSpPr/>
            <p:nvPr/>
          </p:nvSpPr>
          <p:spPr>
            <a:xfrm>
              <a:off x="60938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41B08C5-A843-4F17-AA97-BAE68E18CA53}"/>
                </a:ext>
              </a:extLst>
            </p:cNvPr>
            <p:cNvSpPr/>
            <p:nvPr/>
          </p:nvSpPr>
          <p:spPr>
            <a:xfrm>
              <a:off x="66272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2BF093D-A7D9-4826-956E-60A2D3E2A344}"/>
                </a:ext>
              </a:extLst>
            </p:cNvPr>
            <p:cNvSpPr/>
            <p:nvPr/>
          </p:nvSpPr>
          <p:spPr>
            <a:xfrm>
              <a:off x="71606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80F0242-4C9E-459E-864F-9EF6279B8D71}"/>
                </a:ext>
              </a:extLst>
            </p:cNvPr>
            <p:cNvSpPr/>
            <p:nvPr/>
          </p:nvSpPr>
          <p:spPr>
            <a:xfrm>
              <a:off x="7694324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384A357-0244-4329-9EEB-8759FF86438B}"/>
                </a:ext>
              </a:extLst>
            </p:cNvPr>
            <p:cNvSpPr/>
            <p:nvPr/>
          </p:nvSpPr>
          <p:spPr>
            <a:xfrm>
              <a:off x="8226532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4EEE035-1A4B-4879-BB02-A461B0F8AD89}"/>
                </a:ext>
              </a:extLst>
            </p:cNvPr>
            <p:cNvSpPr/>
            <p:nvPr/>
          </p:nvSpPr>
          <p:spPr>
            <a:xfrm>
              <a:off x="8753629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9706ED4-B6D7-4DE2-B143-04835F911E13}"/>
                </a:ext>
              </a:extLst>
            </p:cNvPr>
            <p:cNvSpPr/>
            <p:nvPr/>
          </p:nvSpPr>
          <p:spPr>
            <a:xfrm>
              <a:off x="9285388" y="3576504"/>
              <a:ext cx="529488" cy="5378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F943131-BB0E-4EF3-A5E2-EE21CE580575}"/>
                </a:ext>
              </a:extLst>
            </p:cNvPr>
            <p:cNvSpPr/>
            <p:nvPr/>
          </p:nvSpPr>
          <p:spPr>
            <a:xfrm>
              <a:off x="28934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9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E520E69-E574-4CC9-BA7E-55DF602B5DD6}"/>
                </a:ext>
              </a:extLst>
            </p:cNvPr>
            <p:cNvSpPr/>
            <p:nvPr/>
          </p:nvSpPr>
          <p:spPr>
            <a:xfrm>
              <a:off x="34268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Nunito Sans" panose="020B0604020202020204" charset="0"/>
                </a:rPr>
                <a:t>8</a:t>
              </a:r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9D9F99E-DBA8-47B5-ADF0-25E8D9040130}"/>
                </a:ext>
              </a:extLst>
            </p:cNvPr>
            <p:cNvSpPr/>
            <p:nvPr/>
          </p:nvSpPr>
          <p:spPr>
            <a:xfrm>
              <a:off x="39602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A88424F-AE8E-4E56-9176-CD7404B1DD75}"/>
                </a:ext>
              </a:extLst>
            </p:cNvPr>
            <p:cNvSpPr/>
            <p:nvPr/>
          </p:nvSpPr>
          <p:spPr>
            <a:xfrm>
              <a:off x="44936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C92D0B3-534E-4417-A3A8-9CDDFDBDC6D6}"/>
                </a:ext>
              </a:extLst>
            </p:cNvPr>
            <p:cNvSpPr/>
            <p:nvPr/>
          </p:nvSpPr>
          <p:spPr>
            <a:xfrm>
              <a:off x="50270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E0FA5C2-DED9-440E-9994-33A7AF35CF4F}"/>
                </a:ext>
              </a:extLst>
            </p:cNvPr>
            <p:cNvSpPr/>
            <p:nvPr/>
          </p:nvSpPr>
          <p:spPr>
            <a:xfrm>
              <a:off x="55604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392D744-75A9-4B30-B4BF-99F3B10254CF}"/>
                </a:ext>
              </a:extLst>
            </p:cNvPr>
            <p:cNvSpPr/>
            <p:nvPr/>
          </p:nvSpPr>
          <p:spPr>
            <a:xfrm>
              <a:off x="60938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E59F1ED-BDA4-4A90-A8C5-3B45CE032BE7}"/>
                </a:ext>
              </a:extLst>
            </p:cNvPr>
            <p:cNvSpPr/>
            <p:nvPr/>
          </p:nvSpPr>
          <p:spPr>
            <a:xfrm>
              <a:off x="66272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6541623-C3CC-400C-932D-C7A5251AB1AE}"/>
                </a:ext>
              </a:extLst>
            </p:cNvPr>
            <p:cNvSpPr/>
            <p:nvPr/>
          </p:nvSpPr>
          <p:spPr>
            <a:xfrm>
              <a:off x="71606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22059AF-D4ED-43D6-A1FD-504AD99CFE7C}"/>
                </a:ext>
              </a:extLst>
            </p:cNvPr>
            <p:cNvSpPr/>
            <p:nvPr/>
          </p:nvSpPr>
          <p:spPr>
            <a:xfrm>
              <a:off x="7694324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7A5EFCA-415F-4823-BA80-C33FEEBD89DB}"/>
                </a:ext>
              </a:extLst>
            </p:cNvPr>
            <p:cNvSpPr/>
            <p:nvPr/>
          </p:nvSpPr>
          <p:spPr>
            <a:xfrm>
              <a:off x="8226532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788A3CB-03F6-41D5-9E6F-44FCE300BB39}"/>
                </a:ext>
              </a:extLst>
            </p:cNvPr>
            <p:cNvSpPr/>
            <p:nvPr/>
          </p:nvSpPr>
          <p:spPr>
            <a:xfrm>
              <a:off x="8753629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7CBDC60-4B1F-4C2B-8FC0-C76293B11CB6}"/>
                </a:ext>
              </a:extLst>
            </p:cNvPr>
            <p:cNvSpPr/>
            <p:nvPr/>
          </p:nvSpPr>
          <p:spPr>
            <a:xfrm>
              <a:off x="9285388" y="4103664"/>
              <a:ext cx="529377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</p:grpSp>
      <p:sp>
        <p:nvSpPr>
          <p:cNvPr id="291" name="Rectangle 290">
            <a:extLst>
              <a:ext uri="{FF2B5EF4-FFF2-40B4-BE49-F238E27FC236}">
                <a16:creationId xmlns:a16="http://schemas.microsoft.com/office/drawing/2014/main" id="{5E7ED9FA-A9D4-4E80-B924-C0024A9FFF54}"/>
              </a:ext>
            </a:extLst>
          </p:cNvPr>
          <p:cNvSpPr/>
          <p:nvPr/>
        </p:nvSpPr>
        <p:spPr>
          <a:xfrm>
            <a:off x="2988710" y="2751239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0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E89FCC71-141B-4682-9D27-9B8B006920C8}"/>
              </a:ext>
            </a:extLst>
          </p:cNvPr>
          <p:cNvSpPr/>
          <p:nvPr/>
        </p:nvSpPr>
        <p:spPr>
          <a:xfrm>
            <a:off x="2988710" y="3356965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0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9401BF15-56E7-4048-9636-31DE28D36437}"/>
              </a:ext>
            </a:extLst>
          </p:cNvPr>
          <p:cNvSpPr/>
          <p:nvPr/>
        </p:nvSpPr>
        <p:spPr>
          <a:xfrm>
            <a:off x="2990537" y="3966001"/>
            <a:ext cx="692549" cy="6013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0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02457FFB-761A-4523-B47D-2D3D94FF99AB}"/>
              </a:ext>
            </a:extLst>
          </p:cNvPr>
          <p:cNvSpPr/>
          <p:nvPr/>
        </p:nvSpPr>
        <p:spPr>
          <a:xfrm>
            <a:off x="2993905" y="4568116"/>
            <a:ext cx="688851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0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A354A0AB-BBCB-4012-8978-AE12AC394D45}"/>
              </a:ext>
            </a:extLst>
          </p:cNvPr>
          <p:cNvSpPr/>
          <p:nvPr/>
        </p:nvSpPr>
        <p:spPr>
          <a:xfrm>
            <a:off x="3680713" y="2740906"/>
            <a:ext cx="68692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49100264-D1A4-49DC-9B8F-57C998DCB5E0}"/>
              </a:ext>
            </a:extLst>
          </p:cNvPr>
          <p:cNvSpPr/>
          <p:nvPr/>
        </p:nvSpPr>
        <p:spPr>
          <a:xfrm>
            <a:off x="3681150" y="3356685"/>
            <a:ext cx="68692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A0E87529-EC70-47DF-ADF2-57CEA3711033}"/>
              </a:ext>
            </a:extLst>
          </p:cNvPr>
          <p:cNvSpPr/>
          <p:nvPr/>
        </p:nvSpPr>
        <p:spPr>
          <a:xfrm>
            <a:off x="4367427" y="2746878"/>
            <a:ext cx="698307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7A8B9D85-0A5D-4533-A67D-DBD18AB81F00}"/>
              </a:ext>
            </a:extLst>
          </p:cNvPr>
          <p:cNvSpPr/>
          <p:nvPr/>
        </p:nvSpPr>
        <p:spPr>
          <a:xfrm>
            <a:off x="5065733" y="2746878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936853D-8CDD-4993-AFFD-AC46D9AAB4F1}"/>
              </a:ext>
            </a:extLst>
          </p:cNvPr>
          <p:cNvSpPr/>
          <p:nvPr/>
        </p:nvSpPr>
        <p:spPr>
          <a:xfrm>
            <a:off x="5756113" y="2739176"/>
            <a:ext cx="692549" cy="613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E2C44F47-3AF7-49F4-AA59-223DDC9BAE97}"/>
              </a:ext>
            </a:extLst>
          </p:cNvPr>
          <p:cNvSpPr/>
          <p:nvPr/>
        </p:nvSpPr>
        <p:spPr>
          <a:xfrm>
            <a:off x="6439082" y="2745344"/>
            <a:ext cx="702458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0FE8B833-82E1-4188-8C35-68ED088CF5E6}"/>
              </a:ext>
            </a:extLst>
          </p:cNvPr>
          <p:cNvSpPr/>
          <p:nvPr/>
        </p:nvSpPr>
        <p:spPr>
          <a:xfrm>
            <a:off x="7140222" y="2746878"/>
            <a:ext cx="696657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D01B0B2E-DB94-4DC6-879E-43F1F435502F}"/>
              </a:ext>
            </a:extLst>
          </p:cNvPr>
          <p:cNvSpPr/>
          <p:nvPr/>
        </p:nvSpPr>
        <p:spPr>
          <a:xfrm>
            <a:off x="7836879" y="2746878"/>
            <a:ext cx="687335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298123E0-D174-46DE-83B2-097E4EE0CC7E}"/>
              </a:ext>
            </a:extLst>
          </p:cNvPr>
          <p:cNvSpPr/>
          <p:nvPr/>
        </p:nvSpPr>
        <p:spPr>
          <a:xfrm>
            <a:off x="8524922" y="2746878"/>
            <a:ext cx="681451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AB3E4133-E0AA-4C46-AFB2-E57E27154F8B}"/>
              </a:ext>
            </a:extLst>
          </p:cNvPr>
          <p:cNvSpPr/>
          <p:nvPr/>
        </p:nvSpPr>
        <p:spPr>
          <a:xfrm>
            <a:off x="9210683" y="2746878"/>
            <a:ext cx="68823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1D54870-1927-4922-9042-76B289ED1CAE}"/>
              </a:ext>
            </a:extLst>
          </p:cNvPr>
          <p:cNvSpPr/>
          <p:nvPr/>
        </p:nvSpPr>
        <p:spPr>
          <a:xfrm>
            <a:off x="9896023" y="2747776"/>
            <a:ext cx="691968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49714B1-0A89-4FE2-84FD-624E7B5E2614}"/>
              </a:ext>
            </a:extLst>
          </p:cNvPr>
          <p:cNvSpPr/>
          <p:nvPr/>
        </p:nvSpPr>
        <p:spPr>
          <a:xfrm>
            <a:off x="4365536" y="3355509"/>
            <a:ext cx="698307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209C1367-570D-4839-BE3D-6C43AF51A3E6}"/>
              </a:ext>
            </a:extLst>
          </p:cNvPr>
          <p:cNvSpPr/>
          <p:nvPr/>
        </p:nvSpPr>
        <p:spPr>
          <a:xfrm>
            <a:off x="5066963" y="3361621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49AB53D3-B8F6-49E5-ABD6-146F53A826BB}"/>
              </a:ext>
            </a:extLst>
          </p:cNvPr>
          <p:cNvSpPr/>
          <p:nvPr/>
        </p:nvSpPr>
        <p:spPr>
          <a:xfrm>
            <a:off x="5757933" y="3354644"/>
            <a:ext cx="686417" cy="613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6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463C37B-C22C-4722-8764-F3F8983D3C40}"/>
              </a:ext>
            </a:extLst>
          </p:cNvPr>
          <p:cNvSpPr/>
          <p:nvPr/>
        </p:nvSpPr>
        <p:spPr>
          <a:xfrm>
            <a:off x="6442852" y="3355923"/>
            <a:ext cx="702458" cy="618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0AB22CF9-01A4-4B46-8AFC-FFA7E028F35F}"/>
              </a:ext>
            </a:extLst>
          </p:cNvPr>
          <p:cNvSpPr/>
          <p:nvPr/>
        </p:nvSpPr>
        <p:spPr>
          <a:xfrm>
            <a:off x="7143139" y="3361616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A8A80DC5-077C-4EE5-BFD1-49F63D4E6662}"/>
              </a:ext>
            </a:extLst>
          </p:cNvPr>
          <p:cNvSpPr/>
          <p:nvPr/>
        </p:nvSpPr>
        <p:spPr>
          <a:xfrm>
            <a:off x="7831738" y="3353911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0D3C00C6-7D97-42D6-9DD3-4627AB095772}"/>
              </a:ext>
            </a:extLst>
          </p:cNvPr>
          <p:cNvSpPr/>
          <p:nvPr/>
        </p:nvSpPr>
        <p:spPr>
          <a:xfrm>
            <a:off x="8519581" y="3361616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47AF351F-74A0-43FE-9C29-8A1ED426AEFF}"/>
              </a:ext>
            </a:extLst>
          </p:cNvPr>
          <p:cNvSpPr/>
          <p:nvPr/>
        </p:nvSpPr>
        <p:spPr>
          <a:xfrm>
            <a:off x="9210252" y="3352701"/>
            <a:ext cx="685771" cy="628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A9D6EB91-D603-4687-941C-68237BD4DB28}"/>
              </a:ext>
            </a:extLst>
          </p:cNvPr>
          <p:cNvSpPr/>
          <p:nvPr/>
        </p:nvSpPr>
        <p:spPr>
          <a:xfrm>
            <a:off x="9898921" y="3352608"/>
            <a:ext cx="692549" cy="628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39CBE30-E8C8-498C-BC0E-F8FB43B904D7}"/>
              </a:ext>
            </a:extLst>
          </p:cNvPr>
          <p:cNvSpPr/>
          <p:nvPr/>
        </p:nvSpPr>
        <p:spPr>
          <a:xfrm>
            <a:off x="3683853" y="3960666"/>
            <a:ext cx="68692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93380EFC-173D-4B92-8F49-8DF4ACC8D4AA}"/>
              </a:ext>
            </a:extLst>
          </p:cNvPr>
          <p:cNvSpPr/>
          <p:nvPr/>
        </p:nvSpPr>
        <p:spPr>
          <a:xfrm>
            <a:off x="4368239" y="3959490"/>
            <a:ext cx="698307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1AD7E3A7-A947-49B9-8F47-BDB74C27405D}"/>
              </a:ext>
            </a:extLst>
          </p:cNvPr>
          <p:cNvSpPr/>
          <p:nvPr/>
        </p:nvSpPr>
        <p:spPr>
          <a:xfrm>
            <a:off x="5069666" y="3954844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2E652A5-988B-4539-BE12-097E688A15B6}"/>
              </a:ext>
            </a:extLst>
          </p:cNvPr>
          <p:cNvSpPr/>
          <p:nvPr/>
        </p:nvSpPr>
        <p:spPr>
          <a:xfrm>
            <a:off x="5760636" y="3958625"/>
            <a:ext cx="686417" cy="613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6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4F0CF4B3-0B4C-4599-A524-35889D7B625C}"/>
              </a:ext>
            </a:extLst>
          </p:cNvPr>
          <p:cNvSpPr/>
          <p:nvPr/>
        </p:nvSpPr>
        <p:spPr>
          <a:xfrm>
            <a:off x="6445555" y="3956012"/>
            <a:ext cx="702458" cy="6118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2AEC8849-9BBA-4BBF-90E6-B34AB7A52E8D}"/>
              </a:ext>
            </a:extLst>
          </p:cNvPr>
          <p:cNvSpPr/>
          <p:nvPr/>
        </p:nvSpPr>
        <p:spPr>
          <a:xfrm>
            <a:off x="7139768" y="3954844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129FB134-656F-40D6-B329-69E4F2140B62}"/>
              </a:ext>
            </a:extLst>
          </p:cNvPr>
          <p:cNvSpPr/>
          <p:nvPr/>
        </p:nvSpPr>
        <p:spPr>
          <a:xfrm>
            <a:off x="7832760" y="3963550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8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324C3E1-EDE3-4EF3-9683-16CAF0F50FB7}"/>
              </a:ext>
            </a:extLst>
          </p:cNvPr>
          <p:cNvSpPr/>
          <p:nvPr/>
        </p:nvSpPr>
        <p:spPr>
          <a:xfrm>
            <a:off x="8516576" y="3974209"/>
            <a:ext cx="692549" cy="597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8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F906298-A21A-4410-A7CB-EA814A0E4EF3}"/>
              </a:ext>
            </a:extLst>
          </p:cNvPr>
          <p:cNvSpPr/>
          <p:nvPr/>
        </p:nvSpPr>
        <p:spPr>
          <a:xfrm>
            <a:off x="9210582" y="3972136"/>
            <a:ext cx="687324" cy="5985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8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E7629C6-017F-4FAA-89E1-39DEB4BD5DDC}"/>
              </a:ext>
            </a:extLst>
          </p:cNvPr>
          <p:cNvSpPr/>
          <p:nvPr/>
        </p:nvSpPr>
        <p:spPr>
          <a:xfrm>
            <a:off x="9885054" y="3980645"/>
            <a:ext cx="698815" cy="599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13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A21F45B3-15D2-44C5-A14D-7BFBE4E9B442}"/>
              </a:ext>
            </a:extLst>
          </p:cNvPr>
          <p:cNvSpPr/>
          <p:nvPr/>
        </p:nvSpPr>
        <p:spPr>
          <a:xfrm>
            <a:off x="3680734" y="4574347"/>
            <a:ext cx="68692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FF80C3D8-9502-41A9-A74F-4299C8BD666B}"/>
              </a:ext>
            </a:extLst>
          </p:cNvPr>
          <p:cNvSpPr/>
          <p:nvPr/>
        </p:nvSpPr>
        <p:spPr>
          <a:xfrm>
            <a:off x="4365120" y="4573171"/>
            <a:ext cx="698307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5BD8F48F-34F8-4338-904A-A203BA7796A6}"/>
              </a:ext>
            </a:extLst>
          </p:cNvPr>
          <p:cNvSpPr/>
          <p:nvPr/>
        </p:nvSpPr>
        <p:spPr>
          <a:xfrm>
            <a:off x="5066547" y="4568525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97A26611-4654-47DD-B635-B01986B25B59}"/>
              </a:ext>
            </a:extLst>
          </p:cNvPr>
          <p:cNvSpPr/>
          <p:nvPr/>
        </p:nvSpPr>
        <p:spPr>
          <a:xfrm>
            <a:off x="5757517" y="4572306"/>
            <a:ext cx="686417" cy="613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6</a:t>
            </a: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08BC2940-BEF4-4691-96DA-ED13E83296FC}"/>
              </a:ext>
            </a:extLst>
          </p:cNvPr>
          <p:cNvSpPr/>
          <p:nvPr/>
        </p:nvSpPr>
        <p:spPr>
          <a:xfrm>
            <a:off x="6442436" y="4569693"/>
            <a:ext cx="702458" cy="6118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A0376B16-C7D8-458B-93CE-909D76C063DD}"/>
              </a:ext>
            </a:extLst>
          </p:cNvPr>
          <p:cNvSpPr/>
          <p:nvPr/>
        </p:nvSpPr>
        <p:spPr>
          <a:xfrm>
            <a:off x="7136649" y="4568525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880A8CDC-4CFC-40BE-880A-D0C8ACDFB7A2}"/>
              </a:ext>
            </a:extLst>
          </p:cNvPr>
          <p:cNvSpPr/>
          <p:nvPr/>
        </p:nvSpPr>
        <p:spPr>
          <a:xfrm>
            <a:off x="7829641" y="4577231"/>
            <a:ext cx="692549" cy="611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8</a:t>
            </a: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12C5DD9B-C08F-4CBB-884E-3D687F788EE5}"/>
              </a:ext>
            </a:extLst>
          </p:cNvPr>
          <p:cNvSpPr/>
          <p:nvPr/>
        </p:nvSpPr>
        <p:spPr>
          <a:xfrm>
            <a:off x="8524215" y="4571036"/>
            <a:ext cx="692549" cy="614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9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0871E971-4D78-49C8-B442-85C29DCBAA3F}"/>
              </a:ext>
            </a:extLst>
          </p:cNvPr>
          <p:cNvSpPr/>
          <p:nvPr/>
        </p:nvSpPr>
        <p:spPr>
          <a:xfrm>
            <a:off x="9218221" y="4567211"/>
            <a:ext cx="679684" cy="6177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8FA3CFA-0029-4FBF-8E45-0B7BC3E27669}"/>
              </a:ext>
            </a:extLst>
          </p:cNvPr>
          <p:cNvSpPr/>
          <p:nvPr/>
        </p:nvSpPr>
        <p:spPr>
          <a:xfrm>
            <a:off x="9887137" y="4569485"/>
            <a:ext cx="699439" cy="6168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13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9BF4EB92-0CA2-45D3-AD85-52743068EA03}"/>
              </a:ext>
            </a:extLst>
          </p:cNvPr>
          <p:cNvSpPr/>
          <p:nvPr/>
        </p:nvSpPr>
        <p:spPr>
          <a:xfrm>
            <a:off x="9889249" y="4568183"/>
            <a:ext cx="699439" cy="616878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13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F6985D9B-8D62-41A3-8BEC-D6B719765CDB}"/>
              </a:ext>
            </a:extLst>
          </p:cNvPr>
          <p:cNvSpPr/>
          <p:nvPr/>
        </p:nvSpPr>
        <p:spPr>
          <a:xfrm>
            <a:off x="9889656" y="3954123"/>
            <a:ext cx="699439" cy="616878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13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4039CACE-3346-4AB0-8DB7-4242560E7DC7}"/>
              </a:ext>
            </a:extLst>
          </p:cNvPr>
          <p:cNvSpPr/>
          <p:nvPr/>
        </p:nvSpPr>
        <p:spPr>
          <a:xfrm>
            <a:off x="5753100" y="3349230"/>
            <a:ext cx="699439" cy="616878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6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D8F8AFBF-6B4B-4772-A8EE-B8641FB3816C}"/>
              </a:ext>
            </a:extLst>
          </p:cNvPr>
          <p:cNvSpPr/>
          <p:nvPr/>
        </p:nvSpPr>
        <p:spPr>
          <a:xfrm>
            <a:off x="2979813" y="2738588"/>
            <a:ext cx="699439" cy="616878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BEE525-C9F9-2E1C-7A9B-58405B10AE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188732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8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knapSack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W,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[], int n){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(n == 0 || W == 0)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 - 1] &gt; W)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knapSack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 - 1);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 - 1]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knapSack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 -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 - 1],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 - 1),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knapSack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 - 1));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args[]){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Scanner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W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[]=new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[]=new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=0;i&lt;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knapSack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434</Words>
  <Application>Microsoft Office PowerPoint</Application>
  <PresentationFormat>Widescreen</PresentationFormat>
  <Paragraphs>147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2024-01-12T07:34:53Z</dcterms:created>
  <dcterms:modified xsi:type="dcterms:W3CDTF">2024-01-13T05:13:22Z</dcterms:modified>
</cp:coreProperties>
</file>