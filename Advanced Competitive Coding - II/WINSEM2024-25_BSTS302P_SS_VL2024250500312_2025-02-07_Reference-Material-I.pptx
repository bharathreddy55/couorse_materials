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744" r:id="rId2"/>
    <p:sldId id="260" r:id="rId3"/>
    <p:sldId id="749" r:id="rId4"/>
    <p:sldId id="358" r:id="rId5"/>
    <p:sldId id="745" r:id="rId6"/>
    <p:sldId id="746" r:id="rId7"/>
    <p:sldId id="747" r:id="rId8"/>
    <p:sldId id="748" r:id="rId9"/>
    <p:sldId id="751" r:id="rId10"/>
    <p:sldId id="752" r:id="rId11"/>
    <p:sldId id="753" r:id="rId12"/>
    <p:sldId id="754" r:id="rId13"/>
    <p:sldId id="755" r:id="rId14"/>
    <p:sldId id="756" r:id="rId15"/>
    <p:sldId id="757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23695-480A-4E57-9860-40CFE056C07A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BF19F-F1DD-4584-817A-C8BEFF0AC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35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1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6BE2-83A9-8C29-AC2C-056340A19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9F366-D283-B999-5DFD-3598E9547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7EDA9-282F-763A-FD46-95E37D93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EC118-6D00-4AE0-B5B6-BDAE508AB5CC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773BE-4620-3A42-C3BC-053B6732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4D92B-41EB-C72F-D2FD-CE0D3653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083BD-79A3-4382-9B47-2D2087CC3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669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541C8-D2A3-7DE6-159C-A21358E30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1F17F-A812-1577-EACF-195F654DB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47ACA-F913-625E-9A41-CD5350E16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EC118-6D00-4AE0-B5B6-BDAE508AB5CC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12EE4-07C4-965B-22F2-B62DA0731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D4AF7-73A5-C9D3-BC1C-51666FCFB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083BD-79A3-4382-9B47-2D2087CC3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739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B564B-0C8B-B314-B662-66F2EC733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E1D33-45EC-9F8D-BCD2-3810E542A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70DA4-9E26-6704-1794-05B270BA1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EC118-6D00-4AE0-B5B6-BDAE508AB5CC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5E900-02CE-7250-5ECC-65F43C4B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4555F-B46B-0FC1-ED3E-EE0BEB33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083BD-79A3-4382-9B47-2D2087CC3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36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A0740-83EC-47A7-B7A0-E99070576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8BF7B-DFFA-13AE-120A-AE4AF7573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140C9-09D1-DCC8-1A33-B4A6D70FF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B0778-5F0F-BD4C-DAE3-3B9CCD232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EC118-6D00-4AE0-B5B6-BDAE508AB5CC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90105-B5BE-A700-854E-6F902900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E2C6B-64B8-52B3-66AD-0DE9F01B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083BD-79A3-4382-9B47-2D2087CC3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61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58B2C-EBC4-ED7C-7762-D9FD0097B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7DCCE-825E-3C11-F6C6-7081B638E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CF71B-3370-DB2E-7E89-6C6B047D7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AEE7BA-728D-3B73-6C5A-EF597E80C2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19A19-D03A-603D-FDCB-70D28B48D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1E05B7-0B9A-D3A1-DF87-FC4729AF4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EC118-6D00-4AE0-B5B6-BDAE508AB5CC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4D5F64-9B1A-8CEE-7E18-04F031EA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F9FD02-08E8-07AC-2609-2CA9D673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083BD-79A3-4382-9B47-2D2087CC3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163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2917C-369E-3616-E64E-20D67582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9C0A30-6364-9CD8-4D3B-91A7B8FEB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EC118-6D00-4AE0-B5B6-BDAE508AB5CC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BF575-F5DA-1C58-9942-3CF19EF1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AC836-E065-B002-24A5-22EB8CEF9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083BD-79A3-4382-9B47-2D2087CC3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83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F0E063-8A14-52AF-5F18-BC055B1C0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EC118-6D00-4AE0-B5B6-BDAE508AB5CC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E8B63-47AF-8E5E-9A07-10E5F4A3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1B3F8-39BE-CCEC-4B4A-06A4D2FC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083BD-79A3-4382-9B47-2D2087CC3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755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150-CDAA-ADFD-9F5E-C8B8431E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D7419-4359-E8E9-0B85-D618BD6CC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EF232-9566-F3F9-7A3D-8C8ADFB89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A6716-DB2C-59F3-0305-37B0DD432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EC118-6D00-4AE0-B5B6-BDAE508AB5CC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5C85C-783D-6063-324C-062AAB1C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9ECAF-5E7D-8BD5-1A25-089C79F0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083BD-79A3-4382-9B47-2D2087CC3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538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1E31-5F8B-8BFB-617E-6A6A4239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57FE3-A72A-CDE1-7A70-2FFA72A34E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37247-3E49-F5D6-775C-2AFA18D92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103C1-28D2-4A84-118F-E361FBD2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EC118-6D00-4AE0-B5B6-BDAE508AB5CC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40A15-63D9-F2A0-06E8-6B06FAF4B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2C6A0-D96A-A1F1-AFF6-835C37BB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083BD-79A3-4382-9B47-2D2087CC3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1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A865C-B1E5-08DC-4B06-1E5DCEE02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B7E8D-6B62-6106-7D01-0E86A67E3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00B3-D3CD-C13F-3227-A76241B6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EC118-6D00-4AE0-B5B6-BDAE508AB5CC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99CC6-C0D1-FF1C-DFEE-08DA0E8A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31D8B-C118-A83D-5463-7C7DFF8A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083BD-79A3-4382-9B47-2D2087CC3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58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D843F3-BC49-02D5-072F-18F56CD1A3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1CE17-CDBC-08F0-42FF-2EBA25D9F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3BC7E-D666-D14E-B327-DD4319C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EC118-6D00-4AE0-B5B6-BDAE508AB5CC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C06F9-0A8E-62E7-48A5-0774DD1F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CA21D-1B89-4712-7E8C-12243B0C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083BD-79A3-4382-9B47-2D2087CC3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895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61434-E412-5487-028F-F554BD65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D64E2-FE4F-E25C-9E76-D4AF468D4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EF728-8B33-4B61-718B-FA6D1E258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EC118-6D00-4AE0-B5B6-BDAE508AB5CC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58648-FC71-83E7-08A7-D817AC25F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3BE4D-8608-F273-2755-97169EE5A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083BD-79A3-4382-9B47-2D2087CC3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45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Binomial Heap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Nunito Sans" panose="00000500000000000000" pitchFamily="2" charset="0"/>
              </a:rPr>
              <a:t>Binomial Heap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A53B6C-3042-597F-AE27-9A3C2F01F72B}"/>
              </a:ext>
            </a:extLst>
          </p:cNvPr>
          <p:cNvSpPr txBox="1"/>
          <p:nvPr/>
        </p:nvSpPr>
        <p:spPr>
          <a:xfrm>
            <a:off x="634226" y="1673915"/>
            <a:ext cx="11248038" cy="1371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latin typeface="Nunito Sans" panose="020B0604020202020204" charset="0"/>
              </a:rPr>
              <a:t>Given the root of a binary tree, imagine yourself standing on the right/left side of it, return the values of the nodes you can see ordered from top to bottom.</a:t>
            </a:r>
          </a:p>
          <a:p>
            <a:pPr>
              <a:lnSpc>
                <a:spcPct val="150000"/>
              </a:lnSpc>
            </a:pPr>
            <a:endParaRPr lang="en-US" sz="1900" dirty="0">
              <a:latin typeface="Nunito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585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key, degree;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parent;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sibling;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child;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k){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key = k;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degree = 0;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parent = null;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sibling = null;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child = null;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reverse(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sibl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ret;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(sibling != null)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sibling.reverse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(this);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 = this;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sibling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sibl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ret;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findMinNode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this, y = this;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min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x.key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 (x != null)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x.key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min)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y = x;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min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x.key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x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x.sibling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y;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findANodeWithKey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value){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temp = this, node = null;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 (temp != null)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temp.key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value)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node = temp;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break;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temp.child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temp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temp.sibling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            else 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node =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temp.child.findANodeWithKey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if (node == null)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	temp =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temp.sibling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else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	break;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return node;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public int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getSize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return (1 + ((child == null) ? 0 :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child.getSize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())+ ((sibling == null) ? 0 :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sibling.getSize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BinomialHeap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private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Nodes;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private int size;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public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BinomialHeap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Nodes = null;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size = 0;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endParaRPr lang="en-US" sz="2000" b="1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7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public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return Nodes == null;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getSize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return size;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makeEmpty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Nodes = null;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size = 0;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void insert(int value){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(value &gt; 0)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temp = new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(value);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if (Nodes == null)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Nodes = temp;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size = 1;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else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unionNodes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(temp);size++;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6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3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private void merge(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binHeap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temp1 = Nodes, temp2 = 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binHeap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while ((temp1 != null) &amp;&amp; (temp2 != null)) {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if (temp1.degree == temp2.degree) {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temp2;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temp2 = temp2.sibling;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tmp.sibling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temp1.sibling;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temp1.sibling = 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temp1 = 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tmp.sibling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else {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if (temp1.degree &lt; temp2.degree) {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	if ((temp1.sibling == null)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							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(temp1.sibling.degree &gt; temp2.degree)){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temp2;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		temp2 = temp2.sibling;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tmp.sibling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temp1.sibling;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		temp1.sibling = 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		temp1 = 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tmp.sibling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	}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649357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733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3" y="-1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            else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temp1 = temp1.sibling;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else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temp1;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temp1 = temp2;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temp2 = temp2.sibling;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temp1.sibling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if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Nodes)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Nodes = temp1;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(temp1 == null)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temp1 = Nodes;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while (temp1.sibling != null)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temp1 = temp1.sibling;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temp1.sibling = temp2;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649357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40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3" y="-1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private void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unionNodes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binHeap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merge(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binHeap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null, temp = Nodes,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							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Nodes.sibling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if ((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temp.degree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nextTemp.degree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|| 				((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nextTemp.sibling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 &amp;&amp;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nextTemp.sibling.degree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temp.degree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))){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temp;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temp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else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if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temp.sibling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nextTemp.sibling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nextTemp.parent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temp;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nextTemp.sibling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temp.child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temp.child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temp.degree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else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if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Nodes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			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649357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7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3" y="-1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else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prevTemp.sibling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temp.parent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temp.sibling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nextTemp.child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nextTemp.child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temp;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nextTemp.degree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temp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temp.sibling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int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findMinimum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Nodes.findMinNode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().key;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void delete(int value){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((Nodes!=null) &amp;&amp;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Nodes.findANodeWithKey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(value)!=null)){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decreaseKeyValue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(value,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findMinimum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- 1);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extractMin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649357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529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3" y="-1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public void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decreaseKeyValue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old_value,int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new_value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temp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Nodes.findANodeWithKey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old_value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(temp == null)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new_value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tempParent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temp.parent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 ((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tempParent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	&amp;&amp;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tempParent.key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int z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tempParent.key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tempParent.key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z;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temp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tempParent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tempParent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tempParent.parent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int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extractMin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(Nodes == null)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-1;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temp = Nodes,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Nodes.findMinNode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649357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685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3" y="-1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while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minNode.key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temp;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temp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temp.sibling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prevTemp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Nodes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temp.sibling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prevTemp.sibling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temp.sibling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temp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temp.child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temp;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 (temp != null)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temp.parent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temp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temp.sibling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((Nodes == null) &amp;&amp;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null))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size = 0;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else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if ((Nodes == null) &amp;&amp;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null))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Nodes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fakeNode.reverse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(null);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size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Nodes.getSize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649357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40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3" y="-1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else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if ((Nodes != null) &amp;&amp;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null))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size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Nodes.getSize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else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unionNodes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fakeNode.reverse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(null));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size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Nodes.getSize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minNode.key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void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displayHeap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("\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nHeap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");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displayHeap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(Nodes);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("\n");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private void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displayHeap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BinomialHeapNode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r){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(r != null)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displayHeap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r.child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" ");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displayHeap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r.sibling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649357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93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3" y="-1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class Main 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main(String[]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binHeap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BinomialHeap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Scanner s=new Scanner(System.in);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n=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for(int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binHeap.insert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("Size:" +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binHeap.getSize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binHeap.displayHeap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binHeap.delete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("Size:" +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binHeap.getSize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binHeap.displayHeap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binHeap.isEmpty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binHeap.makeEmpty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binHeap.isEmpty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649357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632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2358</Words>
  <Application>Microsoft Office PowerPoint</Application>
  <PresentationFormat>Widescreen</PresentationFormat>
  <Paragraphs>526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4</cp:revision>
  <dcterms:created xsi:type="dcterms:W3CDTF">2024-01-16T12:20:00Z</dcterms:created>
  <dcterms:modified xsi:type="dcterms:W3CDTF">2024-01-17T04:51:19Z</dcterms:modified>
</cp:coreProperties>
</file>