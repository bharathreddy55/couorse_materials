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744" r:id="rId2"/>
    <p:sldId id="260" r:id="rId3"/>
    <p:sldId id="749" r:id="rId4"/>
    <p:sldId id="754" r:id="rId5"/>
    <p:sldId id="358" r:id="rId6"/>
    <p:sldId id="745" r:id="rId7"/>
    <p:sldId id="746" r:id="rId8"/>
    <p:sldId id="747" r:id="rId9"/>
    <p:sldId id="74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E6BFB-68A7-4E9E-B4EA-B509FA80CFAF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CCA97-EADF-4E5E-A51D-D07D590CEE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21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1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85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30F0-8884-174B-BDAC-EF9C2E6BE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99E21-9514-67BB-BC87-4E576C997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FBD41-5DBD-E1D0-DB9D-B458E4C8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5DAB7-3244-9D2B-1ACC-A27FA91F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76FC4-6DAE-B7D8-C90B-B31551DBE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33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0EEB-04F1-6664-0BBA-0FA98F94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82043-1DCF-55DE-EBDF-40BEDBE48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D777F-DCC0-053F-C661-7192598F6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8C555-E9A4-3772-4902-F1B18F211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DBD74-7A12-9C28-DBC3-E7D081D9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31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1DB31-5E8F-7524-3526-1761F4DAD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A2937-A671-5519-DDAD-EA7ABA6F8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AB1A2-32B5-DF1A-2D5A-5D556648C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0C211-AE2D-7876-08D1-4769BC470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4C3AA-D356-784D-BB3E-E883666E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54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3449-D560-C690-20B9-CB886E5C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5A468-8B8C-80CA-7ED2-A6C1A0DA4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59317-F48E-C118-9C14-21B89EB29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C82CB-76AC-181F-1DEC-B60C3FFA7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76E1B-77A1-66A4-2261-7C9A1EC2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9E059-F27A-7B22-45CC-06B1AAC4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77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ADFD-44F2-6CB2-D45E-1C7745D4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D12A7-18A1-E8F1-918B-A75F91752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CF182-611D-A220-E54C-44C98CB3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F860E-F7BF-8F81-7E8B-653B2DA71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6F6B64-157F-6694-89FA-D77C691CA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1C5566-6A7F-5439-5F46-463F2B72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8DEE5-C13D-E590-A492-6CD593BB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1EB461-FDC3-999A-DF75-55CB3C23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165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EF044-C88C-9832-628D-EF6D7D911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93202-8FFC-9F86-DE3B-1906C460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E9A89-52B3-AA36-54E2-28F58AAF1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E9550-FD65-0BE3-1BD4-767B245DB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4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DCB278-6784-DCFC-1386-6BEA309D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8DFED-6246-1B8B-8F0F-888A283A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998D-4754-009A-6CEB-279C1F99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914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33-43D0-BAC7-4CB8-64BF213C9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BCBF3-1B21-BE39-CC31-937D7A544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DEEFF-0447-BA8C-16C9-DC5C4DA6A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0316E-E14E-2D77-F36F-00DAB6A0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5449F-A4E4-DE68-F26D-CFB213C43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7A708-FEE0-FF13-FBB4-2159704C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723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13919-8E7C-A953-A727-7C29A65C5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8EF3E7-EFCF-9ED9-051F-7732215A3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E06E9-D7DF-8476-8BF1-AABB63740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D7F7B-E6DB-7A33-7955-AC685A22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AAEFF-2580-9A2E-9F1D-3DAB5F74F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4A385-2D84-0680-82E4-2C20A1267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375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106B-FBB4-2E01-C4B4-BF53FAB73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249F6-5024-43FC-8784-61EC8E461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DF72A-6221-A1CC-A738-4F7C25F2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02348-2498-8BBA-3D88-986D70BBF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EF721-6A7B-85A5-BB52-C831D7BF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153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87205-49F3-58C0-8BC5-017BEACED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24987-FB59-3E83-CEC1-4414C8355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9C0D8-5E34-0A12-9E35-731A91F3E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36AEF-241A-AE69-BF7E-C311140D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72D25-4E56-FDA7-A25A-D85773A5D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92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66AFB8-EA36-1DFA-FA0F-53072A0F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557A3-DE96-8F61-C9C3-DBAD4BD69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8CCC-0F3B-8B94-D273-ED02A13A7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755EB-CB9F-445E-B9A5-87BF11CB503B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B03A9-2664-A563-D363-355FCE5C7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3A315-418E-5E53-E8F9-496BB2DAB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A7AFA-68D7-4611-875D-EC500C1B0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289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98474" y="2422655"/>
            <a:ext cx="12192000" cy="88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Boundary Traversal of Binary </a:t>
            </a:r>
            <a:r>
              <a:rPr lang="en-US" sz="5400" b="1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ree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69741" y="609359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800" b="1" i="0" dirty="0">
                <a:effectLst/>
                <a:latin typeface="Nunito Sans" pitchFamily="2" charset="0"/>
              </a:rPr>
              <a:t>Boundary Traversal of Binary </a:t>
            </a:r>
            <a:r>
              <a:rPr lang="en-US" sz="4800" b="1" dirty="0">
                <a:latin typeface="Nunito Sans" pitchFamily="2" charset="0"/>
              </a:rPr>
              <a:t>T</a:t>
            </a:r>
            <a:r>
              <a:rPr lang="en-US" sz="4800" b="1" i="0" dirty="0">
                <a:effectLst/>
                <a:latin typeface="Nunito Sans" pitchFamily="2" charset="0"/>
              </a:rPr>
              <a:t>ree</a:t>
            </a:r>
            <a:endParaRPr lang="en-US" sz="4500" b="1" dirty="0">
              <a:latin typeface="Nunito Sans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A53B6C-3042-597F-AE27-9A3C2F01F72B}"/>
              </a:ext>
            </a:extLst>
          </p:cNvPr>
          <p:cNvSpPr txBox="1"/>
          <p:nvPr/>
        </p:nvSpPr>
        <p:spPr>
          <a:xfrm>
            <a:off x="634226" y="1673915"/>
            <a:ext cx="11248038" cy="31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latin typeface="Nunito Sans" panose="020B0604020202020204" charset="0"/>
              </a:rPr>
              <a:t>Given a binary tree, print boundary nodes of the binary tree Anti-Clockwise starting from the root.</a:t>
            </a:r>
          </a:p>
          <a:p>
            <a:pPr>
              <a:lnSpc>
                <a:spcPct val="150000"/>
              </a:lnSpc>
            </a:pPr>
            <a:endParaRPr lang="en-US" sz="1900" dirty="0">
              <a:latin typeface="Nunito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1900" dirty="0">
                <a:latin typeface="Nunito Sans" panose="020B0604020202020204" charset="0"/>
              </a:rPr>
              <a:t> The boundary includes </a:t>
            </a:r>
          </a:p>
          <a:p>
            <a:pPr>
              <a:lnSpc>
                <a:spcPct val="150000"/>
              </a:lnSpc>
            </a:pPr>
            <a:endParaRPr lang="en-US" sz="1900" dirty="0">
              <a:latin typeface="Nunito Sans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900" dirty="0">
                <a:latin typeface="Nunito Sans" panose="020B0604020202020204" charset="0"/>
              </a:rPr>
              <a:t>left boundary (nodes on left excluding leaf nodes)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900" dirty="0">
                <a:latin typeface="Nunito Sans" panose="020B0604020202020204" charset="0"/>
              </a:rPr>
              <a:t>leaves (consist of only the leaf nodes)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900" dirty="0">
                <a:latin typeface="Nunito Sans" panose="020B0604020202020204" charset="0"/>
              </a:rPr>
              <a:t>right boundary (nodes on right excluding leaf nodes)</a:t>
            </a:r>
          </a:p>
        </p:txBody>
      </p:sp>
    </p:spTree>
    <p:extLst>
      <p:ext uri="{BB962C8B-B14F-4D97-AF65-F5344CB8AC3E}">
        <p14:creationId xmlns:p14="http://schemas.microsoft.com/office/powerpoint/2010/main" val="47958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69741" y="609359"/>
            <a:ext cx="110525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400" b="1" i="0" dirty="0">
                <a:effectLst/>
                <a:latin typeface="Nunito Sans" pitchFamily="2" charset="0"/>
              </a:rPr>
              <a:t>Boundary Traversal of Binary </a:t>
            </a:r>
            <a:r>
              <a:rPr lang="en-US" sz="4400" b="1" dirty="0">
                <a:latin typeface="Nunito Sans" pitchFamily="2" charset="0"/>
              </a:rPr>
              <a:t>T</a:t>
            </a:r>
            <a:r>
              <a:rPr lang="en-US" sz="4400" b="1" i="0" dirty="0">
                <a:effectLst/>
                <a:latin typeface="Nunito Sans" pitchFamily="2" charset="0"/>
              </a:rPr>
              <a:t>ree</a:t>
            </a:r>
            <a:endParaRPr lang="en-US" sz="4400" b="1" dirty="0">
              <a:latin typeface="Nunito Sans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pic>
        <p:nvPicPr>
          <p:cNvPr id="1030" name="Picture 6" descr="Boundary Traversal of a Binary Tree - Binary Tree - Tutorial">
            <a:extLst>
              <a:ext uri="{FF2B5EF4-FFF2-40B4-BE49-F238E27FC236}">
                <a16:creationId xmlns:a16="http://schemas.microsoft.com/office/drawing/2014/main" id="{D4CE1832-F5F0-7F82-5BF7-7CCFC8F3A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532" y="1749695"/>
            <a:ext cx="6132496" cy="368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148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java.util.Map.Entry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Node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data;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Node left, right;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Node(int data){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this.data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data;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left = right = null;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static Node root;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List&lt;Integer&gt; path1 = new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List&lt;Integer&gt; path2 = new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static Node build(String s[]){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if(s[0]=="N"||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==0)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 null;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Node root=new Node(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Integer.parseInt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(s[0]));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Queue&lt;Node&gt; q=new LinkedList&lt;Node&gt;();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q.add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(root);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while(!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q.isEmpty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Node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q.poll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String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if(!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cval.equals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("N")){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int h=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Integer.parseInt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curr.left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=new Node(h);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q.add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curr.left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break;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if(!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cval.equals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("N")){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int h=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Integer.parseInt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cval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curr.right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=new Node(h);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q.add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curr.right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return root;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//print the leaves</a:t>
            </a:r>
            <a:b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printLeaves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(Node node){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if (node == null)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return;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printLeaves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== null &amp;&amp;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== null)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node.data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" ");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printLeaves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//left boundary</a:t>
            </a:r>
            <a:endParaRPr lang="en-US" sz="2000" b="1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printBoundaryLeft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(Node node){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if (node == null)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return;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node.data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" ");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printBoundaryLeft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else if 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node.data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" ");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printBoundaryLeft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7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//right boundary</a:t>
            </a:r>
            <a:b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printBoundaryRight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(Node node){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(node == null)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printBoundaryRight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node.data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" 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else 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printBoundaryRight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node.data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" 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printBoundary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(Node node){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(node == null)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node.data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" 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printBoundaryLeft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printLeaves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printLeaves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printBoundaryRight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6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3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//main method  	</a:t>
            </a:r>
            <a:b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Scanner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=new Scanner(System.in);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int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Main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new Main();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String s[]=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sc.nextLine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().split(" ");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root = build(s);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ob.printBoundary</a:t>
            </a:r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(root);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IN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649357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33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956</Words>
  <Application>Microsoft Office PowerPoint</Application>
  <PresentationFormat>Widescreen</PresentationFormat>
  <Paragraphs>230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2</cp:revision>
  <dcterms:created xsi:type="dcterms:W3CDTF">2024-01-11T09:05:29Z</dcterms:created>
  <dcterms:modified xsi:type="dcterms:W3CDTF">2024-01-11T09:39:35Z</dcterms:modified>
</cp:coreProperties>
</file>