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44" r:id="rId2"/>
    <p:sldId id="260" r:id="rId3"/>
    <p:sldId id="317" r:id="rId4"/>
    <p:sldId id="320" r:id="rId5"/>
    <p:sldId id="321" r:id="rId6"/>
    <p:sldId id="322" r:id="rId7"/>
    <p:sldId id="338" r:id="rId8"/>
    <p:sldId id="339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7F246-7807-40E4-8D26-4C3445E9F13F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E0609-ABB9-4AB3-A232-DA23B81DD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72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tx1"/>
                </a:solidFill>
                <a:latin typeface="Nunito Sans" pitchFamily="2" charset="0"/>
              </a:rPr>
              <a:t>Biotonic</a:t>
            </a:r>
            <a:r>
              <a:rPr lang="en-US" sz="1200" b="1" dirty="0">
                <a:solidFill>
                  <a:schemeClr val="tx1"/>
                </a:solidFill>
                <a:latin typeface="Nunito Sans" pitchFamily="2" charset="0"/>
              </a:rPr>
              <a:t> doubly linked list:</a:t>
            </a: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 is </a:t>
            </a:r>
            <a:r>
              <a:rPr lang="en-US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a doubly-linked list which is first increasing and then decreasing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. A strictly increasing or a strictly decreasing list is also 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list.</a:t>
            </a:r>
            <a:endParaRPr lang="en-US" b="0" i="0" dirty="0">
              <a:solidFill>
                <a:srgbClr val="202124"/>
              </a:solidFill>
              <a:effectLst/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76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59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3906-CAE6-8799-C481-F633913FE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4345E-2516-4290-3745-1F01E51E6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5850F-FE0C-7A15-B5E1-E7822158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02CD0-76EE-B156-FDE9-FF3F35966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83B29-8B9E-DF01-102C-FAFC20B8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46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6AD7-DFED-E921-B4F2-1C6A36AE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4C488-205D-E9E6-4A1B-0C8F3405E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3ACB-6FDC-F2B3-9159-E9001B73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3FACC-531F-690F-FCF3-6BEB2176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91B81-0CE1-9BB5-3177-600D6ED1A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88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C39A-D75F-A860-C017-CDF4B3B1C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A2642-9B08-C087-8759-8E4BA02F4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9D41A-5994-710D-CE97-CCC9882B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74A35-F89E-B3F5-D646-000C1664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E427E-C47E-93E4-3A6B-9BBAA9AC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127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E162-BED4-838F-08D8-1A246B1B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20A4-5706-39EC-842D-A55D07395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DF8EC-7012-10B9-9DA4-D17AD5DE9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89E29-964A-DC43-B14A-C907DB7B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F033C-E102-5CEF-FB48-8018E2AA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A8C69-6805-F97A-A051-904F9E2B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05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3E6B-65A0-C73C-CF19-A77117A5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A8608-FD91-95C1-FDEF-CC7DB7848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4615-5743-9C92-7E16-AE6F6C91E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73382-DD16-EBF9-380B-397BA64C4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95BE8-CF73-2065-1123-8E1120DEC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5B58A-3DA0-A7F7-BE4E-F03D42DB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444BA3-E9C8-3BD9-08F4-71A4F670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3CA32-AAD1-0113-E7A8-0F24A9B1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06F9-2BA1-E2F7-FC10-4058FFE3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19529-D609-9559-A3E6-54B97D8D3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CA7E7-637B-6C65-76A3-E9CF4CAD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50463-7BD5-5CD3-8522-4BA7236C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4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B856B-6935-2798-29BC-AC3CF202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FDB3B8-47C2-AFDF-00AD-4C6F3D12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46EC5-6CCF-6BD6-6D3B-AD7E8791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01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BFBE-BA69-C8D4-784E-05582794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6740A-D093-624E-8D14-C5044441D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E4BB2-8EC0-041E-143A-90959FD21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09889-2749-999C-42B5-86EE13B4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0BDA8-DF29-EC28-6447-65101C17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59634-95F4-A7EB-B1E0-7DC2A3BA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12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4818-89F7-7907-C2FE-8A17C2EE4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4F9A9-F36D-1E6C-1F34-14A0ECFB0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E2BA7-17EA-2013-3AA5-95247B69A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329D5-8B6E-6FF9-6F4C-694522AD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559E-53C4-0183-AB16-6FF761B4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2FF95-2555-E4A8-328F-E8FC71AD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61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5617-3281-56D7-737D-CEE69488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1219F-45E0-D52D-26D7-3FF35E12C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AFED3-11E9-8B3F-F3DE-0C6D243A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5F19A-E29A-3DAF-3E09-C01BB51C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BA7D6-ECC8-CF98-062B-F00B4138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0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F66B03-0B12-A009-5BCE-D131E0987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F4EC0-FCB6-9DCA-04CF-37A9A0B33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6A5BE-5CB3-D83D-F8B8-7ED67564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D4A43-2B9A-5E1A-C69F-C26C7470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0BD3-F5D0-A84B-7272-0A6BED53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95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9FB32-D649-3CF1-3846-84E3AB835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1FF83-8DDD-DA3D-C64D-3F5B9C344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B4F54-2D27-4AD4-A59B-3D9EE54ED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D9712-31B4-4478-84B8-554D41AAC69C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E81B5-96CE-D879-3FB1-141FAE6FD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F800B-1936-46DA-F544-48025954A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8FC79-8C4C-4723-8D03-1F125BAD8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85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Sort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Bitonic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DLL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8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Sort the </a:t>
            </a:r>
            <a:r>
              <a:rPr lang="en-US" sz="4800" b="1" i="0" dirty="0" err="1">
                <a:solidFill>
                  <a:srgbClr val="273239"/>
                </a:solidFill>
                <a:effectLst/>
                <a:latin typeface="Nunito Sans" pitchFamily="2" charset="0"/>
              </a:rPr>
              <a:t>bitonic</a:t>
            </a:r>
            <a:r>
              <a:rPr lang="en-US" sz="48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 doubly linked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654703" y="1600160"/>
            <a:ext cx="11104481" cy="389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b="1" dirty="0">
              <a:latin typeface="Nunito Sans" pitchFamily="2" charset="0"/>
            </a:endParaRPr>
          </a:p>
          <a:p>
            <a:r>
              <a:rPr lang="en-US" sz="2500" b="1" dirty="0">
                <a:latin typeface="Nunito Sans" pitchFamily="2" charset="0"/>
              </a:rPr>
              <a:t>Problem: </a:t>
            </a:r>
            <a:r>
              <a:rPr lang="en-US" sz="2500" dirty="0">
                <a:latin typeface="Nunito Sans" pitchFamily="2" charset="0"/>
              </a:rPr>
              <a:t>Sort the given </a:t>
            </a:r>
            <a:r>
              <a:rPr lang="en-US" sz="2500" dirty="0" err="1">
                <a:latin typeface="Nunito Sans" pitchFamily="2" charset="0"/>
              </a:rPr>
              <a:t>biotonic</a:t>
            </a:r>
            <a:r>
              <a:rPr lang="en-US" sz="2500" dirty="0">
                <a:latin typeface="Nunito Sans" pitchFamily="2" charset="0"/>
              </a:rPr>
              <a:t> doubly linked list</a:t>
            </a:r>
          </a:p>
          <a:p>
            <a:endParaRPr lang="en-US" sz="2500" dirty="0">
              <a:latin typeface="Nunito Sans" pitchFamily="2" charset="0"/>
            </a:endParaRPr>
          </a:p>
          <a:p>
            <a:r>
              <a:rPr lang="en-US" sz="2500" dirty="0">
                <a:latin typeface="Nunito Sans" pitchFamily="2" charset="0"/>
              </a:rPr>
              <a:t>Below diagram shows a </a:t>
            </a:r>
            <a:r>
              <a:rPr lang="en-US" sz="2500" dirty="0" err="1">
                <a:latin typeface="Nunito Sans" pitchFamily="2" charset="0"/>
              </a:rPr>
              <a:t>Biotonic</a:t>
            </a:r>
            <a:r>
              <a:rPr lang="en-US" sz="2500" dirty="0">
                <a:latin typeface="Nunito Sans" pitchFamily="2" charset="0"/>
              </a:rPr>
              <a:t> double linked list.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Nunito Sans" pitchFamily="2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itchFamily="2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0FBA8-A20B-5E3D-F30D-955C1E1B900C}"/>
              </a:ext>
            </a:extLst>
          </p:cNvPr>
          <p:cNvSpPr/>
          <p:nvPr/>
        </p:nvSpPr>
        <p:spPr>
          <a:xfrm>
            <a:off x="1520323" y="4023698"/>
            <a:ext cx="99427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257D0-6BEF-BD57-BE9C-DA4A067EA6FB}"/>
              </a:ext>
            </a:extLst>
          </p:cNvPr>
          <p:cNvSpPr/>
          <p:nvPr/>
        </p:nvSpPr>
        <p:spPr>
          <a:xfrm>
            <a:off x="3336506" y="4038600"/>
            <a:ext cx="100689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D9EF8D-8294-34FA-B849-1E89509F0D90}"/>
              </a:ext>
            </a:extLst>
          </p:cNvPr>
          <p:cNvSpPr/>
          <p:nvPr/>
        </p:nvSpPr>
        <p:spPr>
          <a:xfrm>
            <a:off x="5183577" y="4022682"/>
            <a:ext cx="100689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9C9F97-D0A7-4639-5B90-26AF39A3C176}"/>
              </a:ext>
            </a:extLst>
          </p:cNvPr>
          <p:cNvSpPr/>
          <p:nvPr/>
        </p:nvSpPr>
        <p:spPr>
          <a:xfrm>
            <a:off x="7010400" y="4041422"/>
            <a:ext cx="115233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2473D9-1FEB-64FE-BA20-A8DCB4FE61EB}"/>
              </a:ext>
            </a:extLst>
          </p:cNvPr>
          <p:cNvSpPr/>
          <p:nvPr/>
        </p:nvSpPr>
        <p:spPr>
          <a:xfrm>
            <a:off x="9016269" y="4041422"/>
            <a:ext cx="124348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8C01C-F170-7AA7-55A5-D5D4A9F7E7EC}"/>
              </a:ext>
            </a:extLst>
          </p:cNvPr>
          <p:cNvSpPr txBox="1"/>
          <p:nvPr/>
        </p:nvSpPr>
        <p:spPr>
          <a:xfrm>
            <a:off x="1494754" y="4062034"/>
            <a:ext cx="83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10</a:t>
            </a:r>
            <a:endParaRPr lang="en-IN" sz="28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A9D5D4-9C65-5C95-AF6C-94A9DB92A252}"/>
              </a:ext>
            </a:extLst>
          </p:cNvPr>
          <p:cNvCxnSpPr/>
          <p:nvPr/>
        </p:nvCxnSpPr>
        <p:spPr>
          <a:xfrm>
            <a:off x="2549344" y="4267200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6D0EC7-FAF9-6D1A-8EFC-8FAF97524BA3}"/>
              </a:ext>
            </a:extLst>
          </p:cNvPr>
          <p:cNvCxnSpPr/>
          <p:nvPr/>
        </p:nvCxnSpPr>
        <p:spPr>
          <a:xfrm>
            <a:off x="4378144" y="4267200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744C36-50B0-59CD-D73C-683330D55E89}"/>
              </a:ext>
            </a:extLst>
          </p:cNvPr>
          <p:cNvCxnSpPr/>
          <p:nvPr/>
        </p:nvCxnSpPr>
        <p:spPr>
          <a:xfrm>
            <a:off x="6206944" y="4260542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A2B960-6998-FC03-62ED-22DFBA682ECC}"/>
              </a:ext>
            </a:extLst>
          </p:cNvPr>
          <p:cNvCxnSpPr>
            <a:cxnSpLocks/>
          </p:cNvCxnSpPr>
          <p:nvPr/>
        </p:nvCxnSpPr>
        <p:spPr>
          <a:xfrm>
            <a:off x="8162730" y="4260542"/>
            <a:ext cx="828870" cy="6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1E815AB-8109-4938-207C-F6296F1179C8}"/>
              </a:ext>
            </a:extLst>
          </p:cNvPr>
          <p:cNvSpPr txBox="1"/>
          <p:nvPr/>
        </p:nvSpPr>
        <p:spPr>
          <a:xfrm>
            <a:off x="3295050" y="4042347"/>
            <a:ext cx="825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12</a:t>
            </a:r>
            <a:endParaRPr lang="en-IN" sz="2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7DBB1-0118-899C-26BB-CE9B546D6B02}"/>
              </a:ext>
            </a:extLst>
          </p:cNvPr>
          <p:cNvSpPr txBox="1"/>
          <p:nvPr/>
        </p:nvSpPr>
        <p:spPr>
          <a:xfrm>
            <a:off x="5181600" y="4048780"/>
            <a:ext cx="824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13</a:t>
            </a:r>
            <a:endParaRPr lang="en-IN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E050E-F74C-AF57-D87D-05B2C5866502}"/>
              </a:ext>
            </a:extLst>
          </p:cNvPr>
          <p:cNvSpPr txBox="1"/>
          <p:nvPr/>
        </p:nvSpPr>
        <p:spPr>
          <a:xfrm>
            <a:off x="7171681" y="4048780"/>
            <a:ext cx="838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9</a:t>
            </a:r>
            <a:endParaRPr lang="en-IN" sz="2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3B89B0-13F5-5196-F033-D855A71D04E5}"/>
              </a:ext>
            </a:extLst>
          </p:cNvPr>
          <p:cNvSpPr txBox="1"/>
          <p:nvPr/>
        </p:nvSpPr>
        <p:spPr>
          <a:xfrm>
            <a:off x="9220200" y="4045035"/>
            <a:ext cx="1006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5</a:t>
            </a:r>
            <a:endParaRPr lang="en-IN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D3379B6-BEE7-AD97-2B86-DA4E55A23ACF}"/>
              </a:ext>
            </a:extLst>
          </p:cNvPr>
          <p:cNvCxnSpPr>
            <a:cxnSpLocks/>
          </p:cNvCxnSpPr>
          <p:nvPr/>
        </p:nvCxnSpPr>
        <p:spPr>
          <a:xfrm flipH="1">
            <a:off x="4343400" y="44196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507F34-BC3D-2F77-03A0-EA6C8356D1F8}"/>
              </a:ext>
            </a:extLst>
          </p:cNvPr>
          <p:cNvCxnSpPr>
            <a:cxnSpLocks/>
          </p:cNvCxnSpPr>
          <p:nvPr/>
        </p:nvCxnSpPr>
        <p:spPr>
          <a:xfrm flipH="1">
            <a:off x="6206944" y="4419600"/>
            <a:ext cx="7878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5C9733-F817-76B2-C2F1-1D02912F23ED}"/>
              </a:ext>
            </a:extLst>
          </p:cNvPr>
          <p:cNvCxnSpPr>
            <a:cxnSpLocks/>
          </p:cNvCxnSpPr>
          <p:nvPr/>
        </p:nvCxnSpPr>
        <p:spPr>
          <a:xfrm flipH="1">
            <a:off x="8162730" y="4419600"/>
            <a:ext cx="8162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7AE15E-3181-C288-32F5-AFB45CDCCE76}"/>
              </a:ext>
            </a:extLst>
          </p:cNvPr>
          <p:cNvCxnSpPr>
            <a:cxnSpLocks/>
          </p:cNvCxnSpPr>
          <p:nvPr/>
        </p:nvCxnSpPr>
        <p:spPr>
          <a:xfrm flipH="1">
            <a:off x="2514600" y="4419600"/>
            <a:ext cx="7804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9C8F117-0956-5CDC-03AD-896EB6E198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class Node { 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date;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next;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Node sort(Node head)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if(head==null ||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==null) 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head;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front = head;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last = head;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res = new Node();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resend = res;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next;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while(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 = null) 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last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4D68CD-84B7-FAD0-13C3-0B9AFACCEB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16868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2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while(front ! = last) {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last.data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front.data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resend.next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last;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next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last.prev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last.prev.next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last.prev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resEnd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last = next;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resend 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resend.next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 {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resEnd.next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front;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next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front.next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front.next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front.prev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resEnd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front = next;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resend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resend.next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lvl="2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spcAft>
                <a:spcPts val="600"/>
              </a:spcAft>
            </a:pPr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32707-979A-47DB-45CB-1888A0D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16868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2">
              <a:spcAft>
                <a:spcPts val="800"/>
              </a:spcAft>
            </a:pP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resEnd.next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front;</a:t>
            </a:r>
          </a:p>
          <a:p>
            <a:pPr lvl="2">
              <a:spcAft>
                <a:spcPts val="800"/>
              </a:spcAft>
            </a:pP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front.prev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resend;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eturn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res.next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tatic Node push(Node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head_ref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new_data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{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Node 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new_node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Node();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new_node.data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new_data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new_node.prev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null;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new_node.next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head_ref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if( 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head_ref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! = null)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head_ref.prev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new_node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head_ref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new_node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return 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head_ref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  <a:endParaRPr lang="en-IN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800"/>
              </a:spcAft>
            </a:pPr>
            <a:endParaRPr lang="en-IN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B393F-D11F-DA3F-7BEF-F5C115C931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16868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8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tatic void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printlist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(Node head) { 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if(head == null)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System.out.print(“Doubly Linked list is empty”);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while(head ! = null) {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System.out.print(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head.data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+ “ “);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head =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head.next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 static void main(String args[]) {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Scanner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Scanner(System.in);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int n=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Node head = null;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int arr[] = new int[n];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C87618-DE26-340A-3E2E-C77C424961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16868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9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2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or(int i=0;i&lt;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{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int m=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head = push(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head,m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lvl="2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2"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head = sort(head);</a:t>
            </a:r>
          </a:p>
          <a:p>
            <a:pPr lvl="2">
              <a:spcAft>
                <a:spcPts val="800"/>
              </a:spcAft>
            </a:pP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System.out.pritnln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(“After sorting:”);</a:t>
            </a:r>
          </a:p>
          <a:p>
            <a:pPr lvl="2">
              <a:spcAft>
                <a:spcPts val="800"/>
              </a:spcAft>
            </a:pP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printList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(head);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IN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9617D2-237D-A10D-FF24-91F12C089A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16868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9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734</Words>
  <Application>Microsoft Office PowerPoint</Application>
  <PresentationFormat>Widescreen</PresentationFormat>
  <Paragraphs>213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2023-12-30T09:20:33Z</dcterms:created>
  <dcterms:modified xsi:type="dcterms:W3CDTF">2023-12-30T09:22:41Z</dcterms:modified>
</cp:coreProperties>
</file>