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744" r:id="rId2"/>
    <p:sldId id="260" r:id="rId3"/>
    <p:sldId id="749" r:id="rId4"/>
    <p:sldId id="358" r:id="rId5"/>
    <p:sldId id="745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AB3FC-823A-4472-9B3C-9C2AB09C61E6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71363-F45D-4834-85FF-C4D2D6CCDE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25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F5BD-81E3-FB66-0B01-CFF7539D9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08164-C16A-91B5-8BE4-5796377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A4962-A1B8-DC91-4C33-A0F363D4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CD454-9187-BCE0-EC24-C6B3FA26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6C64A-6B1E-9067-EA0C-D92AA813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50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C4643-D301-DEC1-CD09-5F5DBA8B6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E8F54-DF3C-5D3F-8949-F7B9432E5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E0C34-E842-C96C-B401-72A85AD2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BFA6F-2B49-FDE9-1710-577E7754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05A96-27E3-D80E-5255-9098F137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756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8F91-0DEC-E7A6-7A5F-AA45C7E5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B55F-1CF4-C636-A8AA-65F5BD99C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BE84B-087A-D513-A539-95A0C9C36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CEE1E-7D0D-AC3E-7AE1-88391A0FB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6F0A9-4E5B-18C6-C9BB-4F67195E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816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8B2D-0259-683D-2C01-CDA10E9C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3C948-80FC-62D1-AF67-004AFD367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7FAEB-EC49-6AEE-D355-AB594D63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E755E-1C70-E1BE-6B3C-95140496C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E149B-6137-6F48-B534-1F7F4E9D2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C1AB2-982E-BA47-06B7-4668B1BB1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11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BB4F5-9D26-8707-7A45-0A7DD43FE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36F47-CF16-ADA6-B0B9-193F79A71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AB217-DB84-F4D1-F326-F6EB4FB20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9A59F-C64A-A818-48C7-DBB3D8072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49823-03B1-9BFF-CCB5-8315B01189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A5286-30AB-EBB5-98CF-6B454A13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29767C-7BB0-E022-B4E9-D85DC415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4F0B9-67D1-A24E-DD16-6D0E0F3E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29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A4E21-26F4-A700-60F3-67F64031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004AE-D477-6F32-509C-AAC08E7D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418E80-5B44-9388-6E55-F05923581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B2C29-8F27-99A4-F694-5FD575F3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98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560E3-DC88-1A2F-D8AB-B1160C346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50488-2C10-F8F6-006A-BA5CEE6C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F716D-0A1D-B56D-5030-4BB1ABAF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179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6E32-C61C-DC02-9FBE-8E89CAFAF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EBB33-0D91-CE58-A850-E910B4DCD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ACC5B-71F8-96FF-91FB-C87A946B9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38038-F87B-0E64-2368-0B098614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31B57-B38A-A5EA-2CC8-71900CB7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D2ACB-3601-FA4D-A880-21AA5C65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416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E9B9-1C6F-2FF3-9A43-E172CC61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B51CAB-A370-C33A-E049-750B809DBB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E5456-0478-34BB-B9A1-884F2B5A5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9E187-3F18-4CD3-1F37-9DBCCAF74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22893-6272-A09E-DCB2-6CB0B570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52F3E-C497-DD21-DF25-AE41B56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37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3705-2479-6753-BCA8-DBF9795B7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58244-B365-1BE4-DF38-8A162B7FD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80DFC-3CE8-A3E2-BCAE-D61528FE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67393-79B2-774F-7725-95632348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364C9-384F-62D8-4BBB-88B73A02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59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8A16BF-AA45-2493-4220-FFFE6AC24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1E67A-F758-0255-D288-11A118623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34C3F-4515-0585-35E8-EF52613B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FA3D2-4012-69CD-DDC3-B17518F74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748ED-AD06-A287-939E-36D6EE62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43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44D4B-D53F-A84E-547B-EBF089AB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27FDC-AB33-C730-9CCF-CE09A9E7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3B6EC-6AE5-EA87-8E11-4FA09D5A8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917B8-CAFF-471D-9D2A-089E0D85519C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C2294-641F-D7B9-6EAA-42D591835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79CFC-A85C-1416-1890-603CD7CDA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4DDAB-A4C4-4E64-906C-0FDE532CB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57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Shortest Common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Supersequence</a:t>
            </a:r>
            <a:endParaRPr lang="en-US"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Shortest Common </a:t>
            </a:r>
            <a:r>
              <a:rPr lang="en-US" sz="4800" b="1" dirty="0" err="1">
                <a:latin typeface="Nunito Sans" panose="00000500000000000000" pitchFamily="2" charset="0"/>
              </a:rPr>
              <a:t>Supersequence</a:t>
            </a:r>
            <a:endParaRPr lang="en-US" sz="4800" b="1" dirty="0">
              <a:latin typeface="Nunito Sans" panose="00000500000000000000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471981" y="1378485"/>
            <a:ext cx="11248038" cy="4899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Nunito Sans" panose="020B0604020202020204" charset="0"/>
              </a:rPr>
              <a:t>Given two strings str1 and str2, the task is to find the length of the shortest string that has both str1 and str2 as subsequences.</a:t>
            </a:r>
          </a:p>
          <a:p>
            <a:pPr>
              <a:lnSpc>
                <a:spcPct val="150000"/>
              </a:lnSpc>
            </a:pPr>
            <a:endParaRPr lang="en-US" sz="2100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Nunito Sans" panose="020B0604020202020204" charset="0"/>
              </a:rPr>
              <a:t>Input:  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Nunito Sans" panose="020B0604020202020204" charset="0"/>
              </a:rPr>
              <a:t>str1 = "AGGTAB“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Nunito Sans" panose="020B0604020202020204" charset="0"/>
              </a:rPr>
              <a:t>str2 = "GXTXAYB"</a:t>
            </a:r>
            <a:endParaRPr lang="en-US" sz="2100" b="1" dirty="0">
              <a:latin typeface="Nunito Sans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Nunito Sans" panose="020B0604020202020204" charset="0"/>
              </a:rPr>
              <a:t>Output: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Nunito Sans" panose="020B0604020202020204" charset="0"/>
              </a:rPr>
              <a:t>9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latin typeface="Nunito Sans" panose="020B0604020202020204" charset="0"/>
              </a:rPr>
              <a:t>Explanation: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Nunito Sans" panose="020B0604020202020204" charset="0"/>
              </a:rPr>
              <a:t>String "AGXGTXAYB" has both string  "AGGTAB" and "GXTXAYB" as subsequences.</a:t>
            </a:r>
          </a:p>
        </p:txBody>
      </p:sp>
    </p:spTree>
    <p:extLst>
      <p:ext uri="{BB962C8B-B14F-4D97-AF65-F5344CB8AC3E}">
        <p14:creationId xmlns:p14="http://schemas.microsoft.com/office/powerpoint/2010/main" val="47958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superSeq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(String X, String Y, int m, int n)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int[][]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int[m + 1][n + 1];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m;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for (int j = 0; j &lt;=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 = j;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else if (j == 0)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else 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- 1) ==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Y.charAt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 - 1))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 = 1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- 1][j - 1];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else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][j]= 1+Math.min(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[i-1][j],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][j-1]);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dp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[m][n];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public static void main(String args[]) {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String X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String Y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m=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Y.length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("Length of the shortest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supersequence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 "+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superSeq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X,Y,m,n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505</Words>
  <Application>Microsoft Office PowerPoint</Application>
  <PresentationFormat>Widescreen</PresentationFormat>
  <Paragraphs>95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2024-01-16T07:32:57Z</dcterms:created>
  <dcterms:modified xsi:type="dcterms:W3CDTF">2024-01-16T07:55:07Z</dcterms:modified>
</cp:coreProperties>
</file>