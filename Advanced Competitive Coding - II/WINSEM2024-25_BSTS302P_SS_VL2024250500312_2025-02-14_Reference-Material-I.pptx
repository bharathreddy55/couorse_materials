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744" r:id="rId2"/>
    <p:sldId id="260" r:id="rId3"/>
    <p:sldId id="749" r:id="rId4"/>
    <p:sldId id="758" r:id="rId5"/>
    <p:sldId id="358" r:id="rId6"/>
    <p:sldId id="759" r:id="rId7"/>
    <p:sldId id="760" r:id="rId8"/>
    <p:sldId id="761" r:id="rId9"/>
    <p:sldId id="762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D8F978-8FED-430D-8D02-49611B41B8AA}" type="datetimeFigureOut">
              <a:rPr lang="en-IN" smtClean="0"/>
              <a:t>08-04-2024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69034-0498-4440-893A-270BF0075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57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8806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13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66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42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60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14E482-8B80-B6C0-D5C0-22F9B0EEF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CD5485E-5DE7-EB79-8CC6-DF722C81D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493CE48-9929-206E-B14B-62A117599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652B-8276-4F33-BA13-1A62D9DB0490}" type="datetimeFigureOut">
              <a:rPr lang="en-IN" smtClean="0"/>
              <a:t>08-04-2024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A6212FC-91BF-7DB7-71DD-1A2A398C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D9445AA-072E-432C-4D57-50F422019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ADB-03D4-4758-8B4A-0B07AA4E4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421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1D56FA-0B4B-5B42-AC30-FF344996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D1A6D7-4DA2-173F-8E04-B36054B7F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1DEBFEF-F34F-AC97-F081-A45A79480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652B-8276-4F33-BA13-1A62D9DB0490}" type="datetimeFigureOut">
              <a:rPr lang="en-IN" smtClean="0"/>
              <a:t>08-04-2024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E0AAF3F-89C3-FBEB-D413-EF1B652F9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D41CFC0-F1D0-A08E-AF83-CD09AD99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ADB-03D4-4758-8B4A-0B07AA4E4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761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F73119-7A12-702B-D37F-7DAD8108F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7D90F74-DFC1-D3C8-D7DF-B2B85CFD1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FEE5C57-79D1-28D4-2BCE-D15FC39EE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652B-8276-4F33-BA13-1A62D9DB0490}" type="datetimeFigureOut">
              <a:rPr lang="en-IN" smtClean="0"/>
              <a:t>08-04-2024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95DF965-301B-B376-4116-36A357EE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02E7AAF-F8DF-C3E3-AAE9-19166EAB6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ADB-03D4-4758-8B4A-0B07AA4E4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91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5BEDDF-16D9-9262-EB77-859C256B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A7445B-600D-C6AF-320C-99F29B79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F395063-69F0-BCF4-F812-2DEE67EA4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76C6428-E3AC-EBFB-0971-48217BE3F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652B-8276-4F33-BA13-1A62D9DB0490}" type="datetimeFigureOut">
              <a:rPr lang="en-IN" smtClean="0"/>
              <a:t>08-04-2024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8DB737B-FC00-9195-6517-389B381BF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4D732D-D6E9-2AD9-06E1-55562A21A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ADB-03D4-4758-8B4A-0B07AA4E4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054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095B31-3E2E-8C75-E6C6-F5EC522F5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8A6DB27-B62E-FB5A-1CF2-85C761060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2483A44-FE18-4D87-6463-BA84714FF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18C4828-EBA0-DC57-8923-C171B7291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763C118-3E80-946C-945C-FDD7F2C45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D4278AF-86FC-8EC1-58B3-4495EE1AA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652B-8276-4F33-BA13-1A62D9DB0490}" type="datetimeFigureOut">
              <a:rPr lang="en-IN" smtClean="0"/>
              <a:t>08-04-2024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4317C9E-5EEF-F702-55FC-5318C1E8B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384BA92-92C3-180F-FD32-2F6507E22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ADB-03D4-4758-8B4A-0B07AA4E4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240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461411-0404-8500-FBFE-5686D10CA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18AD047-D645-DAA3-472B-C3667BBF2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652B-8276-4F33-BA13-1A62D9DB0490}" type="datetimeFigureOut">
              <a:rPr lang="en-IN" smtClean="0"/>
              <a:t>08-04-2024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E12D4E2-332B-4C5C-130E-593665D81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6E92157-2A1C-72F6-52F6-1F82E8BE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ADB-03D4-4758-8B4A-0B07AA4E4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05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CB4B9E0-6FE7-9608-82C6-B5053863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652B-8276-4F33-BA13-1A62D9DB0490}" type="datetimeFigureOut">
              <a:rPr lang="en-IN" smtClean="0"/>
              <a:t>08-04-2024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FEC2DD3-7B4B-BE0B-1199-FEE54602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A63AD6A-24A5-D1E2-D6B0-87F31BC3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ADB-03D4-4758-8B4A-0B07AA4E4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2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D4BE96-12A7-1010-20B4-4DE3B23A7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05A15E-6443-4B1F-A686-79673593A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1BAC7B7-C6F3-7F5C-5170-95FA373E3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CC66619-F900-E4ED-B89B-E86AC7173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652B-8276-4F33-BA13-1A62D9DB0490}" type="datetimeFigureOut">
              <a:rPr lang="en-IN" smtClean="0"/>
              <a:t>08-04-2024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1218EFA-8A73-196A-460C-0AA5112FD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42B3BB9-15CF-86E9-E07B-6BFE89AE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ADB-03D4-4758-8B4A-0B07AA4E4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618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27CD79-5716-F715-6F1D-5635EB484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556AD93-55DB-140F-F7A9-3A90C5EC9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C695766-A324-444E-156A-1CAFB3FFD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E1C24AA-356E-EF6B-AB78-70262B810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652B-8276-4F33-BA13-1A62D9DB0490}" type="datetimeFigureOut">
              <a:rPr lang="en-IN" smtClean="0"/>
              <a:t>08-04-2024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491B3E2-3CD2-0689-A579-BDABE9873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F55107A-862F-0F3F-A53D-913E90ED2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ADB-03D4-4758-8B4A-0B07AA4E4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706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88E05F-76D4-9EA4-B8DD-CC9F6D556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9CAE449-60EC-88B7-D5A9-F38C9CD68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1B41F19-A7A5-A1BB-70FE-1ACDF5D6A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652B-8276-4F33-BA13-1A62D9DB0490}" type="datetimeFigureOut">
              <a:rPr lang="en-IN" smtClean="0"/>
              <a:t>08-04-2024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7E308F-D34A-EF91-9452-133221CAE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9E6D70-575B-3F2B-3366-AE8478C7A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ADB-03D4-4758-8B4A-0B07AA4E4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03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F9B5DC2-1D41-DC13-584C-2058BC8878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E1842F2-C73A-3B8F-6CB9-A34CB87DC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7DA3BEC-3D7E-9A79-70D4-923622C77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652B-8276-4F33-BA13-1A62D9DB0490}" type="datetimeFigureOut">
              <a:rPr lang="en-IN" smtClean="0"/>
              <a:t>08-04-2024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DB7350-748D-D4E9-4739-5ECDC857E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D6944DF-0B33-6AAC-8130-E90AE0C0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ADB-03D4-4758-8B4A-0B07AA4E4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606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FBE637A-A0DA-F6C4-A9D5-447CEF8E9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3E5BAB1-0C5C-6F64-8A34-FD968C7CE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EA1EE49-8FD4-7EBF-D67B-5205DEA8F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C652B-8276-4F33-BA13-1A62D9DB0490}" type="datetimeFigureOut">
              <a:rPr lang="en-IN" smtClean="0"/>
              <a:t>08-04-2024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5EC57F9-BCF4-9033-DA3D-97C2764240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65A59C8-F955-497E-85E6-5F0BC1AF5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FDADB-03D4-4758-8B4A-0B07AA4E4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697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107217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Hashm</a:t>
            </a:r>
            <a:r>
              <a:rPr lang="en-US" sz="5400" b="1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ap</a:t>
            </a:r>
            <a:r>
              <a:rPr lang="en-US" sz="5400" b="1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to </a:t>
            </a:r>
            <a:r>
              <a:rPr lang="en-US" sz="5400" b="1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Treemap</a:t>
            </a:r>
            <a:endParaRPr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A73E930-58B4-4FEC-8303-01C4F888F30D}"/>
              </a:ext>
            </a:extLst>
          </p:cNvPr>
          <p:cNvSpPr txBox="1"/>
          <p:nvPr/>
        </p:nvSpPr>
        <p:spPr>
          <a:xfrm>
            <a:off x="505257" y="547488"/>
            <a:ext cx="11052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latin typeface="Nunito Sans" panose="00000500000000000000" pitchFamily="2" charset="0"/>
              </a:rPr>
              <a:t>Hashmap</a:t>
            </a:r>
            <a:r>
              <a:rPr lang="en-US" sz="4800" b="1" dirty="0">
                <a:latin typeface="Nunito Sans" panose="00000500000000000000" pitchFamily="2" charset="0"/>
              </a:rPr>
              <a:t> to </a:t>
            </a:r>
            <a:r>
              <a:rPr lang="en-US" sz="4800" b="1" dirty="0" err="1">
                <a:latin typeface="Nunito Sans" panose="00000500000000000000" pitchFamily="2" charset="0"/>
              </a:rPr>
              <a:t>Treemap</a:t>
            </a:r>
            <a:endParaRPr lang="en-US" sz="4800" b="1" dirty="0">
              <a:latin typeface="Nunito Sans" panose="00000500000000000000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xmlns="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8A53B6C-3042-597F-AE27-9A3C2F01F72B}"/>
              </a:ext>
            </a:extLst>
          </p:cNvPr>
          <p:cNvSpPr txBox="1"/>
          <p:nvPr/>
        </p:nvSpPr>
        <p:spPr>
          <a:xfrm>
            <a:off x="634226" y="1673915"/>
            <a:ext cx="11248038" cy="3564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latin typeface="Nunito Sans" panose="020B0604020202020204" charset="0"/>
              </a:rPr>
              <a:t>HashMap is a part of Java’s collection since Java 1.2. It provides the basic implementation of Map interface of Java which stores the data in (Key, Value) pairs. To access a value in HashMap, one must know its key. HashMap is known as HashMap because it uses a technique Hashing for storage of data.</a:t>
            </a:r>
          </a:p>
          <a:p>
            <a:pPr>
              <a:lnSpc>
                <a:spcPct val="150000"/>
              </a:lnSpc>
            </a:pPr>
            <a:endParaRPr lang="en-US" sz="1900" dirty="0">
              <a:latin typeface="Nunito Sans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sz="1900" dirty="0">
                <a:latin typeface="Nunito Sans" panose="020B0604020202020204" charset="0"/>
              </a:rPr>
              <a:t>The </a:t>
            </a:r>
            <a:r>
              <a:rPr lang="en-US" sz="1900" dirty="0" err="1">
                <a:latin typeface="Nunito Sans" panose="020B0604020202020204" charset="0"/>
              </a:rPr>
              <a:t>TreeMap</a:t>
            </a:r>
            <a:r>
              <a:rPr lang="en-US" sz="1900" dirty="0">
                <a:latin typeface="Nunito Sans" panose="020B0604020202020204" charset="0"/>
              </a:rPr>
              <a:t> in Java is used to implement Map interface and </a:t>
            </a:r>
            <a:r>
              <a:rPr lang="en-US" sz="1900" dirty="0" err="1">
                <a:latin typeface="Nunito Sans" panose="020B0604020202020204" charset="0"/>
              </a:rPr>
              <a:t>NavigableMap</a:t>
            </a:r>
            <a:r>
              <a:rPr lang="en-US" sz="1900" dirty="0">
                <a:latin typeface="Nunito Sans" panose="020B0604020202020204" charset="0"/>
              </a:rPr>
              <a:t> along with the Abstract Class. The map is sorted according to the natural ordering of its keys, or by a Comparator provided at map creation time, depending on which constructor is used. This proves to be an efficient way of sorting and storing the key-value pairs. </a:t>
            </a:r>
          </a:p>
        </p:txBody>
      </p:sp>
    </p:spTree>
    <p:extLst>
      <p:ext uri="{BB962C8B-B14F-4D97-AF65-F5344CB8AC3E}">
        <p14:creationId xmlns:p14="http://schemas.microsoft.com/office/powerpoint/2010/main" val="479585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A73E930-58B4-4FEC-8303-01C4F888F30D}"/>
              </a:ext>
            </a:extLst>
          </p:cNvPr>
          <p:cNvSpPr txBox="1"/>
          <p:nvPr/>
        </p:nvSpPr>
        <p:spPr>
          <a:xfrm>
            <a:off x="505257" y="547488"/>
            <a:ext cx="11052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latin typeface="Nunito Sans" panose="00000500000000000000" pitchFamily="2" charset="0"/>
              </a:rPr>
              <a:t>Hashmap</a:t>
            </a:r>
            <a:r>
              <a:rPr lang="en-US" sz="4800" b="1" dirty="0">
                <a:latin typeface="Nunito Sans" panose="00000500000000000000" pitchFamily="2" charset="0"/>
              </a:rPr>
              <a:t> to </a:t>
            </a:r>
            <a:r>
              <a:rPr lang="en-US" sz="4800" b="1" dirty="0" err="1">
                <a:latin typeface="Nunito Sans" panose="00000500000000000000" pitchFamily="2" charset="0"/>
              </a:rPr>
              <a:t>Treemap</a:t>
            </a:r>
            <a:endParaRPr lang="en-US" sz="4800" b="1" dirty="0">
              <a:latin typeface="Nunito Sans" panose="00000500000000000000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xmlns="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8A53B6C-3042-597F-AE27-9A3C2F01F72B}"/>
              </a:ext>
            </a:extLst>
          </p:cNvPr>
          <p:cNvSpPr txBox="1"/>
          <p:nvPr/>
        </p:nvSpPr>
        <p:spPr>
          <a:xfrm>
            <a:off x="634226" y="1673915"/>
            <a:ext cx="11248038" cy="4129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>
                <a:latin typeface="Nunito Sans" panose="020B0604020202020204" charset="0"/>
              </a:rPr>
              <a:t>Algorithm: </a:t>
            </a:r>
            <a:endParaRPr lang="en-US" sz="2500" dirty="0">
              <a:latin typeface="Nunito Sans" panose="020B060402020202020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Get the HashMap to be converted.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Get the entries from the </a:t>
            </a:r>
            <a:r>
              <a:rPr lang="en-US" sz="2500" dirty="0" err="1">
                <a:latin typeface="Nunito Sans" panose="020B0604020202020204" charset="0"/>
              </a:rPr>
              <a:t>hashMap</a:t>
            </a:r>
            <a:endParaRPr lang="en-US" sz="2500" dirty="0">
              <a:latin typeface="Nunito Sans" panose="020B060402020202020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Convert the map entries into stream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Using Collectors, collect the entries and convert it into </a:t>
            </a:r>
            <a:r>
              <a:rPr lang="en-US" sz="2500" dirty="0" err="1">
                <a:latin typeface="Nunito Sans" panose="020B0604020202020204" charset="0"/>
              </a:rPr>
              <a:t>TreeMap</a:t>
            </a:r>
            <a:endParaRPr lang="en-US" sz="2500" dirty="0">
              <a:latin typeface="Nunito Sans" panose="020B060402020202020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Now collect the </a:t>
            </a:r>
            <a:r>
              <a:rPr lang="en-US" sz="2500" dirty="0" err="1">
                <a:latin typeface="Nunito Sans" panose="020B0604020202020204" charset="0"/>
              </a:rPr>
              <a:t>TreeMap</a:t>
            </a:r>
            <a:endParaRPr lang="en-US" sz="2500" dirty="0">
              <a:latin typeface="Nunito Sans" panose="020B060402020202020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Return the formed </a:t>
            </a:r>
            <a:r>
              <a:rPr lang="en-US" sz="2500" dirty="0" err="1">
                <a:latin typeface="Nunito Sans" panose="020B0604020202020204" charset="0"/>
              </a:rPr>
              <a:t>TreeMap</a:t>
            </a:r>
            <a:endParaRPr lang="en-US" sz="2500" dirty="0">
              <a:latin typeface="Nunito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6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java.util.stream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Main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&lt;K, V&gt; Map&lt;K, V&gt;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convertToTreeMap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(Map&lt;K, V&gt;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Map&lt;K, V&gt;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hashMap.entrySet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().stream().collect(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Collectors.toMap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Map.Entry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getKey,Map.Entry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getValue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oldValue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newValue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newValue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::new));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 args[])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Map&lt;String, String&gt;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HashMap&lt;&gt;();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Scanner s=new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int n=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hashMap.put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("HashMap: "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Map&lt;String, String&gt;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convertToTreeMap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"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A73E930-58B4-4FEC-8303-01C4F888F30D}"/>
              </a:ext>
            </a:extLst>
          </p:cNvPr>
          <p:cNvSpPr txBox="1"/>
          <p:nvPr/>
        </p:nvSpPr>
        <p:spPr>
          <a:xfrm>
            <a:off x="505257" y="547488"/>
            <a:ext cx="11052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latin typeface="Nunito Sans" panose="00000500000000000000" pitchFamily="2" charset="0"/>
              </a:rPr>
              <a:t>Hashmap</a:t>
            </a:r>
            <a:r>
              <a:rPr lang="en-US" sz="4800" b="1" dirty="0">
                <a:latin typeface="Nunito Sans" panose="00000500000000000000" pitchFamily="2" charset="0"/>
              </a:rPr>
              <a:t> to </a:t>
            </a:r>
            <a:r>
              <a:rPr lang="en-US" sz="4800" b="1" dirty="0" err="1">
                <a:latin typeface="Nunito Sans" panose="00000500000000000000" pitchFamily="2" charset="0"/>
              </a:rPr>
              <a:t>Treemap</a:t>
            </a:r>
            <a:endParaRPr lang="en-US" sz="4800" b="1" dirty="0">
              <a:latin typeface="Nunito Sans" panose="00000500000000000000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xmlns="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8A53B6C-3042-597F-AE27-9A3C2F01F72B}"/>
              </a:ext>
            </a:extLst>
          </p:cNvPr>
          <p:cNvSpPr txBox="1"/>
          <p:nvPr/>
        </p:nvSpPr>
        <p:spPr>
          <a:xfrm>
            <a:off x="634226" y="1673915"/>
            <a:ext cx="11248038" cy="2975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>
                <a:latin typeface="Nunito Sans" panose="020B0604020202020204" charset="0"/>
              </a:rPr>
              <a:t>Algorithm: </a:t>
            </a:r>
            <a:endParaRPr lang="en-US" sz="2500" b="1" dirty="0">
              <a:latin typeface="Nunito Sans" panose="020B060402020202020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Get the HashMap to be converted.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Create a new </a:t>
            </a:r>
            <a:r>
              <a:rPr lang="en-US" sz="2500" dirty="0" err="1">
                <a:latin typeface="Nunito Sans" panose="020B0604020202020204" charset="0"/>
              </a:rPr>
              <a:t>TreeMap</a:t>
            </a:r>
            <a:endParaRPr lang="en-US" sz="2500" dirty="0">
              <a:latin typeface="Nunito Sans" panose="020B060402020202020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Pass the </a:t>
            </a:r>
            <a:r>
              <a:rPr lang="en-US" sz="2500" dirty="0" err="1">
                <a:latin typeface="Nunito Sans" panose="020B0604020202020204" charset="0"/>
              </a:rPr>
              <a:t>hashMap</a:t>
            </a:r>
            <a:r>
              <a:rPr lang="en-US" sz="2500" dirty="0">
                <a:latin typeface="Nunito Sans" panose="020B0604020202020204" charset="0"/>
              </a:rPr>
              <a:t> to </a:t>
            </a:r>
            <a:r>
              <a:rPr lang="en-US" sz="2500" dirty="0" err="1">
                <a:latin typeface="Nunito Sans" panose="020B0604020202020204" charset="0"/>
              </a:rPr>
              <a:t>putAll</a:t>
            </a:r>
            <a:r>
              <a:rPr lang="en-US" sz="2500" dirty="0">
                <a:latin typeface="Nunito Sans" panose="020B0604020202020204" charset="0"/>
              </a:rPr>
              <a:t>() method of </a:t>
            </a:r>
            <a:r>
              <a:rPr lang="en-US" sz="2500" dirty="0" err="1">
                <a:latin typeface="Nunito Sans" panose="020B0604020202020204" charset="0"/>
              </a:rPr>
              <a:t>treeMap</a:t>
            </a:r>
            <a:endParaRPr lang="en-US" sz="2500" dirty="0">
              <a:latin typeface="Nunito Sans" panose="020B060402020202020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Return the formed </a:t>
            </a:r>
            <a:r>
              <a:rPr lang="en-US" sz="2500" dirty="0" err="1">
                <a:latin typeface="Nunito Sans" panose="020B0604020202020204" charset="0"/>
              </a:rPr>
              <a:t>TreeMap</a:t>
            </a:r>
            <a:endParaRPr lang="en-US" sz="2200" dirty="0">
              <a:latin typeface="Nunito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971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java.util.stream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Main 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&lt;K, V&gt; Map&lt;K, V&gt;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convertToTreeMap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(Map&lt;K, V&gt;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Map&lt;K, V&gt;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&lt;&gt;();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treeMap.putAll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 args[])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Map&lt;String, String&gt;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HashMap&lt;&gt;();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Scanner s=new Scanner(System.in);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int n=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hashMap.put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("HashMap: "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Map&lt;String, String&gt;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convertToTreeMap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"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826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A73E930-58B4-4FEC-8303-01C4F888F30D}"/>
              </a:ext>
            </a:extLst>
          </p:cNvPr>
          <p:cNvSpPr txBox="1"/>
          <p:nvPr/>
        </p:nvSpPr>
        <p:spPr>
          <a:xfrm>
            <a:off x="505257" y="547488"/>
            <a:ext cx="11052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latin typeface="Nunito Sans" panose="00000500000000000000" pitchFamily="2" charset="0"/>
              </a:rPr>
              <a:t>Hashmap</a:t>
            </a:r>
            <a:r>
              <a:rPr lang="en-US" sz="4800" b="1" dirty="0">
                <a:latin typeface="Nunito Sans" panose="00000500000000000000" pitchFamily="2" charset="0"/>
              </a:rPr>
              <a:t> to </a:t>
            </a:r>
            <a:r>
              <a:rPr lang="en-US" sz="4800" b="1" dirty="0" err="1">
                <a:latin typeface="Nunito Sans" panose="00000500000000000000" pitchFamily="2" charset="0"/>
              </a:rPr>
              <a:t>Treemap</a:t>
            </a:r>
            <a:endParaRPr lang="en-US" sz="4800" b="1" dirty="0">
              <a:latin typeface="Nunito Sans" panose="00000500000000000000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xmlns="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8A53B6C-3042-597F-AE27-9A3C2F01F72B}"/>
              </a:ext>
            </a:extLst>
          </p:cNvPr>
          <p:cNvSpPr txBox="1"/>
          <p:nvPr/>
        </p:nvSpPr>
        <p:spPr>
          <a:xfrm>
            <a:off x="634226" y="1673915"/>
            <a:ext cx="11248038" cy="4129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>
                <a:latin typeface="Nunito Sans" panose="020B0604020202020204" charset="0"/>
              </a:rPr>
              <a:t>Algorithm: </a:t>
            </a:r>
            <a:endParaRPr lang="en-US" sz="2500" b="1" dirty="0">
              <a:latin typeface="Nunito Sans" panose="020B060402020202020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Get the HashMap to be converted.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Create a new </a:t>
            </a:r>
            <a:r>
              <a:rPr lang="en-US" sz="2500" dirty="0" err="1">
                <a:latin typeface="Nunito Sans" panose="020B0604020202020204" charset="0"/>
              </a:rPr>
              <a:t>TreeMap</a:t>
            </a:r>
            <a:endParaRPr lang="en-US" sz="2500" dirty="0">
              <a:latin typeface="Nunito Sans" panose="020B060402020202020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For each entry of the </a:t>
            </a:r>
            <a:r>
              <a:rPr lang="en-US" sz="2500" dirty="0" err="1">
                <a:latin typeface="Nunito Sans" panose="020B0604020202020204" charset="0"/>
              </a:rPr>
              <a:t>hashMap</a:t>
            </a:r>
            <a:r>
              <a:rPr lang="en-US" sz="2500" dirty="0">
                <a:latin typeface="Nunito Sans" panose="020B0604020202020204" charset="0"/>
              </a:rPr>
              <a:t>: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Convert the Key and the Value into the desired type by casting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Insert the converted pair by put() method of </a:t>
            </a:r>
            <a:r>
              <a:rPr lang="en-US" sz="2500" dirty="0" err="1">
                <a:latin typeface="Nunito Sans" panose="020B0604020202020204" charset="0"/>
              </a:rPr>
              <a:t>treeMap</a:t>
            </a:r>
            <a:endParaRPr lang="en-US" sz="2500" dirty="0">
              <a:latin typeface="Nunito Sans" panose="020B060402020202020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Nunito Sans" panose="020B0604020202020204" charset="0"/>
              </a:rPr>
              <a:t>Return the formed </a:t>
            </a:r>
            <a:r>
              <a:rPr lang="en-US" sz="2500" dirty="0" err="1">
                <a:latin typeface="Nunito Sans" panose="020B0604020202020204" charset="0"/>
              </a:rPr>
              <a:t>TreeMap</a:t>
            </a:r>
            <a:endParaRPr lang="en-US" sz="2500" dirty="0">
              <a:latin typeface="Nunito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159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java.util.stream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Main 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Map&lt;Integer, String&gt;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convertToTreeMap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(Map&lt;String, String&gt;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Map&lt;Integer, String&gt;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&lt;&gt;();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Map.Entry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&lt;String, String&gt; e :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hashMap.entrySet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treeMap.put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Integer.parseInt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e.getKey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e.getValue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 args[])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Map&lt;String, String&gt;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HashMap&lt;&gt;();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Scanner s=new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	int n=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	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hashMap.put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("HashMap: "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Map&lt;Integer, String&gt;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convertToTreeMap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"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treeMap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96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658</Words>
  <Application>Microsoft Office PowerPoint</Application>
  <PresentationFormat>Widescreen</PresentationFormat>
  <Paragraphs>176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Microsoft account</cp:lastModifiedBy>
  <cp:revision>4</cp:revision>
  <dcterms:created xsi:type="dcterms:W3CDTF">2024-01-17T04:53:01Z</dcterms:created>
  <dcterms:modified xsi:type="dcterms:W3CDTF">2024-04-08T12:44:25Z</dcterms:modified>
</cp:coreProperties>
</file>