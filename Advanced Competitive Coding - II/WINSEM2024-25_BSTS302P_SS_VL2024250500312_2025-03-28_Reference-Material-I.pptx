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744" r:id="rId2"/>
    <p:sldId id="260" r:id="rId3"/>
    <p:sldId id="352" r:id="rId4"/>
    <p:sldId id="358" r:id="rId5"/>
    <p:sldId id="745" r:id="rId6"/>
    <p:sldId id="289"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51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79D96B-216B-42D6-9B0E-9DBD1E7E32FF}" type="datetimeFigureOut">
              <a:rPr lang="en-IN" smtClean="0"/>
              <a:t>16-01-2024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4E3D0-23CC-4D93-8293-B3AD18C2219C}" type="slidenum">
              <a:rPr lang="en-IN" smtClean="0"/>
              <a:t>‹#›</a:t>
            </a:fld>
            <a:endParaRPr lang="en-IN"/>
          </a:p>
        </p:txBody>
      </p:sp>
    </p:spTree>
    <p:extLst>
      <p:ext uri="{BB962C8B-B14F-4D97-AF65-F5344CB8AC3E}">
        <p14:creationId xmlns:p14="http://schemas.microsoft.com/office/powerpoint/2010/main" val="3338392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N</a:t>
            </a:r>
            <a:r>
              <a:rPr lang="en-US" b="1" baseline="0" dirty="0"/>
              <a:t> = </a:t>
            </a:r>
          </a:p>
          <a:p>
            <a:r>
              <a:rPr lang="en-US" b="1" baseline="0" dirty="0"/>
              <a:t>Root</a:t>
            </a:r>
          </a:p>
          <a:p>
            <a:r>
              <a:rPr lang="en-US" b="1" baseline="0" dirty="0"/>
              <a:t>2</a:t>
            </a:r>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pPr/>
              <a:t>1</a:t>
            </a:fld>
            <a:endParaRPr lang="en-US"/>
          </a:p>
        </p:txBody>
      </p:sp>
    </p:spTree>
    <p:extLst>
      <p:ext uri="{BB962C8B-B14F-4D97-AF65-F5344CB8AC3E}">
        <p14:creationId xmlns:p14="http://schemas.microsoft.com/office/powerpoint/2010/main" val="3342340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Section End/Start</a:t>
            </a:r>
            <a:endParaRPr/>
          </a:p>
          <a:p>
            <a:pPr marL="0" lvl="0" indent="0" algn="l" rtl="0">
              <a:spcBef>
                <a:spcPts val="0"/>
              </a:spcBef>
              <a:spcAft>
                <a:spcPts val="0"/>
              </a:spcAft>
              <a:buNone/>
            </a:pPr>
            <a:r>
              <a:rPr lang="en-US" b="0"/>
              <a:t>Use this at section’s start or end. For example: “Questions” or “Time for Practice”. To be used for Impacts (get the student’s attention). </a:t>
            </a:r>
            <a:endParaRPr/>
          </a:p>
        </p:txBody>
      </p:sp>
      <p:sp>
        <p:nvSpPr>
          <p:cNvPr id="123" name="Google Shape;12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 Text</a:t>
            </a:r>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411976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Thank you slide</a:t>
            </a:r>
          </a:p>
        </p:txBody>
      </p:sp>
      <p:sp>
        <p:nvSpPr>
          <p:cNvPr id="4" name="Slide Number Placeholder 3"/>
          <p:cNvSpPr>
            <a:spLocks noGrp="1"/>
          </p:cNvSpPr>
          <p:nvPr>
            <p:ph type="sldNum" sz="quarter" idx="5"/>
          </p:nvPr>
        </p:nvSpPr>
        <p:spPr/>
        <p:txBody>
          <a:bodyPr/>
          <a:lstStyle/>
          <a:p>
            <a:fld id="{0AAB6876-1BF1-4B88-890A-0B4E46201506}" type="slidenum">
              <a:rPr lang="en-US" smtClean="0"/>
              <a:pPr/>
              <a:t>6</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6BD99-2AED-0812-99AC-B4AF38A21C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26DA59-686A-78FB-7C35-2F2FCA4836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AA67B9A-EA49-19B7-7C37-8E8AED4F00D6}"/>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5" name="Footer Placeholder 4">
            <a:extLst>
              <a:ext uri="{FF2B5EF4-FFF2-40B4-BE49-F238E27FC236}">
                <a16:creationId xmlns:a16="http://schemas.microsoft.com/office/drawing/2014/main" id="{E885559B-4C05-7415-120A-E4364BFCDF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B104DC-19DE-1107-91AD-6F12F3ED7A06}"/>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42744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7E234-8692-6001-FD36-DEA4AFF0EA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432F5C-C7A0-1BDD-D113-9CD460CA16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742BF4-1989-605E-D72E-E278C3BE90ED}"/>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5" name="Footer Placeholder 4">
            <a:extLst>
              <a:ext uri="{FF2B5EF4-FFF2-40B4-BE49-F238E27FC236}">
                <a16:creationId xmlns:a16="http://schemas.microsoft.com/office/drawing/2014/main" id="{F3CE79E9-7F1C-85E0-3828-4EE26855B6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8F4ED2-8EA6-49A3-DD59-75A875A14F5E}"/>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276755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06325-7B13-C36E-EEAB-26E3A0987B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B59E65-2C98-CF8F-44E1-6C83A9BC56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D9D154-6F93-DA82-21CA-D50C671CFA1B}"/>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5" name="Footer Placeholder 4">
            <a:extLst>
              <a:ext uri="{FF2B5EF4-FFF2-40B4-BE49-F238E27FC236}">
                <a16:creationId xmlns:a16="http://schemas.microsoft.com/office/drawing/2014/main" id="{EBFD4682-EC80-7A8E-FC1B-D2726BF206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EC0EFD-CC35-D4A6-8771-D91BADB0CCA7}"/>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43388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FC4EC-8C85-B95B-E136-5EDC0BF8F3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201DA6-F8F4-AB84-5A38-31432EC0BD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923E3A-9A7A-9E94-0175-7B02E784F2E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BD52DD-D97B-077B-184A-AE7ABEEAE91E}"/>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6" name="Footer Placeholder 5">
            <a:extLst>
              <a:ext uri="{FF2B5EF4-FFF2-40B4-BE49-F238E27FC236}">
                <a16:creationId xmlns:a16="http://schemas.microsoft.com/office/drawing/2014/main" id="{BEF2218C-5F7A-A80F-84ED-0C6DCACA9E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EE2329-3C10-D359-82B8-81CFE346C1AD}"/>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3061467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4565D-D195-47E4-6B8E-119180827A6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6A0854-521F-9EAA-A4CC-30C39720E3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3E80A2-BE51-7047-2D4A-4791D99541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82EFD2-89CA-26F3-9761-27D91C58C7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AF9416-D8D4-E15B-9511-B4057CEC9B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8DCDF-D12E-0AB1-2B07-7780F51A1B10}"/>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8" name="Footer Placeholder 7">
            <a:extLst>
              <a:ext uri="{FF2B5EF4-FFF2-40B4-BE49-F238E27FC236}">
                <a16:creationId xmlns:a16="http://schemas.microsoft.com/office/drawing/2014/main" id="{3C974DD0-4B6A-248C-3320-8867BAD1B4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98B0C82-2648-AF1F-27DB-1AB6914E4D97}"/>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1191971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A1933-DC8E-0227-63D7-836B6207351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1AA589-92DF-05E7-8DE7-48D5E8AF03DD}"/>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4" name="Footer Placeholder 3">
            <a:extLst>
              <a:ext uri="{FF2B5EF4-FFF2-40B4-BE49-F238E27FC236}">
                <a16:creationId xmlns:a16="http://schemas.microsoft.com/office/drawing/2014/main" id="{FA867E8E-B447-5704-4A95-57FF6DCA53E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256CDF4-C43A-2591-8A53-B1778A0ACD0D}"/>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2213420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9AA99B-4ECF-66D8-58EB-D96ABCFE0998}"/>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3" name="Footer Placeholder 2">
            <a:extLst>
              <a:ext uri="{FF2B5EF4-FFF2-40B4-BE49-F238E27FC236}">
                <a16:creationId xmlns:a16="http://schemas.microsoft.com/office/drawing/2014/main" id="{20284714-18F3-A62C-E865-ECBDEDF45C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BEA955-DE59-0DBB-80C8-4EA835B01C86}"/>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1217255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B79DA-8ACE-3827-0FFB-7023B6B59C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E226B48-C6F8-3E1D-265B-90A1195DCC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631AB21-0779-2CC6-2EC9-4151E43A7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CB44C-01CF-BAB8-DDF9-54EEEE3CE78E}"/>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6" name="Footer Placeholder 5">
            <a:extLst>
              <a:ext uri="{FF2B5EF4-FFF2-40B4-BE49-F238E27FC236}">
                <a16:creationId xmlns:a16="http://schemas.microsoft.com/office/drawing/2014/main" id="{0EB65CDF-2D4E-26FC-879C-59EF0E1658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ECE15B-B33B-BD2F-3673-4F76D845BFB3}"/>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2614313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C2E2C-9078-A144-26BD-E078936BA8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7C83DA-9058-D493-EA15-232342F91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6E34EEE-90DE-03AE-4C99-978383449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0739E-E9C5-9532-7A01-1F4564AA18BF}"/>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6" name="Footer Placeholder 5">
            <a:extLst>
              <a:ext uri="{FF2B5EF4-FFF2-40B4-BE49-F238E27FC236}">
                <a16:creationId xmlns:a16="http://schemas.microsoft.com/office/drawing/2014/main" id="{F6A2DEFA-6E4D-1DB2-509F-EE91D6F0F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AB9F4D-5190-DDDA-7794-B08162DCD229}"/>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3135439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0A88-385C-86A7-9292-8AAE837639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AD2F039-4C59-7CF6-4981-10BE6AA00D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F701E0-F7AD-D32D-0059-99889D22E332}"/>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5" name="Footer Placeholder 4">
            <a:extLst>
              <a:ext uri="{FF2B5EF4-FFF2-40B4-BE49-F238E27FC236}">
                <a16:creationId xmlns:a16="http://schemas.microsoft.com/office/drawing/2014/main" id="{F1760326-7E8F-7685-23D4-695B19872A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B8B1ED-883E-8FE6-4E01-12CD53176D54}"/>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1589039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0A74A1-DC42-57CD-4F68-0A594DAA5F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03FD28-1D39-DFFB-DDE4-C3167571C2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FB6F01-7C21-6E74-6C46-CF3C776EE58C}"/>
              </a:ext>
            </a:extLst>
          </p:cNvPr>
          <p:cNvSpPr>
            <a:spLocks noGrp="1"/>
          </p:cNvSpPr>
          <p:nvPr>
            <p:ph type="dt" sz="half" idx="10"/>
          </p:nvPr>
        </p:nvSpPr>
        <p:spPr/>
        <p:txBody>
          <a:bodyPr/>
          <a:lstStyle/>
          <a:p>
            <a:fld id="{8933BE13-0163-4A6A-B930-5900735AC99C}" type="datetimeFigureOut">
              <a:rPr lang="en-IN" smtClean="0"/>
              <a:t>16-01-2024</a:t>
            </a:fld>
            <a:endParaRPr lang="en-IN"/>
          </a:p>
        </p:txBody>
      </p:sp>
      <p:sp>
        <p:nvSpPr>
          <p:cNvPr id="5" name="Footer Placeholder 4">
            <a:extLst>
              <a:ext uri="{FF2B5EF4-FFF2-40B4-BE49-F238E27FC236}">
                <a16:creationId xmlns:a16="http://schemas.microsoft.com/office/drawing/2014/main" id="{5B0F5BED-90EE-4DBD-FD49-1827FA9852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D81ADB-F736-4577-3215-84EC5EB9EC5E}"/>
              </a:ext>
            </a:extLst>
          </p:cNvPr>
          <p:cNvSpPr>
            <a:spLocks noGrp="1"/>
          </p:cNvSpPr>
          <p:nvPr>
            <p:ph type="sldNum" sz="quarter" idx="12"/>
          </p:nvPr>
        </p:nvSpPr>
        <p:spPr/>
        <p:txBody>
          <a:bodyPr/>
          <a:lstStyle/>
          <a:p>
            <a:fld id="{AB2F9C6D-0AA1-448C-9D03-7EB430A2E66C}" type="slidenum">
              <a:rPr lang="en-IN" smtClean="0"/>
              <a:t>‹#›</a:t>
            </a:fld>
            <a:endParaRPr lang="en-IN"/>
          </a:p>
        </p:txBody>
      </p:sp>
    </p:spTree>
    <p:extLst>
      <p:ext uri="{BB962C8B-B14F-4D97-AF65-F5344CB8AC3E}">
        <p14:creationId xmlns:p14="http://schemas.microsoft.com/office/powerpoint/2010/main" val="2967924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E31825-422F-5A16-DAE0-D504220C2A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D3DD1C-E9A5-3A5E-9B47-805972839F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B14C2-133D-DEDB-ED76-4837D26656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33BE13-0163-4A6A-B930-5900735AC99C}" type="datetimeFigureOut">
              <a:rPr lang="en-IN" smtClean="0"/>
              <a:t>16-01-2024</a:t>
            </a:fld>
            <a:endParaRPr lang="en-IN"/>
          </a:p>
        </p:txBody>
      </p:sp>
      <p:sp>
        <p:nvSpPr>
          <p:cNvPr id="5" name="Footer Placeholder 4">
            <a:extLst>
              <a:ext uri="{FF2B5EF4-FFF2-40B4-BE49-F238E27FC236}">
                <a16:creationId xmlns:a16="http://schemas.microsoft.com/office/drawing/2014/main" id="{1F243244-BC03-862B-F938-CBF4E25E6E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162DD0-3C06-EB99-5CB6-30F78C6B6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2F9C6D-0AA1-448C-9D03-7EB430A2E66C}" type="slidenum">
              <a:rPr lang="en-IN" smtClean="0"/>
              <a:t>‹#›</a:t>
            </a:fld>
            <a:endParaRPr lang="en-IN"/>
          </a:p>
        </p:txBody>
      </p:sp>
    </p:spTree>
    <p:extLst>
      <p:ext uri="{BB962C8B-B14F-4D97-AF65-F5344CB8AC3E}">
        <p14:creationId xmlns:p14="http://schemas.microsoft.com/office/powerpoint/2010/main" val="1633224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Shape 124"/>
        <p:cNvGrpSpPr/>
        <p:nvPr/>
      </p:nvGrpSpPr>
      <p:grpSpPr>
        <a:xfrm>
          <a:off x="0" y="0"/>
          <a:ext cx="0" cy="0"/>
          <a:chOff x="0" y="0"/>
          <a:chExt cx="0" cy="0"/>
        </a:xfrm>
      </p:grpSpPr>
      <p:sp>
        <p:nvSpPr>
          <p:cNvPr id="125" name="Google Shape;125;p5"/>
          <p:cNvSpPr txBox="1"/>
          <p:nvPr/>
        </p:nvSpPr>
        <p:spPr>
          <a:xfrm>
            <a:off x="0" y="3055701"/>
            <a:ext cx="12192000" cy="885098"/>
          </a:xfrm>
          <a:prstGeom prst="rect">
            <a:avLst/>
          </a:prstGeom>
          <a:noFill/>
          <a:ln>
            <a:noFill/>
          </a:ln>
        </p:spPr>
        <p:txBody>
          <a:bodyPr spcFirstLastPara="1" wrap="square" lIns="26775" tIns="26775" rIns="26775" bIns="26775" anchor="t" anchorCtr="0">
            <a:spAutoFit/>
          </a:bodyPr>
          <a:lstStyle/>
          <a:p>
            <a:pPr marL="0" marR="0" lvl="0" indent="0" algn="ctr" rtl="0">
              <a:lnSpc>
                <a:spcPct val="100000"/>
              </a:lnSpc>
              <a:spcBef>
                <a:spcPts val="0"/>
              </a:spcBef>
              <a:spcAft>
                <a:spcPts val="0"/>
              </a:spcAft>
              <a:buClr>
                <a:srgbClr val="FFFFFF"/>
              </a:buClr>
              <a:buSzPts val="5400"/>
              <a:buFont typeface="Nunito Sans"/>
              <a:buNone/>
            </a:pPr>
            <a:r>
              <a:rPr lang="en-US" sz="5400" b="1" i="0" u="none" strike="noStrike" cap="none" dirty="0">
                <a:solidFill>
                  <a:srgbClr val="FFFFFF"/>
                </a:solidFill>
                <a:latin typeface="Nunito Sans"/>
                <a:ea typeface="Nunito Sans"/>
                <a:cs typeface="Nunito Sans"/>
                <a:sym typeface="Nunito Sans"/>
              </a:rPr>
              <a:t>Rod Cutting Problem</a:t>
            </a:r>
          </a:p>
        </p:txBody>
      </p:sp>
      <p:pic>
        <p:nvPicPr>
          <p:cNvPr id="126" name="Google Shape;126;p5"/>
          <p:cNvPicPr preferRelativeResize="0"/>
          <p:nvPr/>
        </p:nvPicPr>
        <p:blipFill rotWithShape="1">
          <a:blip r:embed="rId3">
            <a:alphaModFix/>
          </a:blip>
          <a:srcRect/>
          <a:stretch/>
        </p:blipFill>
        <p:spPr>
          <a:xfrm>
            <a:off x="9525600" y="6202800"/>
            <a:ext cx="2356664" cy="298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635DAA-35C4-4438-9D75-515C2C193139}"/>
              </a:ext>
            </a:extLst>
          </p:cNvPr>
          <p:cNvSpPr txBox="1"/>
          <p:nvPr/>
        </p:nvSpPr>
        <p:spPr>
          <a:xfrm>
            <a:off x="762000" y="1014958"/>
            <a:ext cx="11136326" cy="784830"/>
          </a:xfrm>
          <a:prstGeom prst="rect">
            <a:avLst/>
          </a:prstGeom>
          <a:noFill/>
        </p:spPr>
        <p:txBody>
          <a:bodyPr wrap="square" rtlCol="0">
            <a:spAutoFit/>
          </a:bodyPr>
          <a:lstStyle/>
          <a:p>
            <a:r>
              <a:rPr lang="en-US" sz="4500" b="1" dirty="0">
                <a:latin typeface="Nunito Sans" panose="00000500000000000000" pitchFamily="2" charset="0"/>
              </a:rPr>
              <a:t>Rod Cutting Problem</a:t>
            </a:r>
          </a:p>
        </p:txBody>
      </p:sp>
      <p:sp>
        <p:nvSpPr>
          <p:cNvPr id="10" name="Rectangle 9">
            <a:extLst>
              <a:ext uri="{FF2B5EF4-FFF2-40B4-BE49-F238E27FC236}">
                <a16:creationId xmlns:a16="http://schemas.microsoft.com/office/drawing/2014/main" id="{3E767CAB-1FA5-494A-96EC-9E612067A695}"/>
              </a:ext>
            </a:extLst>
          </p:cNvPr>
          <p:cNvSpPr/>
          <p:nvPr/>
        </p:nvSpPr>
        <p:spPr>
          <a:xfrm>
            <a:off x="762000" y="685802"/>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E6EC088-43F9-4039-891A-2FC9B551E731}"/>
              </a:ext>
            </a:extLst>
          </p:cNvPr>
          <p:cNvSpPr>
            <a:spLocks noGrp="1"/>
          </p:cNvSpPr>
          <p:nvPr>
            <p:ph idx="1"/>
          </p:nvPr>
        </p:nvSpPr>
        <p:spPr>
          <a:xfrm>
            <a:off x="762000" y="2262947"/>
            <a:ext cx="10515600" cy="4351338"/>
          </a:xfrm>
        </p:spPr>
        <p:txBody>
          <a:bodyPr>
            <a:normAutofit/>
          </a:bodyPr>
          <a:lstStyle/>
          <a:p>
            <a:pPr marL="0" indent="0">
              <a:buNone/>
            </a:pPr>
            <a:r>
              <a:rPr lang="en-US" sz="2500" dirty="0">
                <a:latin typeface="Nunito Sans" panose="020B0604020202020204" charset="0"/>
              </a:rPr>
              <a:t>Given a rod of length n inches and an array of prices that includes prices of all pieces of size smaller than n. Determine the maximum value obtainable by cutting up the rod and selling the pieces.</a:t>
            </a:r>
          </a:p>
          <a:p>
            <a:pPr marL="0" indent="0">
              <a:buNone/>
            </a:pPr>
            <a:endParaRPr lang="en-US" sz="2500" dirty="0">
              <a:latin typeface="Nunito Sans" panose="020B0604020202020204" charset="0"/>
            </a:endParaRPr>
          </a:p>
          <a:p>
            <a:pPr marL="0" indent="0">
              <a:buNone/>
            </a:pPr>
            <a:r>
              <a:rPr lang="en-US" sz="2500" dirty="0">
                <a:latin typeface="Nunito Sans" panose="020B0604020202020204" charset="0"/>
              </a:rPr>
              <a:t>length   | 1   2   3   4   5   6   7   8  </a:t>
            </a:r>
          </a:p>
          <a:p>
            <a:pPr marL="0" indent="0">
              <a:buNone/>
            </a:pPr>
            <a:r>
              <a:rPr lang="en-US" sz="2500" dirty="0">
                <a:latin typeface="Nunito Sans" panose="020B0604020202020204" charset="0"/>
              </a:rPr>
              <a:t>--------------------------------------------</a:t>
            </a:r>
          </a:p>
          <a:p>
            <a:pPr marL="0" indent="0">
              <a:buNone/>
            </a:pPr>
            <a:r>
              <a:rPr lang="en-US" sz="2500" dirty="0">
                <a:latin typeface="Nunito Sans" panose="020B0604020202020204" charset="0"/>
              </a:rPr>
              <a:t>price    | 1   5   8   9  10  17  17  20</a:t>
            </a:r>
            <a:endParaRPr lang="en-IN" sz="2500" dirty="0">
              <a:latin typeface="Nunito Sans" panose="020B0604020202020204" charset="0"/>
            </a:endParaRPr>
          </a:p>
        </p:txBody>
      </p:sp>
      <p:pic>
        <p:nvPicPr>
          <p:cNvPr id="2" name="Picture 1">
            <a:extLst>
              <a:ext uri="{FF2B5EF4-FFF2-40B4-BE49-F238E27FC236}">
                <a16:creationId xmlns:a16="http://schemas.microsoft.com/office/drawing/2014/main" id="{5C62E180-8003-16A2-70BB-B0759AA7E1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85041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Courier New" panose="02070309020205020404" pitchFamily="49" charset="0"/>
                <a:cs typeface="Courier New" panose="02070309020205020404" pitchFamily="49" charset="0"/>
              </a:rPr>
              <a:t>import </a:t>
            </a:r>
            <a:r>
              <a:rPr lang="en-US" sz="2000" b="1" dirty="0" err="1">
                <a:solidFill>
                  <a:schemeClr val="bg1"/>
                </a:solidFill>
                <a:latin typeface="Courier New" panose="02070309020205020404" pitchFamily="49" charset="0"/>
                <a:cs typeface="Courier New" panose="02070309020205020404" pitchFamily="49" charset="0"/>
              </a:rPr>
              <a:t>java.util</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class Main {</a:t>
            </a:r>
          </a:p>
          <a:p>
            <a:r>
              <a:rPr lang="en-US" sz="2000" b="1" dirty="0">
                <a:solidFill>
                  <a:schemeClr val="bg1"/>
                </a:solidFill>
                <a:latin typeface="Courier New" panose="02070309020205020404" pitchFamily="49" charset="0"/>
                <a:cs typeface="Courier New" panose="02070309020205020404" pitchFamily="49" charset="0"/>
              </a:rPr>
              <a:t>	public static int </a:t>
            </a:r>
            <a:r>
              <a:rPr lang="en-US" sz="2000" b="1" dirty="0" err="1">
                <a:solidFill>
                  <a:schemeClr val="bg1"/>
                </a:solidFill>
                <a:latin typeface="Courier New" panose="02070309020205020404" pitchFamily="49" charset="0"/>
                <a:cs typeface="Courier New" panose="02070309020205020404" pitchFamily="49" charset="0"/>
              </a:rPr>
              <a:t>cutRod</a:t>
            </a:r>
            <a:r>
              <a:rPr lang="en-US" sz="2000" b="1" dirty="0">
                <a:solidFill>
                  <a:schemeClr val="bg1"/>
                </a:solidFill>
                <a:latin typeface="Courier New" panose="02070309020205020404" pitchFamily="49" charset="0"/>
                <a:cs typeface="Courier New" panose="02070309020205020404" pitchFamily="49" charset="0"/>
              </a:rPr>
              <a:t>(int prices[], int n){</a:t>
            </a:r>
          </a:p>
          <a:p>
            <a:r>
              <a:rPr lang="en-US" sz="2000" b="1" dirty="0">
                <a:solidFill>
                  <a:schemeClr val="bg1"/>
                </a:solidFill>
                <a:latin typeface="Courier New" panose="02070309020205020404" pitchFamily="49" charset="0"/>
                <a:cs typeface="Courier New" panose="02070309020205020404" pitchFamily="49" charset="0"/>
              </a:rPr>
              <a:t>		int mat[][] = new int[n+1][n+1];</a:t>
            </a:r>
          </a:p>
          <a:p>
            <a:r>
              <a:rPr lang="en-US" sz="2000" b="1" dirty="0">
                <a:solidFill>
                  <a:schemeClr val="bg1"/>
                </a:solidFill>
                <a:latin typeface="Courier New" panose="02070309020205020404" pitchFamily="49" charset="0"/>
                <a:cs typeface="Courier New" panose="02070309020205020404" pitchFamily="49" charset="0"/>
              </a:rPr>
              <a:t>		for(int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&lt;=n;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for(int j=0; j&lt;=n; </a:t>
            </a:r>
            <a:r>
              <a:rPr lang="en-US" sz="2000" b="1" dirty="0" err="1">
                <a:solidFill>
                  <a:schemeClr val="bg1"/>
                </a:solidFill>
                <a:latin typeface="Courier New" panose="02070309020205020404" pitchFamily="49" charset="0"/>
                <a:cs typeface="Courier New" panose="02070309020205020404" pitchFamily="49" charset="0"/>
              </a:rPr>
              <a:t>j++</a:t>
            </a:r>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 || j==0)  mat[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][j]=0;</a:t>
            </a:r>
          </a:p>
          <a:p>
            <a:r>
              <a:rPr lang="en-US" sz="2000" b="1" dirty="0">
                <a:solidFill>
                  <a:schemeClr val="bg1"/>
                </a:solidFill>
                <a:latin typeface="Courier New" panose="02070309020205020404" pitchFamily="49" charset="0"/>
                <a:cs typeface="Courier New" panose="02070309020205020404" pitchFamily="49" charset="0"/>
              </a:rPr>
              <a:t>				else{</a:t>
            </a:r>
          </a:p>
          <a:p>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==1)</a:t>
            </a:r>
          </a:p>
          <a:p>
            <a:r>
              <a:rPr lang="en-US" sz="2000" b="1" dirty="0">
                <a:solidFill>
                  <a:schemeClr val="bg1"/>
                </a:solidFill>
                <a:latin typeface="Courier New" panose="02070309020205020404" pitchFamily="49" charset="0"/>
                <a:cs typeface="Courier New" panose="02070309020205020404" pitchFamily="49" charset="0"/>
              </a:rPr>
              <a:t>						mat[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][j]=j*prices[i-1];</a:t>
            </a:r>
          </a:p>
          <a:p>
            <a:r>
              <a:rPr lang="en-US" sz="2000" b="1" dirty="0">
                <a:solidFill>
                  <a:schemeClr val="bg1"/>
                </a:solidFill>
                <a:latin typeface="Courier New" panose="02070309020205020404" pitchFamily="49" charset="0"/>
                <a:cs typeface="Courier New" panose="02070309020205020404" pitchFamily="49" charset="0"/>
              </a:rPr>
              <a:t>					else{</a:t>
            </a:r>
          </a:p>
          <a:p>
            <a:r>
              <a:rPr lang="en-US" sz="2000" b="1" dirty="0">
                <a:solidFill>
                  <a:schemeClr val="bg1"/>
                </a:solidFill>
                <a:latin typeface="Courier New" panose="02070309020205020404" pitchFamily="49" charset="0"/>
                <a:cs typeface="Courier New" panose="02070309020205020404" pitchFamily="49" charset="0"/>
              </a:rPr>
              <a:t>						if(</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&gt;j)</a:t>
            </a:r>
          </a:p>
          <a:p>
            <a:r>
              <a:rPr lang="en-US" sz="2000" b="1" dirty="0">
                <a:solidFill>
                  <a:schemeClr val="bg1"/>
                </a:solidFill>
                <a:latin typeface="Courier New" panose="02070309020205020404" pitchFamily="49" charset="0"/>
                <a:cs typeface="Courier New" panose="02070309020205020404" pitchFamily="49" charset="0"/>
              </a:rPr>
              <a:t>							mat[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][j]=mat[i-1][j];</a:t>
            </a:r>
          </a:p>
          <a:p>
            <a:r>
              <a:rPr lang="en-US" sz="2000" b="1" dirty="0">
                <a:solidFill>
                  <a:schemeClr val="bg1"/>
                </a:solidFill>
                <a:latin typeface="Courier New" panose="02070309020205020404" pitchFamily="49" charset="0"/>
                <a:cs typeface="Courier New" panose="02070309020205020404" pitchFamily="49" charset="0"/>
              </a:rPr>
              <a:t>						else</a:t>
            </a:r>
          </a:p>
          <a:p>
            <a:r>
              <a:rPr lang="en-US" sz="2000" b="1" dirty="0">
                <a:solidFill>
                  <a:schemeClr val="bg1"/>
                </a:solidFill>
                <a:latin typeface="Courier New" panose="02070309020205020404" pitchFamily="49" charset="0"/>
                <a:cs typeface="Courier New" panose="02070309020205020404" pitchFamily="49" charset="0"/>
              </a:rPr>
              <a:t>							mat[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][j]=</a:t>
            </a:r>
            <a:r>
              <a:rPr lang="en-US" sz="2000" b="1" dirty="0" err="1">
                <a:solidFill>
                  <a:schemeClr val="bg1"/>
                </a:solidFill>
                <a:latin typeface="Courier New" panose="02070309020205020404" pitchFamily="49" charset="0"/>
                <a:cs typeface="Courier New" panose="02070309020205020404" pitchFamily="49" charset="0"/>
              </a:rPr>
              <a:t>Math.max</a:t>
            </a:r>
            <a:r>
              <a:rPr lang="en-US" sz="2000" b="1" dirty="0">
                <a:solidFill>
                  <a:schemeClr val="bg1"/>
                </a:solidFill>
                <a:latin typeface="Courier New" panose="02070309020205020404" pitchFamily="49" charset="0"/>
                <a:cs typeface="Courier New" panose="02070309020205020404" pitchFamily="49" charset="0"/>
              </a:rPr>
              <a:t>(prices[i-1]+mat[</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][j-</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],mat[i-1][j]);</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		return mat[n][n];</a:t>
            </a:r>
          </a:p>
          <a:p>
            <a:r>
              <a:rPr lang="en-US" sz="2000" b="1" dirty="0">
                <a:solidFill>
                  <a:schemeClr val="bg1"/>
                </a:solidFill>
                <a:latin typeface="Courier New" panose="02070309020205020404" pitchFamily="49" charset="0"/>
                <a:cs typeface="Courier New" panose="02070309020205020404" pitchFamily="49" charset="0"/>
              </a:rPr>
              <a:t>	}</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53928"/>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1</a:t>
            </a:r>
          </a:p>
          <a:p>
            <a:r>
              <a:rPr lang="en-US" sz="2000" b="1" dirty="0">
                <a:solidFill>
                  <a:srgbClr val="FFFF00"/>
                </a:solidFill>
                <a:latin typeface="Courier New" panose="02070309020205020404" pitchFamily="49" charset="0"/>
                <a:cs typeface="Courier New" panose="02070309020205020404" pitchFamily="49" charset="0"/>
              </a:rPr>
              <a:t>2</a:t>
            </a:r>
          </a:p>
          <a:p>
            <a:r>
              <a:rPr lang="en-US" sz="2000" b="1" dirty="0">
                <a:solidFill>
                  <a:srgbClr val="FFFF00"/>
                </a:solidFill>
                <a:latin typeface="Courier New" panose="02070309020205020404" pitchFamily="49" charset="0"/>
                <a:cs typeface="Courier New" panose="02070309020205020404" pitchFamily="49" charset="0"/>
              </a:rPr>
              <a:t>3</a:t>
            </a:r>
          </a:p>
          <a:p>
            <a:r>
              <a:rPr lang="en-US" sz="2000" b="1" dirty="0">
                <a:solidFill>
                  <a:srgbClr val="FFFF00"/>
                </a:solidFill>
                <a:latin typeface="Courier New" panose="02070309020205020404" pitchFamily="49" charset="0"/>
                <a:cs typeface="Courier New" panose="02070309020205020404" pitchFamily="49" charset="0"/>
              </a:rPr>
              <a:t>4</a:t>
            </a:r>
          </a:p>
          <a:p>
            <a:r>
              <a:rPr lang="en-US" sz="2000" b="1" dirty="0">
                <a:solidFill>
                  <a:srgbClr val="FFFF00"/>
                </a:solidFill>
                <a:latin typeface="Courier New" panose="02070309020205020404" pitchFamily="49" charset="0"/>
                <a:cs typeface="Courier New" panose="02070309020205020404" pitchFamily="49" charset="0"/>
              </a:rPr>
              <a:t>5</a:t>
            </a:r>
          </a:p>
          <a:p>
            <a:r>
              <a:rPr lang="en-US" sz="2000" b="1" dirty="0">
                <a:solidFill>
                  <a:srgbClr val="FFFF00"/>
                </a:solidFill>
                <a:latin typeface="Courier New" panose="02070309020205020404" pitchFamily="49" charset="0"/>
                <a:cs typeface="Courier New" panose="02070309020205020404" pitchFamily="49" charset="0"/>
              </a:rPr>
              <a:t>6</a:t>
            </a:r>
          </a:p>
          <a:p>
            <a:r>
              <a:rPr lang="en-US" sz="2000" b="1" dirty="0">
                <a:solidFill>
                  <a:srgbClr val="FFFF00"/>
                </a:solidFill>
                <a:latin typeface="Courier New" panose="02070309020205020404" pitchFamily="49" charset="0"/>
                <a:cs typeface="Courier New" panose="02070309020205020404" pitchFamily="49" charset="0"/>
              </a:rPr>
              <a:t>7</a:t>
            </a:r>
          </a:p>
          <a:p>
            <a:r>
              <a:rPr lang="en-US" sz="2000" b="1" dirty="0">
                <a:solidFill>
                  <a:srgbClr val="FFFF00"/>
                </a:solidFill>
                <a:latin typeface="Courier New" panose="02070309020205020404" pitchFamily="49" charset="0"/>
                <a:cs typeface="Courier New" panose="02070309020205020404" pitchFamily="49" charset="0"/>
              </a:rPr>
              <a:t>8</a:t>
            </a:r>
          </a:p>
          <a:p>
            <a:r>
              <a:rPr lang="en-US" sz="2000" b="1" dirty="0">
                <a:solidFill>
                  <a:srgbClr val="FFFF00"/>
                </a:solidFill>
                <a:latin typeface="Courier New" panose="02070309020205020404" pitchFamily="49" charset="0"/>
                <a:cs typeface="Courier New" panose="02070309020205020404" pitchFamily="49" charset="0"/>
              </a:rPr>
              <a:t>9</a:t>
            </a:r>
          </a:p>
          <a:p>
            <a:r>
              <a:rPr lang="en-US" sz="2000" b="1" dirty="0">
                <a:solidFill>
                  <a:srgbClr val="FFFF00"/>
                </a:solidFill>
                <a:latin typeface="Courier New" panose="02070309020205020404" pitchFamily="49" charset="0"/>
                <a:cs typeface="Courier New" panose="02070309020205020404" pitchFamily="49" charset="0"/>
              </a:rPr>
              <a:t>10</a:t>
            </a:r>
          </a:p>
          <a:p>
            <a:r>
              <a:rPr lang="en-US" sz="2000" b="1" dirty="0">
                <a:solidFill>
                  <a:srgbClr val="FFFF00"/>
                </a:solidFill>
                <a:latin typeface="Courier New" panose="02070309020205020404" pitchFamily="49" charset="0"/>
                <a:cs typeface="Courier New" panose="02070309020205020404" pitchFamily="49" charset="0"/>
              </a:rPr>
              <a:t>11</a:t>
            </a:r>
          </a:p>
          <a:p>
            <a:r>
              <a:rPr lang="en-US" sz="2000" b="1" dirty="0">
                <a:solidFill>
                  <a:srgbClr val="FFFF00"/>
                </a:solidFill>
                <a:latin typeface="Courier New" panose="02070309020205020404" pitchFamily="49" charset="0"/>
                <a:cs typeface="Courier New" panose="02070309020205020404" pitchFamily="49" charset="0"/>
              </a:rPr>
              <a:t>12</a:t>
            </a:r>
          </a:p>
          <a:p>
            <a:r>
              <a:rPr lang="en-US" sz="2000" b="1" dirty="0">
                <a:solidFill>
                  <a:srgbClr val="FFFF00"/>
                </a:solidFill>
                <a:latin typeface="Courier New" panose="02070309020205020404" pitchFamily="49" charset="0"/>
                <a:cs typeface="Courier New" panose="02070309020205020404" pitchFamily="49" charset="0"/>
              </a:rPr>
              <a:t>13</a:t>
            </a:r>
          </a:p>
          <a:p>
            <a:r>
              <a:rPr lang="en-US" sz="2000" b="1" dirty="0">
                <a:solidFill>
                  <a:srgbClr val="FFFF00"/>
                </a:solidFill>
                <a:latin typeface="Courier New" panose="02070309020205020404" pitchFamily="49" charset="0"/>
                <a:cs typeface="Courier New" panose="02070309020205020404" pitchFamily="49" charset="0"/>
              </a:rPr>
              <a:t>14</a:t>
            </a:r>
          </a:p>
          <a:p>
            <a:r>
              <a:rPr lang="en-US" sz="2000" b="1" dirty="0">
                <a:solidFill>
                  <a:srgbClr val="FFFF00"/>
                </a:solidFill>
                <a:latin typeface="Courier New" panose="02070309020205020404" pitchFamily="49" charset="0"/>
                <a:cs typeface="Courier New" panose="02070309020205020404" pitchFamily="49" charset="0"/>
              </a:rPr>
              <a:t>15</a:t>
            </a:r>
          </a:p>
          <a:p>
            <a:r>
              <a:rPr lang="en-US" sz="2000" b="1" dirty="0">
                <a:solidFill>
                  <a:srgbClr val="FFFF00"/>
                </a:solidFill>
                <a:latin typeface="Courier New" panose="02070309020205020404" pitchFamily="49" charset="0"/>
                <a:cs typeface="Courier New" panose="02070309020205020404" pitchFamily="49" charset="0"/>
              </a:rPr>
              <a:t>16</a:t>
            </a:r>
          </a:p>
          <a:p>
            <a:r>
              <a:rPr lang="en-US" sz="2000" b="1" dirty="0">
                <a:solidFill>
                  <a:srgbClr val="FFFF00"/>
                </a:solidFill>
                <a:latin typeface="Courier New" panose="02070309020205020404" pitchFamily="49" charset="0"/>
                <a:cs typeface="Courier New" panose="02070309020205020404" pitchFamily="49" charset="0"/>
              </a:rPr>
              <a:t>17</a:t>
            </a:r>
          </a:p>
          <a:p>
            <a:r>
              <a:rPr lang="en-US" sz="2000" b="1" dirty="0">
                <a:solidFill>
                  <a:srgbClr val="FFFF00"/>
                </a:solidFill>
                <a:latin typeface="Courier New" panose="02070309020205020404" pitchFamily="49" charset="0"/>
                <a:cs typeface="Courier New" panose="02070309020205020404" pitchFamily="49" charset="0"/>
              </a:rPr>
              <a:t>18</a:t>
            </a:r>
          </a:p>
          <a:p>
            <a:r>
              <a:rPr lang="en-US" sz="2000" b="1" dirty="0">
                <a:solidFill>
                  <a:srgbClr val="FFFF00"/>
                </a:solidFill>
                <a:latin typeface="Courier New" panose="02070309020205020404" pitchFamily="49" charset="0"/>
                <a:cs typeface="Courier New" panose="02070309020205020404" pitchFamily="49" charset="0"/>
              </a:rPr>
              <a:t>19</a:t>
            </a:r>
          </a:p>
          <a:p>
            <a:r>
              <a:rPr lang="en-US" sz="2000" b="1" dirty="0">
                <a:solidFill>
                  <a:srgbClr val="FFFF00"/>
                </a:solidFill>
                <a:latin typeface="Courier New" panose="02070309020205020404" pitchFamily="49" charset="0"/>
                <a:cs typeface="Courier New" panose="02070309020205020404" pitchFamily="49" charset="0"/>
              </a:rPr>
              <a:t>20</a:t>
            </a:r>
          </a:p>
          <a:p>
            <a:r>
              <a:rPr lang="en-US" sz="2000" b="1" dirty="0">
                <a:solidFill>
                  <a:srgbClr val="FFFF00"/>
                </a:solidFill>
                <a:latin typeface="Courier New" panose="02070309020205020404" pitchFamily="49" charset="0"/>
                <a:cs typeface="Courier New" panose="02070309020205020404" pitchFamily="49" charset="0"/>
              </a:rPr>
              <a:t>21</a:t>
            </a:r>
          </a:p>
          <a:p>
            <a:r>
              <a:rPr lang="en-US" sz="2000" b="1" dirty="0">
                <a:solidFill>
                  <a:srgbClr val="FFFF00"/>
                </a:solidFill>
                <a:latin typeface="Courier New" panose="02070309020205020404" pitchFamily="49" charset="0"/>
                <a:cs typeface="Courier New" panose="02070309020205020404" pitchFamily="49" charset="0"/>
              </a:rPr>
              <a:t>22</a:t>
            </a:r>
          </a:p>
          <a:p>
            <a:endParaRPr lang="en-US" sz="2000" b="1" dirty="0">
              <a:solidFill>
                <a:srgbClr val="FFFF00"/>
              </a:solidFill>
              <a:latin typeface="Courier New" panose="02070309020205020404" pitchFamily="49" charset="0"/>
              <a:cs typeface="Courier New" panose="02070309020205020404" pitchFamily="49" charset="0"/>
            </a:endParaRPr>
          </a:p>
        </p:txBody>
      </p:sp>
      <p:pic>
        <p:nvPicPr>
          <p:cNvPr id="7" name="Picture 6">
            <a:extLst>
              <a:ext uri="{FF2B5EF4-FFF2-40B4-BE49-F238E27FC236}">
                <a16:creationId xmlns:a16="http://schemas.microsoft.com/office/drawing/2014/main" id="{30072FF7-A32F-42B8-A01D-0FB57E23C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1404108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692" y="0"/>
            <a:ext cx="12180307"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548640" tIns="100584" bIns="914400" rtlCol="0" anchor="t" anchorCtr="0"/>
          <a:lstStyle/>
          <a:p>
            <a:r>
              <a:rPr lang="en-US" sz="2000" b="1" dirty="0">
                <a:solidFill>
                  <a:schemeClr val="bg1"/>
                </a:solidFill>
                <a:latin typeface="Courier New" panose="02070309020205020404" pitchFamily="49" charset="0"/>
                <a:cs typeface="Courier New" panose="02070309020205020404" pitchFamily="49" charset="0"/>
              </a:rPr>
              <a:t>      public static void main(String[] args){</a:t>
            </a:r>
          </a:p>
          <a:p>
            <a:r>
              <a:rPr lang="en-US" sz="2000" b="1" dirty="0">
                <a:solidFill>
                  <a:schemeClr val="bg1"/>
                </a:solidFill>
                <a:latin typeface="Courier New" panose="02070309020205020404" pitchFamily="49" charset="0"/>
                <a:cs typeface="Courier New" panose="02070309020205020404" pitchFamily="49" charset="0"/>
              </a:rPr>
              <a:t>	    Scanner s=new Scanner(System.in);</a:t>
            </a:r>
          </a:p>
          <a:p>
            <a:r>
              <a:rPr lang="en-US" sz="2000" b="1" dirty="0">
                <a:solidFill>
                  <a:schemeClr val="bg1"/>
                </a:solidFill>
                <a:latin typeface="Courier New" panose="02070309020205020404" pitchFamily="49" charset="0"/>
                <a:cs typeface="Courier New" panose="02070309020205020404" pitchFamily="49" charset="0"/>
              </a:rPr>
              <a:t>	    int n=</a:t>
            </a:r>
            <a:r>
              <a:rPr lang="en-US" sz="2000" b="1" dirty="0" err="1">
                <a:solidFill>
                  <a:schemeClr val="bg1"/>
                </a:solidFill>
                <a:latin typeface="Courier New" panose="02070309020205020404" pitchFamily="49" charset="0"/>
                <a:cs typeface="Courier New" panose="02070309020205020404" pitchFamily="49" charset="0"/>
              </a:rPr>
              <a:t>s.nextInt</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int p[]= new int[n]; </a:t>
            </a:r>
          </a:p>
          <a:p>
            <a:r>
              <a:rPr lang="en-US" sz="2000" b="1" dirty="0">
                <a:solidFill>
                  <a:schemeClr val="bg1"/>
                </a:solidFill>
                <a:latin typeface="Courier New" panose="02070309020205020404" pitchFamily="49" charset="0"/>
                <a:cs typeface="Courier New" panose="02070309020205020404" pitchFamily="49" charset="0"/>
              </a:rPr>
              <a:t>	    for(int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=0;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&lt;n; </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p[</a:t>
            </a:r>
            <a:r>
              <a:rPr lang="en-US" sz="2000" b="1" dirty="0" err="1">
                <a:solidFill>
                  <a:schemeClr val="bg1"/>
                </a:solidFill>
                <a:latin typeface="Courier New" panose="02070309020205020404" pitchFamily="49" charset="0"/>
                <a:cs typeface="Courier New" panose="02070309020205020404" pitchFamily="49" charset="0"/>
              </a:rPr>
              <a:t>i</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s.nextInt</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r>
              <a:rPr lang="en-US" sz="2000" b="1" dirty="0" err="1">
                <a:solidFill>
                  <a:schemeClr val="bg1"/>
                </a:solidFill>
                <a:latin typeface="Courier New" panose="02070309020205020404" pitchFamily="49" charset="0"/>
                <a:cs typeface="Courier New" panose="02070309020205020404" pitchFamily="49" charset="0"/>
              </a:rPr>
              <a:t>System.out.println</a:t>
            </a:r>
            <a:r>
              <a:rPr lang="en-US" sz="2000" b="1" dirty="0">
                <a:solidFill>
                  <a:schemeClr val="bg1"/>
                </a:solidFill>
                <a:latin typeface="Courier New" panose="02070309020205020404" pitchFamily="49" charset="0"/>
                <a:cs typeface="Courier New" panose="02070309020205020404" pitchFamily="49" charset="0"/>
              </a:rPr>
              <a:t>("Maximum obtained value is "+ </a:t>
            </a:r>
            <a:r>
              <a:rPr lang="en-US" sz="2000" b="1" dirty="0" err="1">
                <a:solidFill>
                  <a:schemeClr val="bg1"/>
                </a:solidFill>
                <a:latin typeface="Courier New" panose="02070309020205020404" pitchFamily="49" charset="0"/>
                <a:cs typeface="Courier New" panose="02070309020205020404" pitchFamily="49" charset="0"/>
              </a:rPr>
              <a:t>cutRod</a:t>
            </a:r>
            <a:r>
              <a:rPr lang="en-US" sz="2000" b="1" dirty="0">
                <a:solidFill>
                  <a:schemeClr val="bg1"/>
                </a:solidFill>
                <a:latin typeface="Courier New" panose="02070309020205020404" pitchFamily="49" charset="0"/>
                <a:cs typeface="Courier New" panose="02070309020205020404" pitchFamily="49" charset="0"/>
              </a:rPr>
              <a:t>(</a:t>
            </a:r>
            <a:r>
              <a:rPr lang="en-US" sz="2000" b="1" dirty="0" err="1">
                <a:solidFill>
                  <a:schemeClr val="bg1"/>
                </a:solidFill>
                <a:latin typeface="Courier New" panose="02070309020205020404" pitchFamily="49" charset="0"/>
                <a:cs typeface="Courier New" panose="02070309020205020404" pitchFamily="49" charset="0"/>
              </a:rPr>
              <a:t>p,n</a:t>
            </a:r>
            <a:r>
              <a:rPr lang="en-US" sz="2000" b="1" dirty="0">
                <a:solidFill>
                  <a:schemeClr val="bg1"/>
                </a:solidFill>
                <a:latin typeface="Courier New" panose="02070309020205020404" pitchFamily="49" charset="0"/>
                <a:cs typeface="Courier New" panose="02070309020205020404" pitchFamily="49" charset="0"/>
              </a:rPr>
              <a:t>));</a:t>
            </a:r>
          </a:p>
          <a:p>
            <a:r>
              <a:rPr lang="en-US" sz="2000" b="1" dirty="0">
                <a:solidFill>
                  <a:schemeClr val="bg1"/>
                </a:solidFill>
                <a:latin typeface="Courier New" panose="02070309020205020404" pitchFamily="49" charset="0"/>
                <a:cs typeface="Courier New" panose="02070309020205020404" pitchFamily="49" charset="0"/>
              </a:rPr>
              <a:t>	}</a:t>
            </a:r>
          </a:p>
          <a:p>
            <a:r>
              <a:rPr lang="en-US" sz="2000" b="1" dirty="0">
                <a:solidFill>
                  <a:schemeClr val="bg1"/>
                </a:solidFill>
                <a:latin typeface="Courier New" panose="02070309020205020404" pitchFamily="49" charset="0"/>
                <a:cs typeface="Courier New" panose="02070309020205020404" pitchFamily="49" charset="0"/>
              </a:rPr>
              <a:t>}</a:t>
            </a:r>
          </a:p>
        </p:txBody>
      </p:sp>
      <p:sp>
        <p:nvSpPr>
          <p:cNvPr id="5" name="Rectangle 4"/>
          <p:cNvSpPr/>
          <p:nvPr/>
        </p:nvSpPr>
        <p:spPr>
          <a:xfrm>
            <a:off x="0" y="1"/>
            <a:ext cx="533400" cy="76200"/>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endParaRPr lang="en-US" sz="2000" b="1" dirty="0">
              <a:solidFill>
                <a:schemeClr val="bg1"/>
              </a:solidFill>
              <a:latin typeface="Courier New" panose="02070309020205020404" pitchFamily="49" charset="0"/>
              <a:cs typeface="Courier New" panose="02070309020205020404" pitchFamily="49" charset="0"/>
            </a:endParaRPr>
          </a:p>
        </p:txBody>
      </p:sp>
      <p:sp>
        <p:nvSpPr>
          <p:cNvPr id="4" name="Rectangle 3"/>
          <p:cNvSpPr/>
          <p:nvPr/>
        </p:nvSpPr>
        <p:spPr>
          <a:xfrm>
            <a:off x="0" y="76201"/>
            <a:ext cx="533400" cy="6781798"/>
          </a:xfrm>
          <a:prstGeom prst="rect">
            <a:avLst/>
          </a:prstGeom>
          <a:solidFill>
            <a:schemeClr val="tx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914400" rtlCol="0" anchor="t" anchorCtr="0"/>
          <a:lstStyle/>
          <a:p>
            <a:r>
              <a:rPr lang="en-US" sz="2000" b="1" dirty="0">
                <a:solidFill>
                  <a:srgbClr val="FFFF00"/>
                </a:solidFill>
                <a:latin typeface="Courier New" panose="02070309020205020404" pitchFamily="49" charset="0"/>
                <a:cs typeface="Courier New" panose="02070309020205020404" pitchFamily="49" charset="0"/>
              </a:rPr>
              <a:t>23</a:t>
            </a:r>
          </a:p>
          <a:p>
            <a:r>
              <a:rPr lang="en-US" sz="2000" b="1" dirty="0">
                <a:solidFill>
                  <a:srgbClr val="FFFF00"/>
                </a:solidFill>
                <a:latin typeface="Courier New" panose="02070309020205020404" pitchFamily="49" charset="0"/>
                <a:cs typeface="Courier New" panose="02070309020205020404" pitchFamily="49" charset="0"/>
              </a:rPr>
              <a:t>24</a:t>
            </a:r>
          </a:p>
          <a:p>
            <a:r>
              <a:rPr lang="en-US" sz="2000" b="1" dirty="0">
                <a:solidFill>
                  <a:srgbClr val="FFFF00"/>
                </a:solidFill>
                <a:latin typeface="Courier New" panose="02070309020205020404" pitchFamily="49" charset="0"/>
                <a:cs typeface="Courier New" panose="02070309020205020404" pitchFamily="49" charset="0"/>
              </a:rPr>
              <a:t>25</a:t>
            </a:r>
          </a:p>
          <a:p>
            <a:r>
              <a:rPr lang="en-US" sz="2000" b="1" dirty="0">
                <a:solidFill>
                  <a:srgbClr val="FFFF00"/>
                </a:solidFill>
                <a:latin typeface="Courier New" panose="02070309020205020404" pitchFamily="49" charset="0"/>
                <a:cs typeface="Courier New" panose="02070309020205020404" pitchFamily="49" charset="0"/>
              </a:rPr>
              <a:t>26</a:t>
            </a:r>
          </a:p>
          <a:p>
            <a:r>
              <a:rPr lang="en-US" sz="2000" b="1" dirty="0">
                <a:solidFill>
                  <a:srgbClr val="FFFF00"/>
                </a:solidFill>
                <a:latin typeface="Courier New" panose="02070309020205020404" pitchFamily="49" charset="0"/>
                <a:cs typeface="Courier New" panose="02070309020205020404" pitchFamily="49" charset="0"/>
              </a:rPr>
              <a:t>27</a:t>
            </a:r>
          </a:p>
          <a:p>
            <a:r>
              <a:rPr lang="en-US" sz="2000" b="1" dirty="0">
                <a:solidFill>
                  <a:srgbClr val="FFFF00"/>
                </a:solidFill>
                <a:latin typeface="Courier New" panose="02070309020205020404" pitchFamily="49" charset="0"/>
                <a:cs typeface="Courier New" panose="02070309020205020404" pitchFamily="49" charset="0"/>
              </a:rPr>
              <a:t>28</a:t>
            </a:r>
          </a:p>
          <a:p>
            <a:r>
              <a:rPr lang="en-US" sz="2000" b="1" dirty="0">
                <a:solidFill>
                  <a:srgbClr val="FFFF00"/>
                </a:solidFill>
                <a:latin typeface="Courier New" panose="02070309020205020404" pitchFamily="49" charset="0"/>
                <a:cs typeface="Courier New" panose="02070309020205020404" pitchFamily="49" charset="0"/>
              </a:rPr>
              <a:t>29</a:t>
            </a:r>
          </a:p>
          <a:p>
            <a:r>
              <a:rPr lang="en-US" sz="2000" b="1" dirty="0">
                <a:solidFill>
                  <a:srgbClr val="FFFF00"/>
                </a:solidFill>
                <a:latin typeface="Courier New" panose="02070309020205020404" pitchFamily="49" charset="0"/>
                <a:cs typeface="Courier New" panose="02070309020205020404" pitchFamily="49" charset="0"/>
              </a:rPr>
              <a:t>30</a:t>
            </a:r>
          </a:p>
          <a:p>
            <a:r>
              <a:rPr lang="en-US" sz="2000" b="1" dirty="0">
                <a:solidFill>
                  <a:srgbClr val="FFFF00"/>
                </a:solidFill>
                <a:latin typeface="Courier New" panose="02070309020205020404" pitchFamily="49" charset="0"/>
                <a:cs typeface="Courier New" panose="02070309020205020404" pitchFamily="49" charset="0"/>
              </a:rPr>
              <a:t>31</a:t>
            </a:r>
          </a:p>
          <a:p>
            <a:r>
              <a:rPr lang="en-US" sz="2000" b="1" dirty="0">
                <a:solidFill>
                  <a:srgbClr val="FFFF00"/>
                </a:solidFill>
                <a:latin typeface="Courier New" panose="02070309020205020404" pitchFamily="49" charset="0"/>
                <a:cs typeface="Courier New" panose="02070309020205020404" pitchFamily="49" charset="0"/>
              </a:rPr>
              <a:t>32</a:t>
            </a:r>
          </a:p>
          <a:p>
            <a:r>
              <a:rPr lang="en-US" sz="2000" b="1" dirty="0">
                <a:solidFill>
                  <a:srgbClr val="FFFF00"/>
                </a:solidFill>
                <a:latin typeface="Courier New" panose="02070309020205020404" pitchFamily="49" charset="0"/>
                <a:cs typeface="Courier New" panose="02070309020205020404" pitchFamily="49" charset="0"/>
              </a:rPr>
              <a:t>33</a:t>
            </a:r>
          </a:p>
          <a:p>
            <a:r>
              <a:rPr lang="en-US" sz="2000" b="1" dirty="0">
                <a:solidFill>
                  <a:srgbClr val="FFFF00"/>
                </a:solidFill>
                <a:latin typeface="Courier New" panose="02070309020205020404" pitchFamily="49" charset="0"/>
                <a:cs typeface="Courier New" panose="02070309020205020404" pitchFamily="49" charset="0"/>
              </a:rPr>
              <a:t>34</a:t>
            </a:r>
          </a:p>
          <a:p>
            <a:r>
              <a:rPr lang="en-US" sz="2000" b="1" dirty="0">
                <a:solidFill>
                  <a:srgbClr val="FFFF00"/>
                </a:solidFill>
                <a:latin typeface="Courier New" panose="02070309020205020404" pitchFamily="49" charset="0"/>
                <a:cs typeface="Courier New" panose="02070309020205020404" pitchFamily="49" charset="0"/>
              </a:rPr>
              <a:t>35</a:t>
            </a:r>
          </a:p>
          <a:p>
            <a:r>
              <a:rPr lang="en-US" sz="2000" b="1" dirty="0">
                <a:solidFill>
                  <a:srgbClr val="FFFF00"/>
                </a:solidFill>
                <a:latin typeface="Courier New" panose="02070309020205020404" pitchFamily="49" charset="0"/>
                <a:cs typeface="Courier New" panose="02070309020205020404" pitchFamily="49" charset="0"/>
              </a:rPr>
              <a:t>36</a:t>
            </a:r>
          </a:p>
          <a:p>
            <a:r>
              <a:rPr lang="en-US" sz="2000" b="1" dirty="0">
                <a:solidFill>
                  <a:srgbClr val="FFFF00"/>
                </a:solidFill>
                <a:latin typeface="Courier New" panose="02070309020205020404" pitchFamily="49" charset="0"/>
                <a:cs typeface="Courier New" panose="02070309020205020404" pitchFamily="49" charset="0"/>
              </a:rPr>
              <a:t>37</a:t>
            </a:r>
          </a:p>
          <a:p>
            <a:r>
              <a:rPr lang="en-US" sz="2000" b="1" dirty="0">
                <a:solidFill>
                  <a:srgbClr val="FFFF00"/>
                </a:solidFill>
                <a:latin typeface="Courier New" panose="02070309020205020404" pitchFamily="49" charset="0"/>
                <a:cs typeface="Courier New" panose="02070309020205020404" pitchFamily="49" charset="0"/>
              </a:rPr>
              <a:t>38</a:t>
            </a:r>
          </a:p>
          <a:p>
            <a:r>
              <a:rPr lang="en-US" sz="2000" b="1" dirty="0">
                <a:solidFill>
                  <a:srgbClr val="FFFF00"/>
                </a:solidFill>
                <a:latin typeface="Courier New" panose="02070309020205020404" pitchFamily="49" charset="0"/>
                <a:cs typeface="Courier New" panose="02070309020205020404" pitchFamily="49" charset="0"/>
              </a:rPr>
              <a:t>39</a:t>
            </a:r>
          </a:p>
          <a:p>
            <a:r>
              <a:rPr lang="en-US" sz="2000" b="1" dirty="0">
                <a:solidFill>
                  <a:srgbClr val="FFFF00"/>
                </a:solidFill>
                <a:latin typeface="Courier New" panose="02070309020205020404" pitchFamily="49" charset="0"/>
                <a:cs typeface="Courier New" panose="02070309020205020404" pitchFamily="49" charset="0"/>
              </a:rPr>
              <a:t>40</a:t>
            </a:r>
          </a:p>
          <a:p>
            <a:r>
              <a:rPr lang="en-US" sz="2000" b="1" dirty="0">
                <a:solidFill>
                  <a:srgbClr val="FFFF00"/>
                </a:solidFill>
                <a:latin typeface="Courier New" panose="02070309020205020404" pitchFamily="49" charset="0"/>
                <a:cs typeface="Courier New" panose="02070309020205020404" pitchFamily="49" charset="0"/>
              </a:rPr>
              <a:t>41</a:t>
            </a:r>
          </a:p>
          <a:p>
            <a:r>
              <a:rPr lang="en-US" sz="2000" b="1" dirty="0">
                <a:solidFill>
                  <a:srgbClr val="FFFF00"/>
                </a:solidFill>
                <a:latin typeface="Courier New" panose="02070309020205020404" pitchFamily="49" charset="0"/>
                <a:cs typeface="Courier New" panose="02070309020205020404" pitchFamily="49" charset="0"/>
              </a:rPr>
              <a:t>42</a:t>
            </a:r>
          </a:p>
          <a:p>
            <a:r>
              <a:rPr lang="en-US" sz="2000" b="1" dirty="0">
                <a:solidFill>
                  <a:srgbClr val="FFFF00"/>
                </a:solidFill>
                <a:latin typeface="Courier New" panose="02070309020205020404" pitchFamily="49" charset="0"/>
                <a:cs typeface="Courier New" panose="02070309020205020404" pitchFamily="49" charset="0"/>
              </a:rPr>
              <a:t>43</a:t>
            </a:r>
          </a:p>
          <a:p>
            <a:r>
              <a:rPr lang="en-US" sz="2000" b="1" dirty="0">
                <a:solidFill>
                  <a:srgbClr val="FFFF00"/>
                </a:solidFill>
                <a:latin typeface="Courier New" panose="02070309020205020404" pitchFamily="49" charset="0"/>
                <a:cs typeface="Courier New" panose="02070309020205020404" pitchFamily="49" charset="0"/>
              </a:rPr>
              <a:t>44</a:t>
            </a:r>
          </a:p>
        </p:txBody>
      </p:sp>
      <p:pic>
        <p:nvPicPr>
          <p:cNvPr id="7" name="Picture 6">
            <a:extLst>
              <a:ext uri="{FF2B5EF4-FFF2-40B4-BE49-F238E27FC236}">
                <a16:creationId xmlns:a16="http://schemas.microsoft.com/office/drawing/2014/main" id="{30072FF7-A32F-42B8-A01D-0FB57E23C6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2633694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a:extLst>
              <a:ext uri="{28A0092B-C50C-407E-A947-70E740481C1C}">
                <a14:useLocalDpi xmlns:a14="http://schemas.microsoft.com/office/drawing/2010/main" val="0"/>
              </a:ext>
            </a:extLst>
          </a:blip>
          <a:srcRect l="1110" b="849"/>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3" name="Picture 2">
            <a:extLst>
              <a:ext uri="{FF2B5EF4-FFF2-40B4-BE49-F238E27FC236}">
                <a16:creationId xmlns:a16="http://schemas.microsoft.com/office/drawing/2014/main" id="{CA812E3F-71B2-4B8A-003E-4FB1F1097AF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25600" y="6202800"/>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483</Words>
  <Application>Microsoft Office PowerPoint</Application>
  <PresentationFormat>Widescreen</PresentationFormat>
  <Paragraphs>93</Paragraphs>
  <Slides>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Courier New</vt:lpstr>
      <vt:lpstr>Nunito Sans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UMAIYALAKSHMI UMAKANTH</dc:creator>
  <cp:lastModifiedBy>UMAIYALAKSHMI UMAKANTH</cp:lastModifiedBy>
  <cp:revision>4</cp:revision>
  <dcterms:created xsi:type="dcterms:W3CDTF">2024-01-12T10:29:15Z</dcterms:created>
  <dcterms:modified xsi:type="dcterms:W3CDTF">2024-01-16T10:27:04Z</dcterms:modified>
</cp:coreProperties>
</file>