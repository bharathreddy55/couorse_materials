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744" r:id="rId2"/>
    <p:sldId id="260" r:id="rId3"/>
    <p:sldId id="317" r:id="rId4"/>
    <p:sldId id="785" r:id="rId5"/>
    <p:sldId id="786" r:id="rId6"/>
    <p:sldId id="787" r:id="rId7"/>
    <p:sldId id="790" r:id="rId8"/>
    <p:sldId id="791" r:id="rId9"/>
    <p:sldId id="792" r:id="rId10"/>
    <p:sldId id="793" r:id="rId11"/>
    <p:sldId id="794" r:id="rId12"/>
    <p:sldId id="795" r:id="rId13"/>
    <p:sldId id="796" r:id="rId14"/>
    <p:sldId id="797" r:id="rId15"/>
    <p:sldId id="798" r:id="rId16"/>
    <p:sldId id="799" r:id="rId17"/>
    <p:sldId id="358" r:id="rId18"/>
    <p:sldId id="745" r:id="rId19"/>
    <p:sldId id="28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5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363C95-3BC5-4818-BA00-28E3F41D30BB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914806-E9AE-4F8E-BF60-2A2FE66837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938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</a:t>
            </a:r>
            <a:r>
              <a:rPr lang="en-US" b="1" baseline="0" dirty="0"/>
              <a:t> = </a:t>
            </a:r>
          </a:p>
          <a:p>
            <a:r>
              <a:rPr lang="en-US" b="1" baseline="0" dirty="0"/>
              <a:t>Root</a:t>
            </a:r>
          </a:p>
          <a:p>
            <a:r>
              <a:rPr lang="en-US" b="1" baseline="0" dirty="0"/>
              <a:t>2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40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Section End/Start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/>
              <a:t>Use this at section’s start or end. For example: “Questions” or “Time for Practice”. To be used for Impacts (get the student’s attention). </a:t>
            </a:r>
            <a:endParaRPr/>
          </a:p>
        </p:txBody>
      </p:sp>
      <p:sp>
        <p:nvSpPr>
          <p:cNvPr id="123" name="Google Shape;12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err="1">
                <a:solidFill>
                  <a:schemeClr val="tx1"/>
                </a:solidFill>
                <a:latin typeface="Nunito Sans" pitchFamily="2" charset="0"/>
              </a:rPr>
              <a:t>Biotonic</a:t>
            </a:r>
            <a:r>
              <a:rPr lang="en-US" sz="1200" b="1" dirty="0">
                <a:solidFill>
                  <a:schemeClr val="tx1"/>
                </a:solidFill>
                <a:latin typeface="Nunito Sans" pitchFamily="2" charset="0"/>
              </a:rPr>
              <a:t> doubly linked list:</a:t>
            </a:r>
          </a:p>
          <a:p>
            <a:pPr algn="l"/>
            <a:r>
              <a:rPr lang="en-US" b="0" i="0" dirty="0">
                <a:solidFill>
                  <a:srgbClr val="4D5156"/>
                </a:solidFill>
                <a:effectLst/>
                <a:latin typeface="Nunito Sans" pitchFamily="2" charset="0"/>
              </a:rPr>
              <a:t>A </a:t>
            </a:r>
            <a:r>
              <a:rPr lang="en-US" b="0" i="0" dirty="0" err="1">
                <a:solidFill>
                  <a:srgbClr val="4D5156"/>
                </a:solidFill>
                <a:effectLst/>
                <a:latin typeface="Nunito Sans" pitchFamily="2" charset="0"/>
              </a:rPr>
              <a:t>biotonic</a:t>
            </a:r>
            <a:r>
              <a:rPr lang="en-US" b="0" i="0" dirty="0">
                <a:solidFill>
                  <a:srgbClr val="4D5156"/>
                </a:solidFill>
                <a:effectLst/>
                <a:latin typeface="Nunito Sans" pitchFamily="2" charset="0"/>
              </a:rPr>
              <a:t> doubly linked list is </a:t>
            </a:r>
            <a:r>
              <a:rPr lang="en-US" b="0" i="0" dirty="0">
                <a:solidFill>
                  <a:srgbClr val="040C28"/>
                </a:solidFill>
                <a:effectLst/>
                <a:latin typeface="Nunito Sans" pitchFamily="2" charset="0"/>
              </a:rPr>
              <a:t>a doubly-linked list which is first increasing and then decreasing</a:t>
            </a:r>
            <a:r>
              <a:rPr lang="en-US" b="0" i="0" dirty="0">
                <a:solidFill>
                  <a:srgbClr val="4D5156"/>
                </a:solidFill>
                <a:effectLst/>
                <a:latin typeface="Nunito Sans" pitchFamily="2" charset="0"/>
              </a:rPr>
              <a:t>. A strictly increasing or a strictly decreasing list is also a </a:t>
            </a:r>
            <a:r>
              <a:rPr lang="en-US" b="0" i="0" dirty="0" err="1">
                <a:solidFill>
                  <a:srgbClr val="4D5156"/>
                </a:solidFill>
                <a:effectLst/>
                <a:latin typeface="Nunito Sans" pitchFamily="2" charset="0"/>
              </a:rPr>
              <a:t>biotonic</a:t>
            </a:r>
            <a:r>
              <a:rPr lang="en-US" b="0" i="0" dirty="0">
                <a:solidFill>
                  <a:srgbClr val="4D5156"/>
                </a:solidFill>
                <a:effectLst/>
                <a:latin typeface="Nunito Sans" pitchFamily="2" charset="0"/>
              </a:rPr>
              <a:t> doubly linked list.</a:t>
            </a:r>
            <a:endParaRPr lang="en-US" b="0" i="0" dirty="0">
              <a:solidFill>
                <a:srgbClr val="202124"/>
              </a:solidFill>
              <a:effectLst/>
              <a:latin typeface="Nunito Sans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dirty="0">
              <a:solidFill>
                <a:schemeClr val="tx1"/>
              </a:solidFill>
              <a:latin typeface="Nunito Sans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976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Title +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AB6876-1BF1-4B88-890A-0B4E462015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84545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Title +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AB6876-1BF1-4B88-890A-0B4E462015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75349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Title +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AB6876-1BF1-4B88-890A-0B4E462015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5847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Title +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AB6876-1BF1-4B88-890A-0B4E462015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30719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Title +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AB6876-1BF1-4B88-890A-0B4E462015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52381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Title +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AB6876-1BF1-4B88-890A-0B4E462015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71855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Title +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AB6876-1BF1-4B88-890A-0B4E462015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54896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Title +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AB6876-1BF1-4B88-890A-0B4E462015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96807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Title +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AB6876-1BF1-4B88-890A-0B4E462015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7452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Title +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AB6876-1BF1-4B88-890A-0B4E462015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61630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Title +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AB6876-1BF1-4B88-890A-0B4E462015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72586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Title +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AB6876-1BF1-4B88-890A-0B4E462015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40589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Title +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AB6876-1BF1-4B88-890A-0B4E462015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54007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Thank you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33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DE18A-97BB-FDBC-24AD-CB46E79CB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53A775-7933-A8A4-AC29-5858005E1D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42786-6823-DE88-B45E-8A840E738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9F92E-85BA-4464-ADE4-70C5E3F0DC25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FDADB-0ABA-312F-5A8F-F8C8F31B7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EA3FA-5B49-BB5F-3D33-EBBA00BF9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F09FC-2F73-4C6D-8F83-06A09C729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542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663B9-C658-DB19-3A98-0172EBB3C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A3BF4-9D5F-D639-C5B0-42FF70F7F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24564-ACEC-3BCF-89E6-A5B3A1B71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9F92E-85BA-4464-ADE4-70C5E3F0DC25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3196F-F1CC-1919-723C-F3D8687EB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D2B7D-F247-D85A-0A42-FEE174DA3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F09FC-2F73-4C6D-8F83-06A09C729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368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8B5E8-55AD-12F9-C510-3A61A15FD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726BE-2C8D-8A80-7761-32AE2B2D6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DD04A-29EA-FE9E-DAC6-C304953B9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9F92E-85BA-4464-ADE4-70C5E3F0DC25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12EBE-4BF2-4E6B-6DAA-91D77F906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71313-4F53-800F-DD5E-66DC37427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F09FC-2F73-4C6D-8F83-06A09C729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963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B2B71-C812-DEE0-0FE4-0B1A90927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4CD3F-B62E-0A3E-4943-1F08DEBC01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C96F8B-5736-8044-E791-944EF7F52C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DFF59E-881D-EC05-AA9D-4F2315AC5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9F92E-85BA-4464-ADE4-70C5E3F0DC25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D98D8-37A2-6D67-E781-530AB2D13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B5C03-5410-ACF0-3A6A-CE04550FF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F09FC-2F73-4C6D-8F83-06A09C729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308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BBBE5-9525-6252-5AE6-A2C4158AB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6A8EB7-15E0-1DC2-0841-DD1A0F522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2CE9BD-D2F3-C256-B93A-CE48A02B8E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FA83E4-1A64-C90C-DE97-6D03628D1F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A05E26-E387-9949-D3DE-4CF9A9A34B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B8F54A-8486-FFD5-50F9-9273EFD3B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9F92E-85BA-4464-ADE4-70C5E3F0DC25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02A04B-578A-6F6A-485F-3CAC60230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7B16A6-7739-2572-F26D-70ABCDEC5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F09FC-2F73-4C6D-8F83-06A09C729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22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5E20B-AACA-9719-CB4F-53849D1C5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3BA821-B11F-0571-DFDE-24CBD4025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9F92E-85BA-4464-ADE4-70C5E3F0DC25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26BE4A-740F-3057-5016-079DD2B39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136150-06BE-E922-E31C-573EB411E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F09FC-2F73-4C6D-8F83-06A09C729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605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63912E-DA90-C182-C25E-8C81C5F75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9F92E-85BA-4464-ADE4-70C5E3F0DC25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262B81-9BFE-810B-62A6-A82CF16C0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F5E5F-866A-4087-845A-93D8428EB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F09FC-2F73-4C6D-8F83-06A09C729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8024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81307-D4C1-1F85-130D-58A7E3F4B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AF8B6-A5A9-7132-A65C-07F36FDD7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DE7E51-0D7F-64A2-F456-F652D7AFD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1FC8DC-B853-D672-B5AB-688875912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9F92E-85BA-4464-ADE4-70C5E3F0DC25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CDDE8-7CB6-A2EA-33E0-624A6D79D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7B6441-AEAE-2C92-8972-741D5CC33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F09FC-2F73-4C6D-8F83-06A09C729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522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0ED05-2DB9-8C72-E522-1CDA3349E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3A3DA1-7217-F387-F260-C6C8217849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3B51FA-DC09-7174-0940-D8A7F2E6DD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93D4D1-DB43-53C8-0444-D368B67F4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9F92E-85BA-4464-ADE4-70C5E3F0DC25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ACFAD4-421E-5CA6-633F-6A40AEB52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89FAA0-E2C0-9DA3-003F-60F5C5DEE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F09FC-2F73-4C6D-8F83-06A09C729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9464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DBE58-967B-CF1C-413D-B5DDE712E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FFA5A3-9581-6D11-D167-D654B469C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07D0C-7127-27C8-F1D2-61DF4213E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9F92E-85BA-4464-ADE4-70C5E3F0DC25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5EDD9-DFBD-D4E1-1D5D-E5B7EDD45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C4B0A-E291-86D6-7B6A-4F5CBBE22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F09FC-2F73-4C6D-8F83-06A09C729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219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FB01FE-F0BA-75EA-5F47-B29FE41349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A9B0-9B52-B1A5-5258-390D900454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B5664-FE08-5066-E829-A16FEF579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9F92E-85BA-4464-ADE4-70C5E3F0DC25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9C5ED-20A2-E7A0-4579-20F270FCD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07D77-1935-FE25-D1EB-888820A49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F09FC-2F73-4C6D-8F83-06A09C729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995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D0C7C6-55DA-9240-093D-B32B22B99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D0D2E3-42F4-45FD-CFC1-67F61E2C2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0B407-A671-E07E-5707-161E2CDF2D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C9F92E-85BA-4464-ADE4-70C5E3F0DC25}" type="datetimeFigureOut">
              <a:rPr lang="en-IN" smtClean="0"/>
              <a:t>30-12-2023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29DE9-01F5-BFB4-5A80-C4AC9938EA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D0E79-72DC-EE6A-AA83-72B68D567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F09FC-2F73-4C6D-8F83-06A09C729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615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578" y="3105000"/>
            <a:ext cx="5110844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5136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0" y="3055701"/>
            <a:ext cx="12192000" cy="885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Nunito Sans"/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Maximum Sliding Window</a:t>
            </a:r>
            <a:endParaRPr sz="5400" b="1" i="0" u="none" strike="noStrike" cap="none" dirty="0">
              <a:solidFill>
                <a:srgbClr val="FFFF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600" y="6202800"/>
            <a:ext cx="2356664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526224" y="769163"/>
            <a:ext cx="111363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en-US" sz="4800" b="1" i="0" dirty="0">
                <a:solidFill>
                  <a:srgbClr val="273239"/>
                </a:solidFill>
                <a:effectLst/>
                <a:latin typeface="Nunito Sans" pitchFamily="2" charset="0"/>
              </a:rPr>
              <a:t>Maximum Sliding Window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73F422-781C-4385-84E3-34EDBC7AB3E7}"/>
              </a:ext>
            </a:extLst>
          </p:cNvPr>
          <p:cNvSpPr txBox="1"/>
          <p:nvPr/>
        </p:nvSpPr>
        <p:spPr>
          <a:xfrm>
            <a:off x="413159" y="1347831"/>
            <a:ext cx="11104481" cy="3891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500" b="1" dirty="0">
              <a:latin typeface="Nunito Sans" pitchFamily="2" charset="0"/>
            </a:endParaRPr>
          </a:p>
          <a:p>
            <a:r>
              <a:rPr lang="en-US" sz="2500" b="1" dirty="0">
                <a:latin typeface="Nunito Sans" pitchFamily="2" charset="0"/>
              </a:rPr>
              <a:t>Problem: </a:t>
            </a:r>
          </a:p>
          <a:p>
            <a:r>
              <a:rPr lang="en-US" sz="2500" b="1" dirty="0">
                <a:latin typeface="Nunito Sans" pitchFamily="2" charset="0"/>
              </a:rPr>
              <a:t>	</a:t>
            </a:r>
          </a:p>
          <a:p>
            <a:r>
              <a:rPr lang="en-US" sz="2500" dirty="0">
                <a:latin typeface="Nunito Sans" pitchFamily="2" charset="0"/>
              </a:rPr>
              <a:t>You are given an array of integers, there is a sliding window of size k which is moving from the very left of the array to the very right. You can only see the k numbers in the window. Each time the sliding window moves right by one position. Return the max sliding window.</a:t>
            </a:r>
          </a:p>
          <a:p>
            <a:pPr>
              <a:lnSpc>
                <a:spcPct val="150000"/>
              </a:lnSpc>
            </a:pPr>
            <a:endParaRPr lang="en-US" sz="2500" dirty="0">
              <a:latin typeface="Nunito Sans" panose="020B0604020202020204" charset="0"/>
            </a:endParaRPr>
          </a:p>
          <a:p>
            <a:pPr>
              <a:lnSpc>
                <a:spcPct val="150000"/>
              </a:lnSpc>
            </a:pPr>
            <a:endParaRPr lang="en-US" sz="2500" dirty="0">
              <a:latin typeface="Nunito Sans" panose="020B0604020202020204" charset="0"/>
            </a:endParaRPr>
          </a:p>
        </p:txBody>
      </p:sp>
      <p:sp>
        <p:nvSpPr>
          <p:cNvPr id="23" name="Rounded Rectangle 2">
            <a:extLst>
              <a:ext uri="{FF2B5EF4-FFF2-40B4-BE49-F238E27FC236}">
                <a16:creationId xmlns:a16="http://schemas.microsoft.com/office/drawing/2014/main" id="{CE02121E-734A-E27B-1E5F-8EC80F20DAA7}"/>
              </a:ext>
            </a:extLst>
          </p:cNvPr>
          <p:cNvSpPr/>
          <p:nvPr/>
        </p:nvSpPr>
        <p:spPr>
          <a:xfrm>
            <a:off x="2906234" y="4518969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1</a:t>
            </a:r>
          </a:p>
        </p:txBody>
      </p:sp>
      <p:sp>
        <p:nvSpPr>
          <p:cNvPr id="24" name="Rounded Rectangle 10">
            <a:extLst>
              <a:ext uri="{FF2B5EF4-FFF2-40B4-BE49-F238E27FC236}">
                <a16:creationId xmlns:a16="http://schemas.microsoft.com/office/drawing/2014/main" id="{B58BC305-11C0-3404-BD49-CA0CE844F978}"/>
              </a:ext>
            </a:extLst>
          </p:cNvPr>
          <p:cNvSpPr/>
          <p:nvPr/>
        </p:nvSpPr>
        <p:spPr>
          <a:xfrm>
            <a:off x="3628723" y="4518969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3</a:t>
            </a:r>
          </a:p>
        </p:txBody>
      </p:sp>
      <p:sp>
        <p:nvSpPr>
          <p:cNvPr id="25" name="Rounded Rectangle 13">
            <a:extLst>
              <a:ext uri="{FF2B5EF4-FFF2-40B4-BE49-F238E27FC236}">
                <a16:creationId xmlns:a16="http://schemas.microsoft.com/office/drawing/2014/main" id="{0ACE5037-9F14-53BE-DA59-9FE1317EDD22}"/>
              </a:ext>
            </a:extLst>
          </p:cNvPr>
          <p:cNvSpPr/>
          <p:nvPr/>
        </p:nvSpPr>
        <p:spPr>
          <a:xfrm>
            <a:off x="7963688" y="4516381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7</a:t>
            </a:r>
          </a:p>
        </p:txBody>
      </p:sp>
      <p:sp>
        <p:nvSpPr>
          <p:cNvPr id="26" name="Rounded Rectangle 14">
            <a:extLst>
              <a:ext uri="{FF2B5EF4-FFF2-40B4-BE49-F238E27FC236}">
                <a16:creationId xmlns:a16="http://schemas.microsoft.com/office/drawing/2014/main" id="{AAD9DCCB-F2D9-47F1-1EDC-37F116AD68EE}"/>
              </a:ext>
            </a:extLst>
          </p:cNvPr>
          <p:cNvSpPr/>
          <p:nvPr/>
        </p:nvSpPr>
        <p:spPr>
          <a:xfrm>
            <a:off x="7241199" y="4518969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6</a:t>
            </a:r>
          </a:p>
        </p:txBody>
      </p:sp>
      <p:sp>
        <p:nvSpPr>
          <p:cNvPr id="27" name="Rounded Rectangle 15">
            <a:extLst>
              <a:ext uri="{FF2B5EF4-FFF2-40B4-BE49-F238E27FC236}">
                <a16:creationId xmlns:a16="http://schemas.microsoft.com/office/drawing/2014/main" id="{F26E5516-1DE1-717A-828A-70DC15788CD8}"/>
              </a:ext>
            </a:extLst>
          </p:cNvPr>
          <p:cNvSpPr/>
          <p:nvPr/>
        </p:nvSpPr>
        <p:spPr>
          <a:xfrm>
            <a:off x="6518710" y="4518969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3</a:t>
            </a:r>
          </a:p>
        </p:txBody>
      </p:sp>
      <p:sp>
        <p:nvSpPr>
          <p:cNvPr id="43" name="Rounded Rectangle 16">
            <a:extLst>
              <a:ext uri="{FF2B5EF4-FFF2-40B4-BE49-F238E27FC236}">
                <a16:creationId xmlns:a16="http://schemas.microsoft.com/office/drawing/2014/main" id="{655C4D2B-B629-913A-1613-9F2C40086AEA}"/>
              </a:ext>
            </a:extLst>
          </p:cNvPr>
          <p:cNvSpPr/>
          <p:nvPr/>
        </p:nvSpPr>
        <p:spPr>
          <a:xfrm>
            <a:off x="5815624" y="4518969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5</a:t>
            </a:r>
          </a:p>
        </p:txBody>
      </p:sp>
      <p:sp>
        <p:nvSpPr>
          <p:cNvPr id="44" name="Rounded Rectangle 17">
            <a:extLst>
              <a:ext uri="{FF2B5EF4-FFF2-40B4-BE49-F238E27FC236}">
                <a16:creationId xmlns:a16="http://schemas.microsoft.com/office/drawing/2014/main" id="{8C7C7330-6041-D071-A525-D08DC5ACE6FA}"/>
              </a:ext>
            </a:extLst>
          </p:cNvPr>
          <p:cNvSpPr/>
          <p:nvPr/>
        </p:nvSpPr>
        <p:spPr>
          <a:xfrm>
            <a:off x="5073701" y="4518969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-3</a:t>
            </a:r>
          </a:p>
        </p:txBody>
      </p:sp>
      <p:sp>
        <p:nvSpPr>
          <p:cNvPr id="45" name="Rounded Rectangle 18">
            <a:extLst>
              <a:ext uri="{FF2B5EF4-FFF2-40B4-BE49-F238E27FC236}">
                <a16:creationId xmlns:a16="http://schemas.microsoft.com/office/drawing/2014/main" id="{29F4F3A9-2377-2D23-A943-305CC8BE8154}"/>
              </a:ext>
            </a:extLst>
          </p:cNvPr>
          <p:cNvSpPr/>
          <p:nvPr/>
        </p:nvSpPr>
        <p:spPr>
          <a:xfrm>
            <a:off x="4351212" y="4518969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-1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E80D0E2B-C38D-546D-CA2F-FE476EB93A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710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456960" y="711390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Key idea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AA7921-5D20-4289-9841-C99FE76476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4746B52-6FEF-C948-9564-2E4101E35B02}"/>
              </a:ext>
            </a:extLst>
          </p:cNvPr>
          <p:cNvSpPr/>
          <p:nvPr/>
        </p:nvSpPr>
        <p:spPr>
          <a:xfrm>
            <a:off x="2993319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1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F3F96EB-AABF-F247-B073-5990BACB318E}"/>
              </a:ext>
            </a:extLst>
          </p:cNvPr>
          <p:cNvSpPr/>
          <p:nvPr/>
        </p:nvSpPr>
        <p:spPr>
          <a:xfrm>
            <a:off x="3715808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3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CCC4B9B-02CF-DF42-8D54-4ACFAA7DF6BF}"/>
              </a:ext>
            </a:extLst>
          </p:cNvPr>
          <p:cNvSpPr/>
          <p:nvPr/>
        </p:nvSpPr>
        <p:spPr>
          <a:xfrm>
            <a:off x="8050773" y="3426412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7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BAE78A4-D81D-0744-9893-9015A9661A66}"/>
              </a:ext>
            </a:extLst>
          </p:cNvPr>
          <p:cNvSpPr/>
          <p:nvPr/>
        </p:nvSpPr>
        <p:spPr>
          <a:xfrm>
            <a:off x="7328284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6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4E188BF-12CE-814A-A608-EE90A87B80B1}"/>
              </a:ext>
            </a:extLst>
          </p:cNvPr>
          <p:cNvSpPr/>
          <p:nvPr/>
        </p:nvSpPr>
        <p:spPr>
          <a:xfrm>
            <a:off x="6605795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3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4F54FDF-DAC2-054C-9D4F-5067715B1312}"/>
              </a:ext>
            </a:extLst>
          </p:cNvPr>
          <p:cNvSpPr/>
          <p:nvPr/>
        </p:nvSpPr>
        <p:spPr>
          <a:xfrm>
            <a:off x="5902709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5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1AC5ABA-C472-B44C-9A9E-04913F33DCC0}"/>
              </a:ext>
            </a:extLst>
          </p:cNvPr>
          <p:cNvSpPr/>
          <p:nvPr/>
        </p:nvSpPr>
        <p:spPr>
          <a:xfrm>
            <a:off x="5160786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-3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DD09B7A-2281-DB41-8335-207D943F3377}"/>
              </a:ext>
            </a:extLst>
          </p:cNvPr>
          <p:cNvSpPr/>
          <p:nvPr/>
        </p:nvSpPr>
        <p:spPr>
          <a:xfrm>
            <a:off x="4438297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487152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456960" y="711390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Key idea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AA7921-5D20-4289-9841-C99FE76476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DDEC3F8-8C25-4E4F-8640-BDC9745DF272}"/>
              </a:ext>
            </a:extLst>
          </p:cNvPr>
          <p:cNvSpPr/>
          <p:nvPr/>
        </p:nvSpPr>
        <p:spPr>
          <a:xfrm>
            <a:off x="2128838" y="2043113"/>
            <a:ext cx="2143125" cy="7286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Nunito Sans" pitchFamily="2" charset="77"/>
              </a:rPr>
              <a:t>K = 3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3E9E13E-06F2-2543-A970-DC4F33B42D91}"/>
              </a:ext>
            </a:extLst>
          </p:cNvPr>
          <p:cNvSpPr/>
          <p:nvPr/>
        </p:nvSpPr>
        <p:spPr>
          <a:xfrm>
            <a:off x="2993319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083887B-DD10-174D-AA67-CCDEB68377B8}"/>
              </a:ext>
            </a:extLst>
          </p:cNvPr>
          <p:cNvSpPr/>
          <p:nvPr/>
        </p:nvSpPr>
        <p:spPr>
          <a:xfrm>
            <a:off x="3715808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FD411FA-574D-9040-9396-2108E927A174}"/>
              </a:ext>
            </a:extLst>
          </p:cNvPr>
          <p:cNvSpPr/>
          <p:nvPr/>
        </p:nvSpPr>
        <p:spPr>
          <a:xfrm>
            <a:off x="8050773" y="3426412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7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9FBD5D0-DD10-254C-A7F9-493B5FDB4D62}"/>
              </a:ext>
            </a:extLst>
          </p:cNvPr>
          <p:cNvSpPr/>
          <p:nvPr/>
        </p:nvSpPr>
        <p:spPr>
          <a:xfrm>
            <a:off x="7328284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6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F1689FC-9D79-C84E-AF7F-C100076AFB1B}"/>
              </a:ext>
            </a:extLst>
          </p:cNvPr>
          <p:cNvSpPr/>
          <p:nvPr/>
        </p:nvSpPr>
        <p:spPr>
          <a:xfrm>
            <a:off x="6605795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3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AC0C577-C232-1F44-95FF-5C1E96DA01F5}"/>
              </a:ext>
            </a:extLst>
          </p:cNvPr>
          <p:cNvSpPr/>
          <p:nvPr/>
        </p:nvSpPr>
        <p:spPr>
          <a:xfrm>
            <a:off x="5902709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5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C2A1356-C18A-0F49-BCB5-00117B30E71C}"/>
              </a:ext>
            </a:extLst>
          </p:cNvPr>
          <p:cNvSpPr/>
          <p:nvPr/>
        </p:nvSpPr>
        <p:spPr>
          <a:xfrm>
            <a:off x="5160786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-3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0D95B78-D4F0-2548-916F-0CDDE6C3EF72}"/>
              </a:ext>
            </a:extLst>
          </p:cNvPr>
          <p:cNvSpPr/>
          <p:nvPr/>
        </p:nvSpPr>
        <p:spPr>
          <a:xfrm>
            <a:off x="4438297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1167651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456960" y="711390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Key idea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AA7921-5D20-4289-9841-C99FE76476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03110AE-6CD2-EB44-9E40-0A0E65AE3F7A}"/>
              </a:ext>
            </a:extLst>
          </p:cNvPr>
          <p:cNvSpPr/>
          <p:nvPr/>
        </p:nvSpPr>
        <p:spPr>
          <a:xfrm>
            <a:off x="2128838" y="2043113"/>
            <a:ext cx="2143125" cy="7286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Nunito Sans" pitchFamily="2" charset="77"/>
              </a:rPr>
              <a:t>K = 3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972F9EE-7E16-0742-A392-0BEA865C58C5}"/>
              </a:ext>
            </a:extLst>
          </p:cNvPr>
          <p:cNvSpPr/>
          <p:nvPr/>
        </p:nvSpPr>
        <p:spPr>
          <a:xfrm>
            <a:off x="2993319" y="3429000"/>
            <a:ext cx="722489" cy="7229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F88CB63-C99C-5045-96EF-28A4D609007B}"/>
              </a:ext>
            </a:extLst>
          </p:cNvPr>
          <p:cNvSpPr/>
          <p:nvPr/>
        </p:nvSpPr>
        <p:spPr>
          <a:xfrm>
            <a:off x="3715808" y="3429000"/>
            <a:ext cx="722489" cy="7229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7C7D346-2828-BB40-8E95-DC7423D9106B}"/>
              </a:ext>
            </a:extLst>
          </p:cNvPr>
          <p:cNvSpPr/>
          <p:nvPr/>
        </p:nvSpPr>
        <p:spPr>
          <a:xfrm>
            <a:off x="8050773" y="3426412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7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9A3F742-EE71-8544-A36C-67209D4F943A}"/>
              </a:ext>
            </a:extLst>
          </p:cNvPr>
          <p:cNvSpPr/>
          <p:nvPr/>
        </p:nvSpPr>
        <p:spPr>
          <a:xfrm>
            <a:off x="7328284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6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F039FFA-7D31-3745-98A0-4269257870B5}"/>
              </a:ext>
            </a:extLst>
          </p:cNvPr>
          <p:cNvSpPr/>
          <p:nvPr/>
        </p:nvSpPr>
        <p:spPr>
          <a:xfrm>
            <a:off x="6605795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3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2A0A063-1D46-FB4F-81F3-3F0930F0699A}"/>
              </a:ext>
            </a:extLst>
          </p:cNvPr>
          <p:cNvSpPr/>
          <p:nvPr/>
        </p:nvSpPr>
        <p:spPr>
          <a:xfrm>
            <a:off x="5902709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5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3E6451B-611C-9E45-AD12-85B1109B0A07}"/>
              </a:ext>
            </a:extLst>
          </p:cNvPr>
          <p:cNvSpPr/>
          <p:nvPr/>
        </p:nvSpPr>
        <p:spPr>
          <a:xfrm>
            <a:off x="5160786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-3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5CEF92F-045A-4746-BB1D-65DE00EDD2F8}"/>
              </a:ext>
            </a:extLst>
          </p:cNvPr>
          <p:cNvSpPr/>
          <p:nvPr/>
        </p:nvSpPr>
        <p:spPr>
          <a:xfrm>
            <a:off x="4438297" y="3429000"/>
            <a:ext cx="722489" cy="7229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-1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55EC572-63F3-DC4E-BE8F-EC87ABD0BA85}"/>
              </a:ext>
            </a:extLst>
          </p:cNvPr>
          <p:cNvSpPr/>
          <p:nvPr/>
        </p:nvSpPr>
        <p:spPr>
          <a:xfrm>
            <a:off x="3715793" y="3426412"/>
            <a:ext cx="722489" cy="7229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83176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456960" y="711390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Key idea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AA7921-5D20-4289-9841-C99FE76476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DDEC3F8-8C25-4E4F-8640-BDC9745DF272}"/>
              </a:ext>
            </a:extLst>
          </p:cNvPr>
          <p:cNvSpPr/>
          <p:nvPr/>
        </p:nvSpPr>
        <p:spPr>
          <a:xfrm>
            <a:off x="2128838" y="2043113"/>
            <a:ext cx="2143125" cy="7286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Nunito Sans" pitchFamily="2" charset="77"/>
              </a:rPr>
              <a:t>K = 3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3E9E13E-06F2-2543-A970-DC4F33B42D91}"/>
              </a:ext>
            </a:extLst>
          </p:cNvPr>
          <p:cNvSpPr/>
          <p:nvPr/>
        </p:nvSpPr>
        <p:spPr>
          <a:xfrm>
            <a:off x="2993319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083887B-DD10-174D-AA67-CCDEB68377B8}"/>
              </a:ext>
            </a:extLst>
          </p:cNvPr>
          <p:cNvSpPr/>
          <p:nvPr/>
        </p:nvSpPr>
        <p:spPr>
          <a:xfrm>
            <a:off x="3715808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FD411FA-574D-9040-9396-2108E927A174}"/>
              </a:ext>
            </a:extLst>
          </p:cNvPr>
          <p:cNvSpPr/>
          <p:nvPr/>
        </p:nvSpPr>
        <p:spPr>
          <a:xfrm>
            <a:off x="8050773" y="3426412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7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9FBD5D0-DD10-254C-A7F9-493B5FDB4D62}"/>
              </a:ext>
            </a:extLst>
          </p:cNvPr>
          <p:cNvSpPr/>
          <p:nvPr/>
        </p:nvSpPr>
        <p:spPr>
          <a:xfrm>
            <a:off x="7328284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6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F1689FC-9D79-C84E-AF7F-C100076AFB1B}"/>
              </a:ext>
            </a:extLst>
          </p:cNvPr>
          <p:cNvSpPr/>
          <p:nvPr/>
        </p:nvSpPr>
        <p:spPr>
          <a:xfrm>
            <a:off x="6605795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3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AC0C577-C232-1F44-95FF-5C1E96DA01F5}"/>
              </a:ext>
            </a:extLst>
          </p:cNvPr>
          <p:cNvSpPr/>
          <p:nvPr/>
        </p:nvSpPr>
        <p:spPr>
          <a:xfrm>
            <a:off x="5902709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5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C2A1356-C18A-0F49-BCB5-00117B30E71C}"/>
              </a:ext>
            </a:extLst>
          </p:cNvPr>
          <p:cNvSpPr/>
          <p:nvPr/>
        </p:nvSpPr>
        <p:spPr>
          <a:xfrm>
            <a:off x="5160786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-3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0D95B78-D4F0-2548-916F-0CDDE6C3EF72}"/>
              </a:ext>
            </a:extLst>
          </p:cNvPr>
          <p:cNvSpPr/>
          <p:nvPr/>
        </p:nvSpPr>
        <p:spPr>
          <a:xfrm>
            <a:off x="4438297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3957035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456960" y="711390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Key idea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AA7921-5D20-4289-9841-C99FE76476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03110AE-6CD2-EB44-9E40-0A0E65AE3F7A}"/>
              </a:ext>
            </a:extLst>
          </p:cNvPr>
          <p:cNvSpPr/>
          <p:nvPr/>
        </p:nvSpPr>
        <p:spPr>
          <a:xfrm>
            <a:off x="2128838" y="2043113"/>
            <a:ext cx="2143125" cy="7286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Nunito Sans" pitchFamily="2" charset="77"/>
              </a:rPr>
              <a:t>K = 3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972F9EE-7E16-0742-A392-0BEA865C58C5}"/>
              </a:ext>
            </a:extLst>
          </p:cNvPr>
          <p:cNvSpPr/>
          <p:nvPr/>
        </p:nvSpPr>
        <p:spPr>
          <a:xfrm>
            <a:off x="2993319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F88CB63-C99C-5045-96EF-28A4D609007B}"/>
              </a:ext>
            </a:extLst>
          </p:cNvPr>
          <p:cNvSpPr/>
          <p:nvPr/>
        </p:nvSpPr>
        <p:spPr>
          <a:xfrm>
            <a:off x="3715808" y="3429000"/>
            <a:ext cx="722489" cy="7229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7C7D346-2828-BB40-8E95-DC7423D9106B}"/>
              </a:ext>
            </a:extLst>
          </p:cNvPr>
          <p:cNvSpPr/>
          <p:nvPr/>
        </p:nvSpPr>
        <p:spPr>
          <a:xfrm>
            <a:off x="8050773" y="3426412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7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9A3F742-EE71-8544-A36C-67209D4F943A}"/>
              </a:ext>
            </a:extLst>
          </p:cNvPr>
          <p:cNvSpPr/>
          <p:nvPr/>
        </p:nvSpPr>
        <p:spPr>
          <a:xfrm>
            <a:off x="7328284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6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F039FFA-7D31-3745-98A0-4269257870B5}"/>
              </a:ext>
            </a:extLst>
          </p:cNvPr>
          <p:cNvSpPr/>
          <p:nvPr/>
        </p:nvSpPr>
        <p:spPr>
          <a:xfrm>
            <a:off x="6605795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3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2A0A063-1D46-FB4F-81F3-3F0930F0699A}"/>
              </a:ext>
            </a:extLst>
          </p:cNvPr>
          <p:cNvSpPr/>
          <p:nvPr/>
        </p:nvSpPr>
        <p:spPr>
          <a:xfrm>
            <a:off x="5902709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5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3E6451B-611C-9E45-AD12-85B1109B0A07}"/>
              </a:ext>
            </a:extLst>
          </p:cNvPr>
          <p:cNvSpPr/>
          <p:nvPr/>
        </p:nvSpPr>
        <p:spPr>
          <a:xfrm>
            <a:off x="5160786" y="3429000"/>
            <a:ext cx="722489" cy="7229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-3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5CEF92F-045A-4746-BB1D-65DE00EDD2F8}"/>
              </a:ext>
            </a:extLst>
          </p:cNvPr>
          <p:cNvSpPr/>
          <p:nvPr/>
        </p:nvSpPr>
        <p:spPr>
          <a:xfrm>
            <a:off x="4438297" y="3429000"/>
            <a:ext cx="722489" cy="7229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-1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55EC572-63F3-DC4E-BE8F-EC87ABD0BA85}"/>
              </a:ext>
            </a:extLst>
          </p:cNvPr>
          <p:cNvSpPr/>
          <p:nvPr/>
        </p:nvSpPr>
        <p:spPr>
          <a:xfrm>
            <a:off x="3715793" y="3426412"/>
            <a:ext cx="722489" cy="7229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77266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456960" y="711390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Key idea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AA7921-5D20-4289-9841-C99FE76476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DDEC3F8-8C25-4E4F-8640-BDC9745DF272}"/>
              </a:ext>
            </a:extLst>
          </p:cNvPr>
          <p:cNvSpPr/>
          <p:nvPr/>
        </p:nvSpPr>
        <p:spPr>
          <a:xfrm>
            <a:off x="2128838" y="2043113"/>
            <a:ext cx="2143125" cy="7286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Nunito Sans" pitchFamily="2" charset="77"/>
              </a:rPr>
              <a:t>K = 3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3E9E13E-06F2-2543-A970-DC4F33B42D91}"/>
              </a:ext>
            </a:extLst>
          </p:cNvPr>
          <p:cNvSpPr/>
          <p:nvPr/>
        </p:nvSpPr>
        <p:spPr>
          <a:xfrm>
            <a:off x="2993319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083887B-DD10-174D-AA67-CCDEB68377B8}"/>
              </a:ext>
            </a:extLst>
          </p:cNvPr>
          <p:cNvSpPr/>
          <p:nvPr/>
        </p:nvSpPr>
        <p:spPr>
          <a:xfrm>
            <a:off x="3715808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FD411FA-574D-9040-9396-2108E927A174}"/>
              </a:ext>
            </a:extLst>
          </p:cNvPr>
          <p:cNvSpPr/>
          <p:nvPr/>
        </p:nvSpPr>
        <p:spPr>
          <a:xfrm>
            <a:off x="8050773" y="3426412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7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9FBD5D0-DD10-254C-A7F9-493B5FDB4D62}"/>
              </a:ext>
            </a:extLst>
          </p:cNvPr>
          <p:cNvSpPr/>
          <p:nvPr/>
        </p:nvSpPr>
        <p:spPr>
          <a:xfrm>
            <a:off x="7328284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6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F1689FC-9D79-C84E-AF7F-C100076AFB1B}"/>
              </a:ext>
            </a:extLst>
          </p:cNvPr>
          <p:cNvSpPr/>
          <p:nvPr/>
        </p:nvSpPr>
        <p:spPr>
          <a:xfrm>
            <a:off x="6605795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3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AC0C577-C232-1F44-95FF-5C1E96DA01F5}"/>
              </a:ext>
            </a:extLst>
          </p:cNvPr>
          <p:cNvSpPr/>
          <p:nvPr/>
        </p:nvSpPr>
        <p:spPr>
          <a:xfrm>
            <a:off x="5902709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5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C2A1356-C18A-0F49-BCB5-00117B30E71C}"/>
              </a:ext>
            </a:extLst>
          </p:cNvPr>
          <p:cNvSpPr/>
          <p:nvPr/>
        </p:nvSpPr>
        <p:spPr>
          <a:xfrm>
            <a:off x="5160786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-3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0D95B78-D4F0-2548-916F-0CDDE6C3EF72}"/>
              </a:ext>
            </a:extLst>
          </p:cNvPr>
          <p:cNvSpPr/>
          <p:nvPr/>
        </p:nvSpPr>
        <p:spPr>
          <a:xfrm>
            <a:off x="4438297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2187422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456960" y="711390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Key idea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AA7921-5D20-4289-9841-C99FE76476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03110AE-6CD2-EB44-9E40-0A0E65AE3F7A}"/>
              </a:ext>
            </a:extLst>
          </p:cNvPr>
          <p:cNvSpPr/>
          <p:nvPr/>
        </p:nvSpPr>
        <p:spPr>
          <a:xfrm>
            <a:off x="2128838" y="2043113"/>
            <a:ext cx="2143125" cy="7286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Nunito Sans" pitchFamily="2" charset="77"/>
              </a:rPr>
              <a:t>K = 3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972F9EE-7E16-0742-A392-0BEA865C58C5}"/>
              </a:ext>
            </a:extLst>
          </p:cNvPr>
          <p:cNvSpPr/>
          <p:nvPr/>
        </p:nvSpPr>
        <p:spPr>
          <a:xfrm>
            <a:off x="2993319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F88CB63-C99C-5045-96EF-28A4D609007B}"/>
              </a:ext>
            </a:extLst>
          </p:cNvPr>
          <p:cNvSpPr/>
          <p:nvPr/>
        </p:nvSpPr>
        <p:spPr>
          <a:xfrm>
            <a:off x="3715808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7C7D346-2828-BB40-8E95-DC7423D9106B}"/>
              </a:ext>
            </a:extLst>
          </p:cNvPr>
          <p:cNvSpPr/>
          <p:nvPr/>
        </p:nvSpPr>
        <p:spPr>
          <a:xfrm>
            <a:off x="8050773" y="3426412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7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9A3F742-EE71-8544-A36C-67209D4F943A}"/>
              </a:ext>
            </a:extLst>
          </p:cNvPr>
          <p:cNvSpPr/>
          <p:nvPr/>
        </p:nvSpPr>
        <p:spPr>
          <a:xfrm>
            <a:off x="7328284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6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F039FFA-7D31-3745-98A0-4269257870B5}"/>
              </a:ext>
            </a:extLst>
          </p:cNvPr>
          <p:cNvSpPr/>
          <p:nvPr/>
        </p:nvSpPr>
        <p:spPr>
          <a:xfrm>
            <a:off x="6605795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3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2A0A063-1D46-FB4F-81F3-3F0930F0699A}"/>
              </a:ext>
            </a:extLst>
          </p:cNvPr>
          <p:cNvSpPr/>
          <p:nvPr/>
        </p:nvSpPr>
        <p:spPr>
          <a:xfrm>
            <a:off x="5902709" y="3429000"/>
            <a:ext cx="722489" cy="7229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5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3E6451B-611C-9E45-AD12-85B1109B0A07}"/>
              </a:ext>
            </a:extLst>
          </p:cNvPr>
          <p:cNvSpPr/>
          <p:nvPr/>
        </p:nvSpPr>
        <p:spPr>
          <a:xfrm>
            <a:off x="5160786" y="3429000"/>
            <a:ext cx="722489" cy="7229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-3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5CEF92F-045A-4746-BB1D-65DE00EDD2F8}"/>
              </a:ext>
            </a:extLst>
          </p:cNvPr>
          <p:cNvSpPr/>
          <p:nvPr/>
        </p:nvSpPr>
        <p:spPr>
          <a:xfrm>
            <a:off x="4438297" y="3429000"/>
            <a:ext cx="722489" cy="7229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-1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55EC572-63F3-DC4E-BE8F-EC87ABD0BA85}"/>
              </a:ext>
            </a:extLst>
          </p:cNvPr>
          <p:cNvSpPr/>
          <p:nvPr/>
        </p:nvSpPr>
        <p:spPr>
          <a:xfrm>
            <a:off x="5902708" y="3426412"/>
            <a:ext cx="722489" cy="7229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353667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456960" y="711390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Key idea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AA7921-5D20-4289-9841-C99FE76476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DDEC3F8-8C25-4E4F-8640-BDC9745DF272}"/>
              </a:ext>
            </a:extLst>
          </p:cNvPr>
          <p:cNvSpPr/>
          <p:nvPr/>
        </p:nvSpPr>
        <p:spPr>
          <a:xfrm>
            <a:off x="2128838" y="2043113"/>
            <a:ext cx="2143125" cy="7286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Nunito Sans" pitchFamily="2" charset="77"/>
              </a:rPr>
              <a:t>K = 3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3E9E13E-06F2-2543-A970-DC4F33B42D91}"/>
              </a:ext>
            </a:extLst>
          </p:cNvPr>
          <p:cNvSpPr/>
          <p:nvPr/>
        </p:nvSpPr>
        <p:spPr>
          <a:xfrm>
            <a:off x="2993319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083887B-DD10-174D-AA67-CCDEB68377B8}"/>
              </a:ext>
            </a:extLst>
          </p:cNvPr>
          <p:cNvSpPr/>
          <p:nvPr/>
        </p:nvSpPr>
        <p:spPr>
          <a:xfrm>
            <a:off x="3715808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FD411FA-574D-9040-9396-2108E927A174}"/>
              </a:ext>
            </a:extLst>
          </p:cNvPr>
          <p:cNvSpPr/>
          <p:nvPr/>
        </p:nvSpPr>
        <p:spPr>
          <a:xfrm>
            <a:off x="8050773" y="3426412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7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9FBD5D0-DD10-254C-A7F9-493B5FDB4D62}"/>
              </a:ext>
            </a:extLst>
          </p:cNvPr>
          <p:cNvSpPr/>
          <p:nvPr/>
        </p:nvSpPr>
        <p:spPr>
          <a:xfrm>
            <a:off x="7328284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6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F1689FC-9D79-C84E-AF7F-C100076AFB1B}"/>
              </a:ext>
            </a:extLst>
          </p:cNvPr>
          <p:cNvSpPr/>
          <p:nvPr/>
        </p:nvSpPr>
        <p:spPr>
          <a:xfrm>
            <a:off x="6605795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3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AC0C577-C232-1F44-95FF-5C1E96DA01F5}"/>
              </a:ext>
            </a:extLst>
          </p:cNvPr>
          <p:cNvSpPr/>
          <p:nvPr/>
        </p:nvSpPr>
        <p:spPr>
          <a:xfrm>
            <a:off x="5902709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5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C2A1356-C18A-0F49-BCB5-00117B30E71C}"/>
              </a:ext>
            </a:extLst>
          </p:cNvPr>
          <p:cNvSpPr/>
          <p:nvPr/>
        </p:nvSpPr>
        <p:spPr>
          <a:xfrm>
            <a:off x="5160786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-3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0D95B78-D4F0-2548-916F-0CDDE6C3EF72}"/>
              </a:ext>
            </a:extLst>
          </p:cNvPr>
          <p:cNvSpPr/>
          <p:nvPr/>
        </p:nvSpPr>
        <p:spPr>
          <a:xfrm>
            <a:off x="4438297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2642088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456960" y="711390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Key idea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AA7921-5D20-4289-9841-C99FE76476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03110AE-6CD2-EB44-9E40-0A0E65AE3F7A}"/>
              </a:ext>
            </a:extLst>
          </p:cNvPr>
          <p:cNvSpPr/>
          <p:nvPr/>
        </p:nvSpPr>
        <p:spPr>
          <a:xfrm>
            <a:off x="2128838" y="2043113"/>
            <a:ext cx="2143125" cy="7286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Nunito Sans" pitchFamily="2" charset="77"/>
              </a:rPr>
              <a:t>K = 3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972F9EE-7E16-0742-A392-0BEA865C58C5}"/>
              </a:ext>
            </a:extLst>
          </p:cNvPr>
          <p:cNvSpPr/>
          <p:nvPr/>
        </p:nvSpPr>
        <p:spPr>
          <a:xfrm>
            <a:off x="2993319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F88CB63-C99C-5045-96EF-28A4D609007B}"/>
              </a:ext>
            </a:extLst>
          </p:cNvPr>
          <p:cNvSpPr/>
          <p:nvPr/>
        </p:nvSpPr>
        <p:spPr>
          <a:xfrm>
            <a:off x="3715808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7C7D346-2828-BB40-8E95-DC7423D9106B}"/>
              </a:ext>
            </a:extLst>
          </p:cNvPr>
          <p:cNvSpPr/>
          <p:nvPr/>
        </p:nvSpPr>
        <p:spPr>
          <a:xfrm>
            <a:off x="8050773" y="3426412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7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9A3F742-EE71-8544-A36C-67209D4F943A}"/>
              </a:ext>
            </a:extLst>
          </p:cNvPr>
          <p:cNvSpPr/>
          <p:nvPr/>
        </p:nvSpPr>
        <p:spPr>
          <a:xfrm>
            <a:off x="7328284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6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F039FFA-7D31-3745-98A0-4269257870B5}"/>
              </a:ext>
            </a:extLst>
          </p:cNvPr>
          <p:cNvSpPr/>
          <p:nvPr/>
        </p:nvSpPr>
        <p:spPr>
          <a:xfrm>
            <a:off x="6605795" y="3429000"/>
            <a:ext cx="722489" cy="7229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3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2A0A063-1D46-FB4F-81F3-3F0930F0699A}"/>
              </a:ext>
            </a:extLst>
          </p:cNvPr>
          <p:cNvSpPr/>
          <p:nvPr/>
        </p:nvSpPr>
        <p:spPr>
          <a:xfrm>
            <a:off x="5902709" y="3429000"/>
            <a:ext cx="722489" cy="7229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5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3E6451B-611C-9E45-AD12-85B1109B0A07}"/>
              </a:ext>
            </a:extLst>
          </p:cNvPr>
          <p:cNvSpPr/>
          <p:nvPr/>
        </p:nvSpPr>
        <p:spPr>
          <a:xfrm>
            <a:off x="5160786" y="3429000"/>
            <a:ext cx="722489" cy="7229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-3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5CEF92F-045A-4746-BB1D-65DE00EDD2F8}"/>
              </a:ext>
            </a:extLst>
          </p:cNvPr>
          <p:cNvSpPr/>
          <p:nvPr/>
        </p:nvSpPr>
        <p:spPr>
          <a:xfrm>
            <a:off x="4438297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-1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55EC572-63F3-DC4E-BE8F-EC87ABD0BA85}"/>
              </a:ext>
            </a:extLst>
          </p:cNvPr>
          <p:cNvSpPr/>
          <p:nvPr/>
        </p:nvSpPr>
        <p:spPr>
          <a:xfrm>
            <a:off x="5902708" y="3426412"/>
            <a:ext cx="722489" cy="7229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741753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456960" y="711390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Key idea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AA7921-5D20-4289-9841-C99FE76476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DDEC3F8-8C25-4E4F-8640-BDC9745DF272}"/>
              </a:ext>
            </a:extLst>
          </p:cNvPr>
          <p:cNvSpPr/>
          <p:nvPr/>
        </p:nvSpPr>
        <p:spPr>
          <a:xfrm>
            <a:off x="2128838" y="2043113"/>
            <a:ext cx="2143125" cy="7286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Nunito Sans" pitchFamily="2" charset="77"/>
              </a:rPr>
              <a:t>K = 3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3E9E13E-06F2-2543-A970-DC4F33B42D91}"/>
              </a:ext>
            </a:extLst>
          </p:cNvPr>
          <p:cNvSpPr/>
          <p:nvPr/>
        </p:nvSpPr>
        <p:spPr>
          <a:xfrm>
            <a:off x="2993319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083887B-DD10-174D-AA67-CCDEB68377B8}"/>
              </a:ext>
            </a:extLst>
          </p:cNvPr>
          <p:cNvSpPr/>
          <p:nvPr/>
        </p:nvSpPr>
        <p:spPr>
          <a:xfrm>
            <a:off x="3715808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FD411FA-574D-9040-9396-2108E927A174}"/>
              </a:ext>
            </a:extLst>
          </p:cNvPr>
          <p:cNvSpPr/>
          <p:nvPr/>
        </p:nvSpPr>
        <p:spPr>
          <a:xfrm>
            <a:off x="8050773" y="3426412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7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9FBD5D0-DD10-254C-A7F9-493B5FDB4D62}"/>
              </a:ext>
            </a:extLst>
          </p:cNvPr>
          <p:cNvSpPr/>
          <p:nvPr/>
        </p:nvSpPr>
        <p:spPr>
          <a:xfrm>
            <a:off x="7328284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6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F1689FC-9D79-C84E-AF7F-C100076AFB1B}"/>
              </a:ext>
            </a:extLst>
          </p:cNvPr>
          <p:cNvSpPr/>
          <p:nvPr/>
        </p:nvSpPr>
        <p:spPr>
          <a:xfrm>
            <a:off x="6605795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3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AC0C577-C232-1F44-95FF-5C1E96DA01F5}"/>
              </a:ext>
            </a:extLst>
          </p:cNvPr>
          <p:cNvSpPr/>
          <p:nvPr/>
        </p:nvSpPr>
        <p:spPr>
          <a:xfrm>
            <a:off x="5902709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5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C2A1356-C18A-0F49-BCB5-00117B30E71C}"/>
              </a:ext>
            </a:extLst>
          </p:cNvPr>
          <p:cNvSpPr/>
          <p:nvPr/>
        </p:nvSpPr>
        <p:spPr>
          <a:xfrm>
            <a:off x="5160786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-3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0D95B78-D4F0-2548-916F-0CDDE6C3EF72}"/>
              </a:ext>
            </a:extLst>
          </p:cNvPr>
          <p:cNvSpPr/>
          <p:nvPr/>
        </p:nvSpPr>
        <p:spPr>
          <a:xfrm>
            <a:off x="4438297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2657500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456960" y="711390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Key idea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AA7921-5D20-4289-9841-C99FE76476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03110AE-6CD2-EB44-9E40-0A0E65AE3F7A}"/>
              </a:ext>
            </a:extLst>
          </p:cNvPr>
          <p:cNvSpPr/>
          <p:nvPr/>
        </p:nvSpPr>
        <p:spPr>
          <a:xfrm>
            <a:off x="2128838" y="2043113"/>
            <a:ext cx="2143125" cy="7286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Nunito Sans" pitchFamily="2" charset="77"/>
              </a:rPr>
              <a:t>K = 3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972F9EE-7E16-0742-A392-0BEA865C58C5}"/>
              </a:ext>
            </a:extLst>
          </p:cNvPr>
          <p:cNvSpPr/>
          <p:nvPr/>
        </p:nvSpPr>
        <p:spPr>
          <a:xfrm>
            <a:off x="2993319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F88CB63-C99C-5045-96EF-28A4D609007B}"/>
              </a:ext>
            </a:extLst>
          </p:cNvPr>
          <p:cNvSpPr/>
          <p:nvPr/>
        </p:nvSpPr>
        <p:spPr>
          <a:xfrm>
            <a:off x="3715808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7C7D346-2828-BB40-8E95-DC7423D9106B}"/>
              </a:ext>
            </a:extLst>
          </p:cNvPr>
          <p:cNvSpPr/>
          <p:nvPr/>
        </p:nvSpPr>
        <p:spPr>
          <a:xfrm>
            <a:off x="8050773" y="3426412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7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9A3F742-EE71-8544-A36C-67209D4F943A}"/>
              </a:ext>
            </a:extLst>
          </p:cNvPr>
          <p:cNvSpPr/>
          <p:nvPr/>
        </p:nvSpPr>
        <p:spPr>
          <a:xfrm>
            <a:off x="7328284" y="3429000"/>
            <a:ext cx="722489" cy="7229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6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F039FFA-7D31-3745-98A0-4269257870B5}"/>
              </a:ext>
            </a:extLst>
          </p:cNvPr>
          <p:cNvSpPr/>
          <p:nvPr/>
        </p:nvSpPr>
        <p:spPr>
          <a:xfrm>
            <a:off x="6605795" y="3429000"/>
            <a:ext cx="722489" cy="7229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3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2A0A063-1D46-FB4F-81F3-3F0930F0699A}"/>
              </a:ext>
            </a:extLst>
          </p:cNvPr>
          <p:cNvSpPr/>
          <p:nvPr/>
        </p:nvSpPr>
        <p:spPr>
          <a:xfrm>
            <a:off x="5902709" y="3429000"/>
            <a:ext cx="722489" cy="7229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5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3E6451B-611C-9E45-AD12-85B1109B0A07}"/>
              </a:ext>
            </a:extLst>
          </p:cNvPr>
          <p:cNvSpPr/>
          <p:nvPr/>
        </p:nvSpPr>
        <p:spPr>
          <a:xfrm>
            <a:off x="5160786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-3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5CEF92F-045A-4746-BB1D-65DE00EDD2F8}"/>
              </a:ext>
            </a:extLst>
          </p:cNvPr>
          <p:cNvSpPr/>
          <p:nvPr/>
        </p:nvSpPr>
        <p:spPr>
          <a:xfrm>
            <a:off x="4438297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-1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55EC572-63F3-DC4E-BE8F-EC87ABD0BA85}"/>
              </a:ext>
            </a:extLst>
          </p:cNvPr>
          <p:cNvSpPr/>
          <p:nvPr/>
        </p:nvSpPr>
        <p:spPr>
          <a:xfrm>
            <a:off x="7328284" y="3426412"/>
            <a:ext cx="722489" cy="7229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12443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456960" y="711390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Key idea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AA7921-5D20-4289-9841-C99FE76476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DDEC3F8-8C25-4E4F-8640-BDC9745DF272}"/>
              </a:ext>
            </a:extLst>
          </p:cNvPr>
          <p:cNvSpPr/>
          <p:nvPr/>
        </p:nvSpPr>
        <p:spPr>
          <a:xfrm>
            <a:off x="2128838" y="2043113"/>
            <a:ext cx="2143125" cy="7286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Nunito Sans" pitchFamily="2" charset="77"/>
              </a:rPr>
              <a:t>K = 3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3E9E13E-06F2-2543-A970-DC4F33B42D91}"/>
              </a:ext>
            </a:extLst>
          </p:cNvPr>
          <p:cNvSpPr/>
          <p:nvPr/>
        </p:nvSpPr>
        <p:spPr>
          <a:xfrm>
            <a:off x="2993319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083887B-DD10-174D-AA67-CCDEB68377B8}"/>
              </a:ext>
            </a:extLst>
          </p:cNvPr>
          <p:cNvSpPr/>
          <p:nvPr/>
        </p:nvSpPr>
        <p:spPr>
          <a:xfrm>
            <a:off x="3715808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FD411FA-574D-9040-9396-2108E927A174}"/>
              </a:ext>
            </a:extLst>
          </p:cNvPr>
          <p:cNvSpPr/>
          <p:nvPr/>
        </p:nvSpPr>
        <p:spPr>
          <a:xfrm>
            <a:off x="8050773" y="3426412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7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9FBD5D0-DD10-254C-A7F9-493B5FDB4D62}"/>
              </a:ext>
            </a:extLst>
          </p:cNvPr>
          <p:cNvSpPr/>
          <p:nvPr/>
        </p:nvSpPr>
        <p:spPr>
          <a:xfrm>
            <a:off x="7328284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6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F1689FC-9D79-C84E-AF7F-C100076AFB1B}"/>
              </a:ext>
            </a:extLst>
          </p:cNvPr>
          <p:cNvSpPr/>
          <p:nvPr/>
        </p:nvSpPr>
        <p:spPr>
          <a:xfrm>
            <a:off x="6605795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3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AC0C577-C232-1F44-95FF-5C1E96DA01F5}"/>
              </a:ext>
            </a:extLst>
          </p:cNvPr>
          <p:cNvSpPr/>
          <p:nvPr/>
        </p:nvSpPr>
        <p:spPr>
          <a:xfrm>
            <a:off x="5902709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5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C2A1356-C18A-0F49-BCB5-00117B30E71C}"/>
              </a:ext>
            </a:extLst>
          </p:cNvPr>
          <p:cNvSpPr/>
          <p:nvPr/>
        </p:nvSpPr>
        <p:spPr>
          <a:xfrm>
            <a:off x="5160786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-3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0D95B78-D4F0-2548-916F-0CDDE6C3EF72}"/>
              </a:ext>
            </a:extLst>
          </p:cNvPr>
          <p:cNvSpPr/>
          <p:nvPr/>
        </p:nvSpPr>
        <p:spPr>
          <a:xfrm>
            <a:off x="4438297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2255376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456960" y="711390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Key idea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AA7921-5D20-4289-9841-C99FE76476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03110AE-6CD2-EB44-9E40-0A0E65AE3F7A}"/>
              </a:ext>
            </a:extLst>
          </p:cNvPr>
          <p:cNvSpPr/>
          <p:nvPr/>
        </p:nvSpPr>
        <p:spPr>
          <a:xfrm>
            <a:off x="2128838" y="2043113"/>
            <a:ext cx="2143125" cy="7286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Nunito Sans" pitchFamily="2" charset="77"/>
              </a:rPr>
              <a:t>K = 3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972F9EE-7E16-0742-A392-0BEA865C58C5}"/>
              </a:ext>
            </a:extLst>
          </p:cNvPr>
          <p:cNvSpPr/>
          <p:nvPr/>
        </p:nvSpPr>
        <p:spPr>
          <a:xfrm>
            <a:off x="2993319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F88CB63-C99C-5045-96EF-28A4D609007B}"/>
              </a:ext>
            </a:extLst>
          </p:cNvPr>
          <p:cNvSpPr/>
          <p:nvPr/>
        </p:nvSpPr>
        <p:spPr>
          <a:xfrm>
            <a:off x="3715808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7C7D346-2828-BB40-8E95-DC7423D9106B}"/>
              </a:ext>
            </a:extLst>
          </p:cNvPr>
          <p:cNvSpPr/>
          <p:nvPr/>
        </p:nvSpPr>
        <p:spPr>
          <a:xfrm>
            <a:off x="8050773" y="3426412"/>
            <a:ext cx="722489" cy="7229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7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9A3F742-EE71-8544-A36C-67209D4F943A}"/>
              </a:ext>
            </a:extLst>
          </p:cNvPr>
          <p:cNvSpPr/>
          <p:nvPr/>
        </p:nvSpPr>
        <p:spPr>
          <a:xfrm>
            <a:off x="7328284" y="3429000"/>
            <a:ext cx="722489" cy="7229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6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F039FFA-7D31-3745-98A0-4269257870B5}"/>
              </a:ext>
            </a:extLst>
          </p:cNvPr>
          <p:cNvSpPr/>
          <p:nvPr/>
        </p:nvSpPr>
        <p:spPr>
          <a:xfrm>
            <a:off x="6605795" y="3429000"/>
            <a:ext cx="722489" cy="7229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3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2A0A063-1D46-FB4F-81F3-3F0930F0699A}"/>
              </a:ext>
            </a:extLst>
          </p:cNvPr>
          <p:cNvSpPr/>
          <p:nvPr/>
        </p:nvSpPr>
        <p:spPr>
          <a:xfrm>
            <a:off x="5902709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5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3E6451B-611C-9E45-AD12-85B1109B0A07}"/>
              </a:ext>
            </a:extLst>
          </p:cNvPr>
          <p:cNvSpPr/>
          <p:nvPr/>
        </p:nvSpPr>
        <p:spPr>
          <a:xfrm>
            <a:off x="5160786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-3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5CEF92F-045A-4746-BB1D-65DE00EDD2F8}"/>
              </a:ext>
            </a:extLst>
          </p:cNvPr>
          <p:cNvSpPr/>
          <p:nvPr/>
        </p:nvSpPr>
        <p:spPr>
          <a:xfrm>
            <a:off x="4438297" y="3429000"/>
            <a:ext cx="722489" cy="722900"/>
          </a:xfrm>
          <a:prstGeom prst="roundRect">
            <a:avLst/>
          </a:prstGeom>
          <a:solidFill>
            <a:schemeClr val="bg1"/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-1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55EC572-63F3-DC4E-BE8F-EC87ABD0BA85}"/>
              </a:ext>
            </a:extLst>
          </p:cNvPr>
          <p:cNvSpPr/>
          <p:nvPr/>
        </p:nvSpPr>
        <p:spPr>
          <a:xfrm>
            <a:off x="8050773" y="3423824"/>
            <a:ext cx="722489" cy="7229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Nunito Sans" pitchFamily="2" charset="77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866473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java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util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.*;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b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Main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[]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maxsliding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[]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in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w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[]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max_left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[]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max_right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max_left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IN" sz="2000" b="1" dirty="0">
                <a:solidFill>
                  <a:srgbClr val="B5CEA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in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IN" sz="2000" b="1" dirty="0">
                <a:solidFill>
                  <a:srgbClr val="B5CEA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max_right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B5CEA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in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B5CEA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B5CEA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max_left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w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B5CEA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in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Math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max_left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B5CEA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],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in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]);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b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final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j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B5CEA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max_right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w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B5CEA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in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Math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max_right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B5CEA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],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in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]);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final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[]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sliding_max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w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B5CEA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B5CEA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j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B5CEA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w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sliding_max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++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Math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max_right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],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max_left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w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B5CEA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]);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sliding_max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1089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main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[]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throws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Exception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Scanner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sc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Scanner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System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n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sc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nextInt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k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sc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nextInt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a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[]=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B5CEA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n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a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]=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sc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nextInt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ans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[]=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maxsliding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IN" sz="2000" b="1" dirty="0">
                <a:solidFill>
                  <a:srgbClr val="B5CEA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ans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System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IN" sz="2000" b="1" dirty="0" err="1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ans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IN" sz="20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]+</a:t>
            </a:r>
            <a:r>
              <a:rPr lang="en-IN" sz="2000" b="1" dirty="0">
                <a:solidFill>
                  <a:srgbClr val="CE917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 "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</a:p>
          <a:p>
            <a:r>
              <a:rPr lang="en-IN" sz="20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br>
              <a:rPr lang="en-IN" sz="20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IN" sz="2000" b="1" dirty="0">
              <a:solidFill>
                <a:srgbClr val="D4D4D4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6947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D71EE1CC-5860-4236-A6FD-562964501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" b="849"/>
          <a:stretch>
            <a:fillRect/>
          </a:stretch>
        </p:blipFill>
        <p:spPr>
          <a:xfrm rot="355158">
            <a:off x="-214550" y="3101269"/>
            <a:ext cx="4219796" cy="3942674"/>
          </a:xfrm>
          <a:custGeom>
            <a:avLst/>
            <a:gdLst>
              <a:gd name="connsiteX0" fmla="*/ 0 w 4219796"/>
              <a:gd name="connsiteY0" fmla="*/ 0 h 3942674"/>
              <a:gd name="connsiteX1" fmla="*/ 4219796 w 4219796"/>
              <a:gd name="connsiteY1" fmla="*/ 0 h 3942674"/>
              <a:gd name="connsiteX2" fmla="*/ 4219796 w 4219796"/>
              <a:gd name="connsiteY2" fmla="*/ 3547546 h 3942674"/>
              <a:gd name="connsiteX3" fmla="*/ 408778 w 4219796"/>
              <a:gd name="connsiteY3" fmla="*/ 3942674 h 394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796" h="3942674">
                <a:moveTo>
                  <a:pt x="0" y="0"/>
                </a:moveTo>
                <a:lnTo>
                  <a:pt x="4219796" y="0"/>
                </a:lnTo>
                <a:lnTo>
                  <a:pt x="4219796" y="3547546"/>
                </a:lnTo>
                <a:lnTo>
                  <a:pt x="408778" y="3942674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29A662-E105-4DCD-B841-5AE7DE607E52}"/>
              </a:ext>
            </a:extLst>
          </p:cNvPr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F05136"/>
                </a:solidFill>
                <a:latin typeface="Nunito Sans" panose="00000500000000000000" pitchFamily="2" charset="0"/>
              </a:rPr>
              <a:t>THANK YOU</a:t>
            </a:r>
            <a:endParaRPr lang="en-US" sz="8000" b="1" dirty="0">
              <a:solidFill>
                <a:srgbClr val="F0513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E8BC3E-211A-DBA2-48CB-D77B7729A0F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36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847</Words>
  <Application>Microsoft Office PowerPoint</Application>
  <PresentationFormat>Widescreen</PresentationFormat>
  <Paragraphs>266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Courier New</vt:lpstr>
      <vt:lpstr>Nunito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UMAIYALAKSHMI UMAKANTH</dc:creator>
  <cp:lastModifiedBy>UMAIYALAKSHMI UMAKANTH</cp:lastModifiedBy>
  <cp:revision>1</cp:revision>
  <dcterms:created xsi:type="dcterms:W3CDTF">2023-12-30T10:08:29Z</dcterms:created>
  <dcterms:modified xsi:type="dcterms:W3CDTF">2023-12-30T10:09:19Z</dcterms:modified>
</cp:coreProperties>
</file>