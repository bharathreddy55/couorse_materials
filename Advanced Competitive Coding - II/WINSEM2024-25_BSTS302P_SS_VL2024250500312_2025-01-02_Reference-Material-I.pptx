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60" r:id="rId3"/>
    <p:sldId id="317" r:id="rId4"/>
    <p:sldId id="340" r:id="rId5"/>
    <p:sldId id="320" r:id="rId6"/>
    <p:sldId id="321" r:id="rId7"/>
    <p:sldId id="322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D0209-B301-4787-9728-96A45F57FB4E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97994-0A99-4BB0-A0B7-FD2C7D94C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061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slide (Mandatory)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3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7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5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EB54-7F18-D17D-6192-CD0276D1B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23B78-B3F5-C42C-F47B-93DD0B8EC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139BD-9221-9D33-F5CE-1330C4F4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1A5B7-0E25-DE0A-EB19-79DE9FF6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2613E-DCFA-9146-5CBA-87D059B0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50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5483-BAA9-6948-27AF-E50094DE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DE1F-26A6-0F9F-ED78-D6AC9B90C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F64FB-133D-FBE1-FB1E-3B3D8CB2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92E85-49CA-E204-B982-4E3E3EAC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5C15-70FA-C4A5-25D1-30D073E2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D221-3FDC-71F4-B907-2A2F2A0E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888B3-6F18-3AD0-3CAF-9F502A256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02B8D-C413-88EF-252A-48C16007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B338-DD7F-F984-0FC8-776F93C9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62FBD-EB39-0DF7-0AC5-2A13A6EB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45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AE95-AE4E-C2C3-2AD8-34AB11F9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CBF1-43D8-F291-F615-062870347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B16B8-2025-66D5-0F6C-0205C0A04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4F3C-F145-7821-2FE9-D8D05A8D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BC893-780B-B34F-912D-9312AB4E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46A5D-F6B6-6B66-90F4-7F20E8E3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98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27D1-995F-ED64-386D-F36E6D0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C2A24-6F3D-010E-E668-759B6B78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2E174-2C5E-B43C-9546-72FB5FCB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A4B63-62F1-4C67-FA25-41B1856DE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129C3-6477-10AD-53E4-C4304729D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71653-ECBB-F334-D363-0F6B358F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5232D-5A16-3BF8-1041-534BBD3F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B4358-C6B6-5321-22B9-8CC1B137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2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EEF2-0CAF-AF4E-81A1-FCF58E96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5E5AA-29E2-D2DC-27A1-4A4AF9E8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8FD4E-9707-042D-447C-C682EEA2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40489-A358-5C62-343D-314EA4DD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34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6C2E9F-2040-5A83-3B9B-C38FCAB8A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9130C-BF45-9303-AA3B-91E7FA56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C5B9E-15D3-37F9-46D7-7E8DC0EF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0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C58A-2FCF-F49E-2981-0D7FAEDA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50C7-D553-00D4-D0E5-35F761640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7FCA4-6208-49D2-C339-562963C2E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48077-26DB-E98E-69C2-FBDB9F94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4905-9746-DA41-9186-B30A2055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BADA5-7C62-4C30-709A-BB68418A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15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402D-548D-2F64-FCCD-7F9E50AB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C62E7-2233-79AD-219F-EB61771CA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0FE86-D85A-2F99-7E60-70B7F9D87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64E4E-4AF0-6AE8-7889-5437FE5D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BFF2E-E017-B099-A187-C6EBD78D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2AC8B-5F19-75BD-6B6C-553F6C87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01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D554-8951-8257-A861-E2667A00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B604F-3560-C0C6-BAE0-57B922986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F157C-0866-861C-C470-E9C4344C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3BA2-F2B7-404F-5D5A-A37A4BE6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19B20-FD98-388B-A809-8168AEDD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1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2AB37-39AA-1E33-9E41-C4D691886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4B6ED-65C6-A960-3543-0E2A4AEA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4582B-6B36-368D-3E4F-046E91FB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7C1EF-954F-AC8B-AFF7-C87973BD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E70BB-AD21-39EC-5228-F93E3E3A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8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D3572-C9FD-B584-B075-93769D86C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27B2-74E1-D70B-85ED-AB588445E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77A43-7592-CAF2-3966-E5A128D30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CCB81-A2F9-45B8-A000-9E12AA96E066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D9BE6-B66C-0DE1-F97B-C6B13D282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9876C-C1F2-FDBA-1580-A17F6201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51F1D-0E34-4031-BD26-8D8EC0433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9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92FD2-167D-148F-3CFD-A39C05040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067050"/>
            <a:ext cx="5715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Celebrity Problem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The Celebrity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58069" y="1524000"/>
            <a:ext cx="11104481" cy="5237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>
                <a:latin typeface="Nunito Sans" pitchFamily="2" charset="0"/>
              </a:rPr>
              <a:t>Problem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You are given a number n, representing the number of people in a party.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A </a:t>
            </a:r>
            <a:r>
              <a:rPr lang="en-US" sz="2500" b="1" i="0" dirty="0">
                <a:solidFill>
                  <a:srgbClr val="484848"/>
                </a:solidFill>
                <a:effectLst/>
                <a:latin typeface="Nunito Sans" pitchFamily="2" charset="0"/>
              </a:rPr>
              <a:t>celebrity</a:t>
            </a: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 is defined as somebody who knows no other person but everybody else knows him.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Print the index of all the celebrities in the party, and there is no celebrity, then print "none".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Note: There will be at least 2 people in the party, i.e. N &gt;= 2. A party with only the party organizer does not make sense, isn't it?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b="0" i="0" dirty="0">
              <a:solidFill>
                <a:srgbClr val="484848"/>
              </a:solidFill>
              <a:effectLst/>
              <a:latin typeface="Nunito San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D0E311-EECC-D551-F7A9-2203B69091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The Celebrity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58069" y="1524000"/>
            <a:ext cx="11104481" cy="4468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i="0" dirty="0">
                <a:solidFill>
                  <a:srgbClr val="484848"/>
                </a:solidFill>
                <a:effectLst/>
                <a:latin typeface="Nunito Sans" pitchFamily="2" charset="0"/>
                <a:cs typeface="Heebo" panose="020B0604020202020204" pitchFamily="2" charset="-79"/>
              </a:rPr>
              <a:t>Example:</a:t>
            </a:r>
          </a:p>
          <a:p>
            <a:pPr algn="just"/>
            <a:endParaRPr lang="en-US" sz="2500" b="1" i="0" dirty="0">
              <a:solidFill>
                <a:srgbClr val="484848"/>
              </a:solidFill>
              <a:effectLst/>
              <a:latin typeface="Nunito Sans" pitchFamily="2" charset="0"/>
              <a:cs typeface="Heebo" panose="020B0604020202020204" pitchFamily="2" charset="-79"/>
            </a:endParaRPr>
          </a:p>
          <a:p>
            <a:pPr algn="just"/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Consider a party of 4 people</a:t>
            </a:r>
            <a:r>
              <a:rPr lang="en-US" sz="2500" dirty="0">
                <a:solidFill>
                  <a:srgbClr val="484848"/>
                </a:solidFill>
                <a:latin typeface="Nunito Sans" pitchFamily="2" charset="0"/>
              </a:rPr>
              <a:t> </a:t>
            </a: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with the array of strings as:</a:t>
            </a:r>
          </a:p>
          <a:p>
            <a:pPr algn="just"/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0101</a:t>
            </a:r>
            <a:b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</a:b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0000</a:t>
            </a:r>
            <a:b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</a:b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1101</a:t>
            </a:r>
            <a:b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</a:b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					      1110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In this scenario, the person with index 1 is the celebrity as everybody knows him but he does not know anybody else.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84848"/>
                </a:solidFill>
                <a:effectLst/>
                <a:latin typeface="Nunito Sans" pitchFamily="2" charset="0"/>
              </a:rPr>
              <a:t>Hence, the answer will be 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1220B8-9EE6-BF7E-D714-DCBC96750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int celebritySolution(int[][] mat)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Stack&lt;Integer&gt;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Stack&lt;&gt;();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mat.length;i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stk.push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while(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stk.size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&gt; 1)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int col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int row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if(mat[row][col] == 1)	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stk.push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(col);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else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stk.push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(row);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0DDF2-D9E1-B3EB-A4DC-2C231E44F7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2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x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stk.pop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j=0;j&lt;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mat.length;j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if(j == x) continue;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if(mat[x][j] == 1) {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-1;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  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mat.length;i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x) continue;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if(mat[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][x] == 0) {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-1;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x;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63007-DD24-20EE-9A02-782E2C2BF0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static void main(String[] args){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Scanner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=new Scanner(System.in);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n=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matrix[][]=new int[n][n];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for(int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for(int j=0;j&lt;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n;j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matrix[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][j]=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res = celebritySolution(matrix);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if(res == -1) 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("There is no celebrity in the party");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(res + " is the celebrity in the party");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9E7B4-0CEF-E1F7-E62B-1AD23D0384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8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4D37B-A09F-AA9E-8DE7-514DFBC0E0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666</Words>
  <Application>Microsoft Office PowerPoint</Application>
  <PresentationFormat>Widescreen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4</cp:revision>
  <dcterms:created xsi:type="dcterms:W3CDTF">2023-12-29T11:24:34Z</dcterms:created>
  <dcterms:modified xsi:type="dcterms:W3CDTF">2023-12-30T07:32:30Z</dcterms:modified>
</cp:coreProperties>
</file>