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744" r:id="rId2"/>
    <p:sldId id="260" r:id="rId3"/>
    <p:sldId id="352" r:id="rId4"/>
    <p:sldId id="747" r:id="rId5"/>
    <p:sldId id="358" r:id="rId6"/>
    <p:sldId id="745" r:id="rId7"/>
    <p:sldId id="746" r:id="rId8"/>
    <p:sldId id="289"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513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8" d="100"/>
          <a:sy n="68" d="100"/>
        </p:scale>
        <p:origin x="81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008227-9A7C-40A6-8E4E-1B136217C373}" type="datetimeFigureOut">
              <a:rPr lang="en-IN" smtClean="0"/>
              <a:t>13-01-2024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D03487-B57E-48BA-8390-4AD38A0DD712}" type="slidenum">
              <a:rPr lang="en-IN" smtClean="0"/>
              <a:t>‹#›</a:t>
            </a:fld>
            <a:endParaRPr lang="en-IN"/>
          </a:p>
        </p:txBody>
      </p:sp>
    </p:spTree>
    <p:extLst>
      <p:ext uri="{BB962C8B-B14F-4D97-AF65-F5344CB8AC3E}">
        <p14:creationId xmlns:p14="http://schemas.microsoft.com/office/powerpoint/2010/main" val="14718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a:t>
            </a:r>
            <a:r>
              <a:rPr lang="en-US" b="1" baseline="0" dirty="0"/>
              <a:t> = </a:t>
            </a:r>
          </a:p>
          <a:p>
            <a:r>
              <a:rPr lang="en-US" b="1" baseline="0" dirty="0"/>
              <a:t>Root</a:t>
            </a:r>
          </a:p>
          <a:p>
            <a:r>
              <a:rPr lang="en-US" b="1" baseline="0" dirty="0"/>
              <a:t>2</a:t>
            </a:r>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pPr/>
              <a:t>1</a:t>
            </a:fld>
            <a:endParaRPr lang="en-US"/>
          </a:p>
        </p:txBody>
      </p:sp>
    </p:spTree>
    <p:extLst>
      <p:ext uri="{BB962C8B-B14F-4D97-AF65-F5344CB8AC3E}">
        <p14:creationId xmlns:p14="http://schemas.microsoft.com/office/powerpoint/2010/main" val="33423404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 name="Google Shape;12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a:t>Section End/Start</a:t>
            </a:r>
            <a:endParaRPr/>
          </a:p>
          <a:p>
            <a:pPr marL="0" lvl="0" indent="0" algn="l" rtl="0">
              <a:spcBef>
                <a:spcPts val="0"/>
              </a:spcBef>
              <a:spcAft>
                <a:spcPts val="0"/>
              </a:spcAft>
              <a:buNone/>
            </a:pPr>
            <a:r>
              <a:rPr lang="en-US" b="0"/>
              <a:t>Use this at section’s start or end. For example: “Questions” or “Time for Practice”. To be used for Impacts (get the student’s attention). </a:t>
            </a:r>
            <a:endParaRPr/>
          </a:p>
        </p:txBody>
      </p:sp>
      <p:sp>
        <p:nvSpPr>
          <p:cNvPr id="123" name="Google Shape;123;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Title + Text</a:t>
            </a:r>
          </a:p>
        </p:txBody>
      </p:sp>
      <p:sp>
        <p:nvSpPr>
          <p:cNvPr id="4" name="Slide Number Placeholder 3"/>
          <p:cNvSpPr>
            <a:spLocks noGrp="1"/>
          </p:cNvSpPr>
          <p:nvPr>
            <p:ph type="sldNum" sz="quarter" idx="5"/>
          </p:nvPr>
        </p:nvSpPr>
        <p:spPr/>
        <p:txBody>
          <a:bodyPr/>
          <a:lstStyle/>
          <a:p>
            <a:fld id="{0AAB6876-1BF1-4B88-890A-0B4E46201506}" type="slidenum">
              <a:rPr lang="en-US" smtClean="0"/>
              <a:t>3</a:t>
            </a:fld>
            <a:endParaRPr lang="en-US"/>
          </a:p>
        </p:txBody>
      </p:sp>
    </p:spTree>
    <p:extLst>
      <p:ext uri="{BB962C8B-B14F-4D97-AF65-F5344CB8AC3E}">
        <p14:creationId xmlns:p14="http://schemas.microsoft.com/office/powerpoint/2010/main" val="41197612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Title + Text</a:t>
            </a:r>
          </a:p>
        </p:txBody>
      </p:sp>
      <p:sp>
        <p:nvSpPr>
          <p:cNvPr id="4" name="Slide Number Placeholder 3"/>
          <p:cNvSpPr>
            <a:spLocks noGrp="1"/>
          </p:cNvSpPr>
          <p:nvPr>
            <p:ph type="sldNum" sz="quarter" idx="5"/>
          </p:nvPr>
        </p:nvSpPr>
        <p:spPr/>
        <p:txBody>
          <a:bodyPr/>
          <a:lstStyle/>
          <a:p>
            <a:fld id="{0AAB6876-1BF1-4B88-890A-0B4E46201506}" type="slidenum">
              <a:rPr lang="en-US" smtClean="0"/>
              <a:t>4</a:t>
            </a:fld>
            <a:endParaRPr lang="en-US"/>
          </a:p>
        </p:txBody>
      </p:sp>
    </p:spTree>
    <p:extLst>
      <p:ext uri="{BB962C8B-B14F-4D97-AF65-F5344CB8AC3E}">
        <p14:creationId xmlns:p14="http://schemas.microsoft.com/office/powerpoint/2010/main" val="23670381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Thank you slide</a:t>
            </a:r>
          </a:p>
        </p:txBody>
      </p:sp>
      <p:sp>
        <p:nvSpPr>
          <p:cNvPr id="4" name="Slide Number Placeholder 3"/>
          <p:cNvSpPr>
            <a:spLocks noGrp="1"/>
          </p:cNvSpPr>
          <p:nvPr>
            <p:ph type="sldNum" sz="quarter" idx="5"/>
          </p:nvPr>
        </p:nvSpPr>
        <p:spPr/>
        <p:txBody>
          <a:bodyPr/>
          <a:lstStyle/>
          <a:p>
            <a:fld id="{0AAB6876-1BF1-4B88-890A-0B4E46201506}" type="slidenum">
              <a:rPr lang="en-US" smtClean="0"/>
              <a:pPr/>
              <a:t>8</a:t>
            </a:fld>
            <a:endParaRPr lang="en-US"/>
          </a:p>
        </p:txBody>
      </p:sp>
    </p:spTree>
    <p:extLst>
      <p:ext uri="{BB962C8B-B14F-4D97-AF65-F5344CB8AC3E}">
        <p14:creationId xmlns:p14="http://schemas.microsoft.com/office/powerpoint/2010/main" val="4190133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42924-5FA0-FCA0-2FE7-C5D5F6FC58E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404390E-39E7-FCCA-B5A1-85FB4FF0137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D8309F5-C7B5-5221-BC7C-FE8B02CEE2FB}"/>
              </a:ext>
            </a:extLst>
          </p:cNvPr>
          <p:cNvSpPr>
            <a:spLocks noGrp="1"/>
          </p:cNvSpPr>
          <p:nvPr>
            <p:ph type="dt" sz="half" idx="10"/>
          </p:nvPr>
        </p:nvSpPr>
        <p:spPr/>
        <p:txBody>
          <a:bodyPr/>
          <a:lstStyle/>
          <a:p>
            <a:fld id="{8C2D25CA-E26D-4564-A4E5-805D847D4303}" type="datetimeFigureOut">
              <a:rPr lang="en-IN" smtClean="0"/>
              <a:t>13-01-2024</a:t>
            </a:fld>
            <a:endParaRPr lang="en-IN"/>
          </a:p>
        </p:txBody>
      </p:sp>
      <p:sp>
        <p:nvSpPr>
          <p:cNvPr id="5" name="Footer Placeholder 4">
            <a:extLst>
              <a:ext uri="{FF2B5EF4-FFF2-40B4-BE49-F238E27FC236}">
                <a16:creationId xmlns:a16="http://schemas.microsoft.com/office/drawing/2014/main" id="{A1E0F745-0410-6E82-617A-74265F8595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5F6437-88E7-7BEE-4ECF-15B1DE73EF57}"/>
              </a:ext>
            </a:extLst>
          </p:cNvPr>
          <p:cNvSpPr>
            <a:spLocks noGrp="1"/>
          </p:cNvSpPr>
          <p:nvPr>
            <p:ph type="sldNum" sz="quarter" idx="12"/>
          </p:nvPr>
        </p:nvSpPr>
        <p:spPr/>
        <p:txBody>
          <a:bodyPr/>
          <a:lstStyle/>
          <a:p>
            <a:fld id="{60F49663-6097-4754-ABD4-C14169410993}" type="slidenum">
              <a:rPr lang="en-IN" smtClean="0"/>
              <a:t>‹#›</a:t>
            </a:fld>
            <a:endParaRPr lang="en-IN"/>
          </a:p>
        </p:txBody>
      </p:sp>
    </p:spTree>
    <p:extLst>
      <p:ext uri="{BB962C8B-B14F-4D97-AF65-F5344CB8AC3E}">
        <p14:creationId xmlns:p14="http://schemas.microsoft.com/office/powerpoint/2010/main" val="866441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E720E-6E2B-904E-5C6E-C675E94C8B7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6638626-8636-F48A-47B7-C39A5C9E2B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738572-8C49-185D-55FA-FDA4AB570212}"/>
              </a:ext>
            </a:extLst>
          </p:cNvPr>
          <p:cNvSpPr>
            <a:spLocks noGrp="1"/>
          </p:cNvSpPr>
          <p:nvPr>
            <p:ph type="dt" sz="half" idx="10"/>
          </p:nvPr>
        </p:nvSpPr>
        <p:spPr/>
        <p:txBody>
          <a:bodyPr/>
          <a:lstStyle/>
          <a:p>
            <a:fld id="{8C2D25CA-E26D-4564-A4E5-805D847D4303}" type="datetimeFigureOut">
              <a:rPr lang="en-IN" smtClean="0"/>
              <a:t>13-01-2024</a:t>
            </a:fld>
            <a:endParaRPr lang="en-IN"/>
          </a:p>
        </p:txBody>
      </p:sp>
      <p:sp>
        <p:nvSpPr>
          <p:cNvPr id="5" name="Footer Placeholder 4">
            <a:extLst>
              <a:ext uri="{FF2B5EF4-FFF2-40B4-BE49-F238E27FC236}">
                <a16:creationId xmlns:a16="http://schemas.microsoft.com/office/drawing/2014/main" id="{7FC99933-6058-1622-126F-A50C896DFB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7A0495-9B22-C623-E7B1-03C988BB0175}"/>
              </a:ext>
            </a:extLst>
          </p:cNvPr>
          <p:cNvSpPr>
            <a:spLocks noGrp="1"/>
          </p:cNvSpPr>
          <p:nvPr>
            <p:ph type="sldNum" sz="quarter" idx="12"/>
          </p:nvPr>
        </p:nvSpPr>
        <p:spPr/>
        <p:txBody>
          <a:bodyPr/>
          <a:lstStyle/>
          <a:p>
            <a:fld id="{60F49663-6097-4754-ABD4-C14169410993}" type="slidenum">
              <a:rPr lang="en-IN" smtClean="0"/>
              <a:t>‹#›</a:t>
            </a:fld>
            <a:endParaRPr lang="en-IN"/>
          </a:p>
        </p:txBody>
      </p:sp>
    </p:spTree>
    <p:extLst>
      <p:ext uri="{BB962C8B-B14F-4D97-AF65-F5344CB8AC3E}">
        <p14:creationId xmlns:p14="http://schemas.microsoft.com/office/powerpoint/2010/main" val="963980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2F4B6-09AD-EE28-90F7-911701B0BC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F3C82F3-A5BF-10DE-1471-B480A6A7077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8BED24-EB0D-DA86-87A1-407DB8375F9E}"/>
              </a:ext>
            </a:extLst>
          </p:cNvPr>
          <p:cNvSpPr>
            <a:spLocks noGrp="1"/>
          </p:cNvSpPr>
          <p:nvPr>
            <p:ph type="dt" sz="half" idx="10"/>
          </p:nvPr>
        </p:nvSpPr>
        <p:spPr/>
        <p:txBody>
          <a:bodyPr/>
          <a:lstStyle/>
          <a:p>
            <a:fld id="{8C2D25CA-E26D-4564-A4E5-805D847D4303}" type="datetimeFigureOut">
              <a:rPr lang="en-IN" smtClean="0"/>
              <a:t>13-01-2024</a:t>
            </a:fld>
            <a:endParaRPr lang="en-IN"/>
          </a:p>
        </p:txBody>
      </p:sp>
      <p:sp>
        <p:nvSpPr>
          <p:cNvPr id="5" name="Footer Placeholder 4">
            <a:extLst>
              <a:ext uri="{FF2B5EF4-FFF2-40B4-BE49-F238E27FC236}">
                <a16:creationId xmlns:a16="http://schemas.microsoft.com/office/drawing/2014/main" id="{A9268CFB-1E80-49D3-8D97-EA9A87DE96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346A2D-3E87-CA8F-D087-32A26C9EA5B3}"/>
              </a:ext>
            </a:extLst>
          </p:cNvPr>
          <p:cNvSpPr>
            <a:spLocks noGrp="1"/>
          </p:cNvSpPr>
          <p:nvPr>
            <p:ph type="sldNum" sz="quarter" idx="12"/>
          </p:nvPr>
        </p:nvSpPr>
        <p:spPr/>
        <p:txBody>
          <a:bodyPr/>
          <a:lstStyle/>
          <a:p>
            <a:fld id="{60F49663-6097-4754-ABD4-C14169410993}" type="slidenum">
              <a:rPr lang="en-IN" smtClean="0"/>
              <a:t>‹#›</a:t>
            </a:fld>
            <a:endParaRPr lang="en-IN"/>
          </a:p>
        </p:txBody>
      </p:sp>
    </p:spTree>
    <p:extLst>
      <p:ext uri="{BB962C8B-B14F-4D97-AF65-F5344CB8AC3E}">
        <p14:creationId xmlns:p14="http://schemas.microsoft.com/office/powerpoint/2010/main" val="2212913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18809-8421-59A0-D4FB-0A85DCB8CEF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89CF0E3-C562-E66B-0B7F-ED2EBB21EE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8DEA22F-769C-9B5C-85B1-291018F25C3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5CF691A-CC78-C041-173B-9D54CC8A06B9}"/>
              </a:ext>
            </a:extLst>
          </p:cNvPr>
          <p:cNvSpPr>
            <a:spLocks noGrp="1"/>
          </p:cNvSpPr>
          <p:nvPr>
            <p:ph type="dt" sz="half" idx="10"/>
          </p:nvPr>
        </p:nvSpPr>
        <p:spPr/>
        <p:txBody>
          <a:bodyPr/>
          <a:lstStyle/>
          <a:p>
            <a:fld id="{8C2D25CA-E26D-4564-A4E5-805D847D4303}" type="datetimeFigureOut">
              <a:rPr lang="en-IN" smtClean="0"/>
              <a:t>13-01-2024</a:t>
            </a:fld>
            <a:endParaRPr lang="en-IN"/>
          </a:p>
        </p:txBody>
      </p:sp>
      <p:sp>
        <p:nvSpPr>
          <p:cNvPr id="6" name="Footer Placeholder 5">
            <a:extLst>
              <a:ext uri="{FF2B5EF4-FFF2-40B4-BE49-F238E27FC236}">
                <a16:creationId xmlns:a16="http://schemas.microsoft.com/office/drawing/2014/main" id="{7FCAF9FC-210F-34C5-AC40-6AAF9B6F54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0933796-C789-18DA-987E-4C72387E645B}"/>
              </a:ext>
            </a:extLst>
          </p:cNvPr>
          <p:cNvSpPr>
            <a:spLocks noGrp="1"/>
          </p:cNvSpPr>
          <p:nvPr>
            <p:ph type="sldNum" sz="quarter" idx="12"/>
          </p:nvPr>
        </p:nvSpPr>
        <p:spPr/>
        <p:txBody>
          <a:bodyPr/>
          <a:lstStyle/>
          <a:p>
            <a:fld id="{60F49663-6097-4754-ABD4-C14169410993}" type="slidenum">
              <a:rPr lang="en-IN" smtClean="0"/>
              <a:t>‹#›</a:t>
            </a:fld>
            <a:endParaRPr lang="en-IN"/>
          </a:p>
        </p:txBody>
      </p:sp>
    </p:spTree>
    <p:extLst>
      <p:ext uri="{BB962C8B-B14F-4D97-AF65-F5344CB8AC3E}">
        <p14:creationId xmlns:p14="http://schemas.microsoft.com/office/powerpoint/2010/main" val="712644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DEE2B-1284-8541-73FE-26B1AC3C17D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EFDFCE-8687-3AB9-7041-D16D003781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0C3974-83AE-E52A-35A6-CFA3DE39AE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7134E71-3FF9-CD21-DB28-3C4B0F65D4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F94EA4-A405-9C0D-BC81-CEC90EDD7C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4FB677-4A87-2BFE-A073-EE0B8C3F931D}"/>
              </a:ext>
            </a:extLst>
          </p:cNvPr>
          <p:cNvSpPr>
            <a:spLocks noGrp="1"/>
          </p:cNvSpPr>
          <p:nvPr>
            <p:ph type="dt" sz="half" idx="10"/>
          </p:nvPr>
        </p:nvSpPr>
        <p:spPr/>
        <p:txBody>
          <a:bodyPr/>
          <a:lstStyle/>
          <a:p>
            <a:fld id="{8C2D25CA-E26D-4564-A4E5-805D847D4303}" type="datetimeFigureOut">
              <a:rPr lang="en-IN" smtClean="0"/>
              <a:t>13-01-2024</a:t>
            </a:fld>
            <a:endParaRPr lang="en-IN"/>
          </a:p>
        </p:txBody>
      </p:sp>
      <p:sp>
        <p:nvSpPr>
          <p:cNvPr id="8" name="Footer Placeholder 7">
            <a:extLst>
              <a:ext uri="{FF2B5EF4-FFF2-40B4-BE49-F238E27FC236}">
                <a16:creationId xmlns:a16="http://schemas.microsoft.com/office/drawing/2014/main" id="{166A36FB-6EAF-C982-CA8B-440FE492783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B1E36DE-2502-4FFB-D090-A2392C887546}"/>
              </a:ext>
            </a:extLst>
          </p:cNvPr>
          <p:cNvSpPr>
            <a:spLocks noGrp="1"/>
          </p:cNvSpPr>
          <p:nvPr>
            <p:ph type="sldNum" sz="quarter" idx="12"/>
          </p:nvPr>
        </p:nvSpPr>
        <p:spPr/>
        <p:txBody>
          <a:bodyPr/>
          <a:lstStyle/>
          <a:p>
            <a:fld id="{60F49663-6097-4754-ABD4-C14169410993}" type="slidenum">
              <a:rPr lang="en-IN" smtClean="0"/>
              <a:t>‹#›</a:t>
            </a:fld>
            <a:endParaRPr lang="en-IN"/>
          </a:p>
        </p:txBody>
      </p:sp>
    </p:spTree>
    <p:extLst>
      <p:ext uri="{BB962C8B-B14F-4D97-AF65-F5344CB8AC3E}">
        <p14:creationId xmlns:p14="http://schemas.microsoft.com/office/powerpoint/2010/main" val="3817224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5F703-6C79-E9C9-F25C-755B421064F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C48133B-B1DA-FCAE-0813-6350D40A6FD0}"/>
              </a:ext>
            </a:extLst>
          </p:cNvPr>
          <p:cNvSpPr>
            <a:spLocks noGrp="1"/>
          </p:cNvSpPr>
          <p:nvPr>
            <p:ph type="dt" sz="half" idx="10"/>
          </p:nvPr>
        </p:nvSpPr>
        <p:spPr/>
        <p:txBody>
          <a:bodyPr/>
          <a:lstStyle/>
          <a:p>
            <a:fld id="{8C2D25CA-E26D-4564-A4E5-805D847D4303}" type="datetimeFigureOut">
              <a:rPr lang="en-IN" smtClean="0"/>
              <a:t>13-01-2024</a:t>
            </a:fld>
            <a:endParaRPr lang="en-IN"/>
          </a:p>
        </p:txBody>
      </p:sp>
      <p:sp>
        <p:nvSpPr>
          <p:cNvPr id="4" name="Footer Placeholder 3">
            <a:extLst>
              <a:ext uri="{FF2B5EF4-FFF2-40B4-BE49-F238E27FC236}">
                <a16:creationId xmlns:a16="http://schemas.microsoft.com/office/drawing/2014/main" id="{8FD3EC97-594A-58F1-CB0B-4BC480A187D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69F4161-3A2C-53A0-033A-19B43C9D18DD}"/>
              </a:ext>
            </a:extLst>
          </p:cNvPr>
          <p:cNvSpPr>
            <a:spLocks noGrp="1"/>
          </p:cNvSpPr>
          <p:nvPr>
            <p:ph type="sldNum" sz="quarter" idx="12"/>
          </p:nvPr>
        </p:nvSpPr>
        <p:spPr/>
        <p:txBody>
          <a:bodyPr/>
          <a:lstStyle/>
          <a:p>
            <a:fld id="{60F49663-6097-4754-ABD4-C14169410993}" type="slidenum">
              <a:rPr lang="en-IN" smtClean="0"/>
              <a:t>‹#›</a:t>
            </a:fld>
            <a:endParaRPr lang="en-IN"/>
          </a:p>
        </p:txBody>
      </p:sp>
    </p:spTree>
    <p:extLst>
      <p:ext uri="{BB962C8B-B14F-4D97-AF65-F5344CB8AC3E}">
        <p14:creationId xmlns:p14="http://schemas.microsoft.com/office/powerpoint/2010/main" val="1141558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CAD4C4-4AC1-8DDF-FF32-19BB8DB8BBA5}"/>
              </a:ext>
            </a:extLst>
          </p:cNvPr>
          <p:cNvSpPr>
            <a:spLocks noGrp="1"/>
          </p:cNvSpPr>
          <p:nvPr>
            <p:ph type="dt" sz="half" idx="10"/>
          </p:nvPr>
        </p:nvSpPr>
        <p:spPr/>
        <p:txBody>
          <a:bodyPr/>
          <a:lstStyle/>
          <a:p>
            <a:fld id="{8C2D25CA-E26D-4564-A4E5-805D847D4303}" type="datetimeFigureOut">
              <a:rPr lang="en-IN" smtClean="0"/>
              <a:t>13-01-2024</a:t>
            </a:fld>
            <a:endParaRPr lang="en-IN"/>
          </a:p>
        </p:txBody>
      </p:sp>
      <p:sp>
        <p:nvSpPr>
          <p:cNvPr id="3" name="Footer Placeholder 2">
            <a:extLst>
              <a:ext uri="{FF2B5EF4-FFF2-40B4-BE49-F238E27FC236}">
                <a16:creationId xmlns:a16="http://schemas.microsoft.com/office/drawing/2014/main" id="{06B0CB15-C7A1-1B30-D241-5526B98EB6D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B1FE99A-08A3-3CB3-EA7E-14EE32CC6968}"/>
              </a:ext>
            </a:extLst>
          </p:cNvPr>
          <p:cNvSpPr>
            <a:spLocks noGrp="1"/>
          </p:cNvSpPr>
          <p:nvPr>
            <p:ph type="sldNum" sz="quarter" idx="12"/>
          </p:nvPr>
        </p:nvSpPr>
        <p:spPr/>
        <p:txBody>
          <a:bodyPr/>
          <a:lstStyle/>
          <a:p>
            <a:fld id="{60F49663-6097-4754-ABD4-C14169410993}" type="slidenum">
              <a:rPr lang="en-IN" smtClean="0"/>
              <a:t>‹#›</a:t>
            </a:fld>
            <a:endParaRPr lang="en-IN"/>
          </a:p>
        </p:txBody>
      </p:sp>
    </p:spTree>
    <p:extLst>
      <p:ext uri="{BB962C8B-B14F-4D97-AF65-F5344CB8AC3E}">
        <p14:creationId xmlns:p14="http://schemas.microsoft.com/office/powerpoint/2010/main" val="3419125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76ED7-A7C5-BCDA-E2BB-F81A032953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936C41D-3770-CC7E-0ED6-B8EC5246AA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7ACD296-C8DA-1EEA-6A0F-50690275FE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60AE29-11C7-38D9-8CF1-553CD3118DCF}"/>
              </a:ext>
            </a:extLst>
          </p:cNvPr>
          <p:cNvSpPr>
            <a:spLocks noGrp="1"/>
          </p:cNvSpPr>
          <p:nvPr>
            <p:ph type="dt" sz="half" idx="10"/>
          </p:nvPr>
        </p:nvSpPr>
        <p:spPr/>
        <p:txBody>
          <a:bodyPr/>
          <a:lstStyle/>
          <a:p>
            <a:fld id="{8C2D25CA-E26D-4564-A4E5-805D847D4303}" type="datetimeFigureOut">
              <a:rPr lang="en-IN" smtClean="0"/>
              <a:t>13-01-2024</a:t>
            </a:fld>
            <a:endParaRPr lang="en-IN"/>
          </a:p>
        </p:txBody>
      </p:sp>
      <p:sp>
        <p:nvSpPr>
          <p:cNvPr id="6" name="Footer Placeholder 5">
            <a:extLst>
              <a:ext uri="{FF2B5EF4-FFF2-40B4-BE49-F238E27FC236}">
                <a16:creationId xmlns:a16="http://schemas.microsoft.com/office/drawing/2014/main" id="{83B96B37-1705-D634-357D-AF8DB26910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25F1B88-7146-CA24-F624-BC6282C20C2C}"/>
              </a:ext>
            </a:extLst>
          </p:cNvPr>
          <p:cNvSpPr>
            <a:spLocks noGrp="1"/>
          </p:cNvSpPr>
          <p:nvPr>
            <p:ph type="sldNum" sz="quarter" idx="12"/>
          </p:nvPr>
        </p:nvSpPr>
        <p:spPr/>
        <p:txBody>
          <a:bodyPr/>
          <a:lstStyle/>
          <a:p>
            <a:fld id="{60F49663-6097-4754-ABD4-C14169410993}" type="slidenum">
              <a:rPr lang="en-IN" smtClean="0"/>
              <a:t>‹#›</a:t>
            </a:fld>
            <a:endParaRPr lang="en-IN"/>
          </a:p>
        </p:txBody>
      </p:sp>
    </p:spTree>
    <p:extLst>
      <p:ext uri="{BB962C8B-B14F-4D97-AF65-F5344CB8AC3E}">
        <p14:creationId xmlns:p14="http://schemas.microsoft.com/office/powerpoint/2010/main" val="1827947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797B1-99E3-0379-DDF9-71A1CFD4FD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086DDC9-8119-5DFB-264C-0D7F81E1A8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DE52ED6-392C-CF71-34D1-D2AAB6BB5B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453BA8-764F-8742-89BD-5B120AAAE461}"/>
              </a:ext>
            </a:extLst>
          </p:cNvPr>
          <p:cNvSpPr>
            <a:spLocks noGrp="1"/>
          </p:cNvSpPr>
          <p:nvPr>
            <p:ph type="dt" sz="half" idx="10"/>
          </p:nvPr>
        </p:nvSpPr>
        <p:spPr/>
        <p:txBody>
          <a:bodyPr/>
          <a:lstStyle/>
          <a:p>
            <a:fld id="{8C2D25CA-E26D-4564-A4E5-805D847D4303}" type="datetimeFigureOut">
              <a:rPr lang="en-IN" smtClean="0"/>
              <a:t>13-01-2024</a:t>
            </a:fld>
            <a:endParaRPr lang="en-IN"/>
          </a:p>
        </p:txBody>
      </p:sp>
      <p:sp>
        <p:nvSpPr>
          <p:cNvPr id="6" name="Footer Placeholder 5">
            <a:extLst>
              <a:ext uri="{FF2B5EF4-FFF2-40B4-BE49-F238E27FC236}">
                <a16:creationId xmlns:a16="http://schemas.microsoft.com/office/drawing/2014/main" id="{965F79B4-EC15-8A40-E667-BDBC611310E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D7039C8-BA49-EDA2-3BF7-E4DA60EDDF6B}"/>
              </a:ext>
            </a:extLst>
          </p:cNvPr>
          <p:cNvSpPr>
            <a:spLocks noGrp="1"/>
          </p:cNvSpPr>
          <p:nvPr>
            <p:ph type="sldNum" sz="quarter" idx="12"/>
          </p:nvPr>
        </p:nvSpPr>
        <p:spPr/>
        <p:txBody>
          <a:bodyPr/>
          <a:lstStyle/>
          <a:p>
            <a:fld id="{60F49663-6097-4754-ABD4-C14169410993}" type="slidenum">
              <a:rPr lang="en-IN" smtClean="0"/>
              <a:t>‹#›</a:t>
            </a:fld>
            <a:endParaRPr lang="en-IN"/>
          </a:p>
        </p:txBody>
      </p:sp>
    </p:spTree>
    <p:extLst>
      <p:ext uri="{BB962C8B-B14F-4D97-AF65-F5344CB8AC3E}">
        <p14:creationId xmlns:p14="http://schemas.microsoft.com/office/powerpoint/2010/main" val="4186805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A6952-9585-86ED-BB95-5E2F043E9C2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5C7598F-4E3B-B1D2-E2AF-F67B692D76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A310C0-FC63-0D6C-9D86-A8A41425A8DF}"/>
              </a:ext>
            </a:extLst>
          </p:cNvPr>
          <p:cNvSpPr>
            <a:spLocks noGrp="1"/>
          </p:cNvSpPr>
          <p:nvPr>
            <p:ph type="dt" sz="half" idx="10"/>
          </p:nvPr>
        </p:nvSpPr>
        <p:spPr/>
        <p:txBody>
          <a:bodyPr/>
          <a:lstStyle/>
          <a:p>
            <a:fld id="{8C2D25CA-E26D-4564-A4E5-805D847D4303}" type="datetimeFigureOut">
              <a:rPr lang="en-IN" smtClean="0"/>
              <a:t>13-01-2024</a:t>
            </a:fld>
            <a:endParaRPr lang="en-IN"/>
          </a:p>
        </p:txBody>
      </p:sp>
      <p:sp>
        <p:nvSpPr>
          <p:cNvPr id="5" name="Footer Placeholder 4">
            <a:extLst>
              <a:ext uri="{FF2B5EF4-FFF2-40B4-BE49-F238E27FC236}">
                <a16:creationId xmlns:a16="http://schemas.microsoft.com/office/drawing/2014/main" id="{411C44D9-BBAA-62C6-D570-3D908788F9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26D07C-442A-EF6A-6B5C-FDF737AC12FC}"/>
              </a:ext>
            </a:extLst>
          </p:cNvPr>
          <p:cNvSpPr>
            <a:spLocks noGrp="1"/>
          </p:cNvSpPr>
          <p:nvPr>
            <p:ph type="sldNum" sz="quarter" idx="12"/>
          </p:nvPr>
        </p:nvSpPr>
        <p:spPr/>
        <p:txBody>
          <a:bodyPr/>
          <a:lstStyle/>
          <a:p>
            <a:fld id="{60F49663-6097-4754-ABD4-C14169410993}" type="slidenum">
              <a:rPr lang="en-IN" smtClean="0"/>
              <a:t>‹#›</a:t>
            </a:fld>
            <a:endParaRPr lang="en-IN"/>
          </a:p>
        </p:txBody>
      </p:sp>
    </p:spTree>
    <p:extLst>
      <p:ext uri="{BB962C8B-B14F-4D97-AF65-F5344CB8AC3E}">
        <p14:creationId xmlns:p14="http://schemas.microsoft.com/office/powerpoint/2010/main" val="6176775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09C52A-2869-7DAB-3CA8-E19F5F2B005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61B2C7-19A8-0A2E-0BBF-A055859142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D3C616-E13B-F3D6-7137-9EF5B52CF023}"/>
              </a:ext>
            </a:extLst>
          </p:cNvPr>
          <p:cNvSpPr>
            <a:spLocks noGrp="1"/>
          </p:cNvSpPr>
          <p:nvPr>
            <p:ph type="dt" sz="half" idx="10"/>
          </p:nvPr>
        </p:nvSpPr>
        <p:spPr/>
        <p:txBody>
          <a:bodyPr/>
          <a:lstStyle/>
          <a:p>
            <a:fld id="{8C2D25CA-E26D-4564-A4E5-805D847D4303}" type="datetimeFigureOut">
              <a:rPr lang="en-IN" smtClean="0"/>
              <a:t>13-01-2024</a:t>
            </a:fld>
            <a:endParaRPr lang="en-IN"/>
          </a:p>
        </p:txBody>
      </p:sp>
      <p:sp>
        <p:nvSpPr>
          <p:cNvPr id="5" name="Footer Placeholder 4">
            <a:extLst>
              <a:ext uri="{FF2B5EF4-FFF2-40B4-BE49-F238E27FC236}">
                <a16:creationId xmlns:a16="http://schemas.microsoft.com/office/drawing/2014/main" id="{5B8684EE-E77C-F61C-794D-42D986FB36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E66222-E41B-4860-6B78-680908047510}"/>
              </a:ext>
            </a:extLst>
          </p:cNvPr>
          <p:cNvSpPr>
            <a:spLocks noGrp="1"/>
          </p:cNvSpPr>
          <p:nvPr>
            <p:ph type="sldNum" sz="quarter" idx="12"/>
          </p:nvPr>
        </p:nvSpPr>
        <p:spPr/>
        <p:txBody>
          <a:bodyPr/>
          <a:lstStyle/>
          <a:p>
            <a:fld id="{60F49663-6097-4754-ABD4-C14169410993}" type="slidenum">
              <a:rPr lang="en-IN" smtClean="0"/>
              <a:t>‹#›</a:t>
            </a:fld>
            <a:endParaRPr lang="en-IN"/>
          </a:p>
        </p:txBody>
      </p:sp>
    </p:spTree>
    <p:extLst>
      <p:ext uri="{BB962C8B-B14F-4D97-AF65-F5344CB8AC3E}">
        <p14:creationId xmlns:p14="http://schemas.microsoft.com/office/powerpoint/2010/main" val="2237484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CD2CBA-0FFF-DA96-6286-707AB55FDD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3D17E50-97B7-0B74-BDD2-4E00F58656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7B9C99-EC6F-D372-E036-F005C4130D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2D25CA-E26D-4564-A4E5-805D847D4303}" type="datetimeFigureOut">
              <a:rPr lang="en-IN" smtClean="0"/>
              <a:t>13-01-2024</a:t>
            </a:fld>
            <a:endParaRPr lang="en-IN"/>
          </a:p>
        </p:txBody>
      </p:sp>
      <p:sp>
        <p:nvSpPr>
          <p:cNvPr id="5" name="Footer Placeholder 4">
            <a:extLst>
              <a:ext uri="{FF2B5EF4-FFF2-40B4-BE49-F238E27FC236}">
                <a16:creationId xmlns:a16="http://schemas.microsoft.com/office/drawing/2014/main" id="{A1A7D7F8-5747-30D5-6DA1-F90DB7E949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87EEEBA-1A81-5D02-40A5-F2ADA92D8D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F49663-6097-4754-ABD4-C14169410993}" type="slidenum">
              <a:rPr lang="en-IN" smtClean="0"/>
              <a:t>‹#›</a:t>
            </a:fld>
            <a:endParaRPr lang="en-IN"/>
          </a:p>
        </p:txBody>
      </p:sp>
    </p:spTree>
    <p:extLst>
      <p:ext uri="{BB962C8B-B14F-4D97-AF65-F5344CB8AC3E}">
        <p14:creationId xmlns:p14="http://schemas.microsoft.com/office/powerpoint/2010/main" val="32259389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40578" y="3105000"/>
            <a:ext cx="5110844" cy="64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5136"/>
        </a:solidFill>
        <a:effectLst/>
      </p:bgPr>
    </p:bg>
    <p:spTree>
      <p:nvGrpSpPr>
        <p:cNvPr id="1" name="Shape 124"/>
        <p:cNvGrpSpPr/>
        <p:nvPr/>
      </p:nvGrpSpPr>
      <p:grpSpPr>
        <a:xfrm>
          <a:off x="0" y="0"/>
          <a:ext cx="0" cy="0"/>
          <a:chOff x="0" y="0"/>
          <a:chExt cx="0" cy="0"/>
        </a:xfrm>
      </p:grpSpPr>
      <p:sp>
        <p:nvSpPr>
          <p:cNvPr id="125" name="Google Shape;125;p5"/>
          <p:cNvSpPr txBox="1"/>
          <p:nvPr/>
        </p:nvSpPr>
        <p:spPr>
          <a:xfrm>
            <a:off x="0" y="3055701"/>
            <a:ext cx="12192000" cy="885070"/>
          </a:xfrm>
          <a:prstGeom prst="rect">
            <a:avLst/>
          </a:prstGeom>
          <a:noFill/>
          <a:ln>
            <a:noFill/>
          </a:ln>
        </p:spPr>
        <p:txBody>
          <a:bodyPr spcFirstLastPara="1" wrap="square" lIns="26775" tIns="26775" rIns="26775" bIns="26775" anchor="t" anchorCtr="0">
            <a:spAutoFit/>
          </a:bodyPr>
          <a:lstStyle/>
          <a:p>
            <a:pPr marL="0" marR="0" lvl="0" indent="0" algn="ctr" rtl="0">
              <a:lnSpc>
                <a:spcPct val="100000"/>
              </a:lnSpc>
              <a:spcBef>
                <a:spcPts val="0"/>
              </a:spcBef>
              <a:spcAft>
                <a:spcPts val="0"/>
              </a:spcAft>
              <a:buClr>
                <a:srgbClr val="FFFFFF"/>
              </a:buClr>
              <a:buSzPts val="5400"/>
              <a:buFont typeface="Nunito Sans"/>
              <a:buNone/>
            </a:pPr>
            <a:r>
              <a:rPr lang="en-US" sz="5400" b="1" i="0" u="none" strike="noStrike" cap="none" dirty="0">
                <a:solidFill>
                  <a:srgbClr val="FFFFFF"/>
                </a:solidFill>
                <a:latin typeface="Nunito Sans"/>
                <a:ea typeface="Nunito Sans"/>
                <a:cs typeface="Nunito Sans"/>
                <a:sym typeface="Nunito Sans"/>
              </a:rPr>
              <a:t>Travelling Salesman Problem</a:t>
            </a:r>
          </a:p>
        </p:txBody>
      </p:sp>
      <p:pic>
        <p:nvPicPr>
          <p:cNvPr id="126" name="Google Shape;126;p5"/>
          <p:cNvPicPr preferRelativeResize="0"/>
          <p:nvPr/>
        </p:nvPicPr>
        <p:blipFill rotWithShape="1">
          <a:blip r:embed="rId3">
            <a:alphaModFix/>
          </a:blip>
          <a:srcRect/>
          <a:stretch/>
        </p:blipFill>
        <p:spPr>
          <a:xfrm>
            <a:off x="9525600" y="6202800"/>
            <a:ext cx="2356664" cy="298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A635DAA-35C4-4438-9D75-515C2C193139}"/>
              </a:ext>
            </a:extLst>
          </p:cNvPr>
          <p:cNvSpPr txBox="1"/>
          <p:nvPr/>
        </p:nvSpPr>
        <p:spPr>
          <a:xfrm>
            <a:off x="609600" y="782055"/>
            <a:ext cx="11136326" cy="784830"/>
          </a:xfrm>
          <a:prstGeom prst="rect">
            <a:avLst/>
          </a:prstGeom>
          <a:noFill/>
        </p:spPr>
        <p:txBody>
          <a:bodyPr wrap="square" rtlCol="0">
            <a:spAutoFit/>
          </a:bodyPr>
          <a:lstStyle/>
          <a:p>
            <a:r>
              <a:rPr lang="en-US" sz="4500" b="1" dirty="0">
                <a:latin typeface="Nunito Sans" panose="00000500000000000000" pitchFamily="2" charset="0"/>
              </a:rPr>
              <a:t>Travelling Salesman Problem</a:t>
            </a:r>
          </a:p>
        </p:txBody>
      </p:sp>
      <p:sp>
        <p:nvSpPr>
          <p:cNvPr id="10" name="Rectangle 9">
            <a:extLst>
              <a:ext uri="{FF2B5EF4-FFF2-40B4-BE49-F238E27FC236}">
                <a16:creationId xmlns:a16="http://schemas.microsoft.com/office/drawing/2014/main" id="{3E767CAB-1FA5-494A-96EC-9E612067A695}"/>
              </a:ext>
            </a:extLst>
          </p:cNvPr>
          <p:cNvSpPr/>
          <p:nvPr/>
        </p:nvSpPr>
        <p:spPr>
          <a:xfrm>
            <a:off x="762000" y="685802"/>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E6EC088-43F9-4039-891A-2FC9B551E731}"/>
              </a:ext>
            </a:extLst>
          </p:cNvPr>
          <p:cNvSpPr>
            <a:spLocks noGrp="1"/>
          </p:cNvSpPr>
          <p:nvPr>
            <p:ph idx="1"/>
          </p:nvPr>
        </p:nvSpPr>
        <p:spPr/>
        <p:txBody>
          <a:bodyPr>
            <a:normAutofit/>
          </a:bodyPr>
          <a:lstStyle/>
          <a:p>
            <a:pPr marL="0" indent="0">
              <a:buNone/>
            </a:pPr>
            <a:r>
              <a:rPr lang="en-US" sz="2500" dirty="0">
                <a:latin typeface="Nunito Sans" panose="020B0604020202020204" charset="0"/>
              </a:rPr>
              <a:t>Given a set of cities and distance between every pair of cities, the problem is to find the shortest possible tour that visits every city exactly once and returns to the starting point.</a:t>
            </a:r>
          </a:p>
          <a:p>
            <a:pPr marL="0" indent="0">
              <a:buNone/>
            </a:pPr>
            <a:endParaRPr lang="en-US" sz="2500" dirty="0">
              <a:latin typeface="Nunito Sans" panose="020B0604020202020204" charset="0"/>
            </a:endParaRPr>
          </a:p>
          <a:p>
            <a:pPr marL="0" indent="0">
              <a:buNone/>
            </a:pPr>
            <a:endParaRPr lang="en-IN" sz="2500" dirty="0">
              <a:latin typeface="Nunito Sans" panose="020B0604020202020204" charset="0"/>
            </a:endParaRPr>
          </a:p>
        </p:txBody>
      </p:sp>
      <p:pic>
        <p:nvPicPr>
          <p:cNvPr id="2" name="Picture 1">
            <a:extLst>
              <a:ext uri="{FF2B5EF4-FFF2-40B4-BE49-F238E27FC236}">
                <a16:creationId xmlns:a16="http://schemas.microsoft.com/office/drawing/2014/main" id="{5C62E180-8003-16A2-70BB-B0759AA7E1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pic>
        <p:nvPicPr>
          <p:cNvPr id="80" name="Picture 79">
            <a:extLst>
              <a:ext uri="{FF2B5EF4-FFF2-40B4-BE49-F238E27FC236}">
                <a16:creationId xmlns:a16="http://schemas.microsoft.com/office/drawing/2014/main" id="{392E7F4A-3B31-4417-C49D-2B564C47EFEB}"/>
              </a:ext>
            </a:extLst>
          </p:cNvPr>
          <p:cNvPicPr>
            <a:picLocks noChangeAspect="1"/>
          </p:cNvPicPr>
          <p:nvPr/>
        </p:nvPicPr>
        <p:blipFill>
          <a:blip r:embed="rId4">
            <a:extLst>
              <a:ext uri="{BEBA8EAE-BF5A-486C-A8C5-ECC9F3942E4B}">
                <a14:imgProps xmlns:a14="http://schemas.microsoft.com/office/drawing/2010/main">
                  <a14:imgLayer r:embed="rId5">
                    <a14:imgEffect>
                      <a14:artisticPhotocopy/>
                    </a14:imgEffect>
                  </a14:imgLayer>
                </a14:imgProps>
              </a:ext>
            </a:extLst>
          </a:blip>
          <a:stretch>
            <a:fillRect/>
          </a:stretch>
        </p:blipFill>
        <p:spPr>
          <a:xfrm>
            <a:off x="1758460" y="3165231"/>
            <a:ext cx="5359791" cy="3573193"/>
          </a:xfrm>
          <a:prstGeom prst="rect">
            <a:avLst/>
          </a:prstGeom>
        </p:spPr>
      </p:pic>
    </p:spTree>
    <p:extLst>
      <p:ext uri="{BB962C8B-B14F-4D97-AF65-F5344CB8AC3E}">
        <p14:creationId xmlns:p14="http://schemas.microsoft.com/office/powerpoint/2010/main" val="3850411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A635DAA-35C4-4438-9D75-515C2C193139}"/>
              </a:ext>
            </a:extLst>
          </p:cNvPr>
          <p:cNvSpPr txBox="1"/>
          <p:nvPr/>
        </p:nvSpPr>
        <p:spPr>
          <a:xfrm>
            <a:off x="527837" y="692070"/>
            <a:ext cx="11136326" cy="784830"/>
          </a:xfrm>
          <a:prstGeom prst="rect">
            <a:avLst/>
          </a:prstGeom>
          <a:noFill/>
        </p:spPr>
        <p:txBody>
          <a:bodyPr wrap="square" rtlCol="0">
            <a:spAutoFit/>
          </a:bodyPr>
          <a:lstStyle/>
          <a:p>
            <a:r>
              <a:rPr lang="en-US" sz="4500" b="1" dirty="0">
                <a:latin typeface="Nunito Sans" pitchFamily="2" charset="0"/>
              </a:rPr>
              <a:t>Travelling Salesman Problem</a:t>
            </a:r>
          </a:p>
        </p:txBody>
      </p:sp>
      <p:sp>
        <p:nvSpPr>
          <p:cNvPr id="10" name="Rectangle 9">
            <a:extLst>
              <a:ext uri="{FF2B5EF4-FFF2-40B4-BE49-F238E27FC236}">
                <a16:creationId xmlns:a16="http://schemas.microsoft.com/office/drawing/2014/main" id="{3E767CAB-1FA5-494A-96EC-9E612067A695}"/>
              </a:ext>
            </a:extLst>
          </p:cNvPr>
          <p:cNvSpPr/>
          <p:nvPr/>
        </p:nvSpPr>
        <p:spPr>
          <a:xfrm>
            <a:off x="762000" y="685802"/>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Nunito Sans" pitchFamily="2" charset="0"/>
            </a:endParaRPr>
          </a:p>
        </p:txBody>
      </p:sp>
      <p:sp>
        <p:nvSpPr>
          <p:cNvPr id="3" name="Content Placeholder 2">
            <a:extLst>
              <a:ext uri="{FF2B5EF4-FFF2-40B4-BE49-F238E27FC236}">
                <a16:creationId xmlns:a16="http://schemas.microsoft.com/office/drawing/2014/main" id="{CE6EC088-43F9-4039-891A-2FC9B551E731}"/>
              </a:ext>
            </a:extLst>
          </p:cNvPr>
          <p:cNvSpPr>
            <a:spLocks noGrp="1"/>
          </p:cNvSpPr>
          <p:nvPr>
            <p:ph idx="1"/>
          </p:nvPr>
        </p:nvSpPr>
        <p:spPr>
          <a:xfrm>
            <a:off x="838200" y="1332905"/>
            <a:ext cx="10515600" cy="4351338"/>
          </a:xfrm>
        </p:spPr>
        <p:txBody>
          <a:bodyPr>
            <a:noAutofit/>
          </a:bodyPr>
          <a:lstStyle/>
          <a:p>
            <a:pPr marL="0" indent="0" algn="l">
              <a:buNone/>
            </a:pPr>
            <a:r>
              <a:rPr lang="en-US" sz="2000" b="1" i="0" dirty="0">
                <a:effectLst/>
                <a:latin typeface="Nunito Sans" pitchFamily="2" charset="0"/>
              </a:rPr>
              <a:t>Input Format:</a:t>
            </a:r>
            <a:endParaRPr lang="en-US" sz="2000" b="0" i="0" dirty="0">
              <a:effectLst/>
              <a:latin typeface="Nunito Sans" pitchFamily="2" charset="0"/>
            </a:endParaRPr>
          </a:p>
          <a:p>
            <a:pPr algn="l"/>
            <a:r>
              <a:rPr lang="en-US" sz="2000" b="0" i="0" dirty="0">
                <a:effectLst/>
                <a:latin typeface="Nunito Sans" pitchFamily="2" charset="0"/>
              </a:rPr>
              <a:t>First input corresponds to an integer N - which points to number of vertices in the graph.</a:t>
            </a:r>
          </a:p>
          <a:p>
            <a:pPr algn="l"/>
            <a:r>
              <a:rPr lang="en-US" sz="2000" b="0" i="0" dirty="0">
                <a:effectLst/>
                <a:latin typeface="Nunito Sans" pitchFamily="2" charset="0"/>
              </a:rPr>
              <a:t>Second input corresponds to set of integers in the given matrix format - which points to the adjacency matrix representation.</a:t>
            </a:r>
            <a:br>
              <a:rPr lang="en-US" sz="2000" b="0" i="0" dirty="0">
                <a:effectLst/>
                <a:latin typeface="Nunito Sans" pitchFamily="2" charset="0"/>
              </a:rPr>
            </a:br>
            <a:endParaRPr lang="en-US" sz="2000" b="0" i="0" dirty="0">
              <a:effectLst/>
              <a:latin typeface="Nunito Sans" pitchFamily="2" charset="0"/>
            </a:endParaRPr>
          </a:p>
          <a:p>
            <a:pPr marL="0" indent="0" algn="l">
              <a:buNone/>
            </a:pPr>
            <a:r>
              <a:rPr lang="en-US" sz="2000" b="1" i="0" dirty="0">
                <a:effectLst/>
                <a:latin typeface="Nunito Sans" pitchFamily="2" charset="0"/>
              </a:rPr>
              <a:t>Output format:</a:t>
            </a:r>
            <a:endParaRPr lang="en-US" sz="2000" b="0" i="0" dirty="0">
              <a:effectLst/>
              <a:latin typeface="Nunito Sans" pitchFamily="2" charset="0"/>
            </a:endParaRPr>
          </a:p>
          <a:p>
            <a:pPr algn="l"/>
            <a:r>
              <a:rPr lang="en-US" sz="2000" b="0" i="0" dirty="0">
                <a:effectLst/>
                <a:latin typeface="Nunito Sans" pitchFamily="2" charset="0"/>
              </a:rPr>
              <a:t>The first line corresponds to an integer which represents the minimum cost.</a:t>
            </a:r>
          </a:p>
          <a:p>
            <a:pPr algn="l"/>
            <a:r>
              <a:rPr lang="en-US" sz="2000" b="0" i="0" dirty="0">
                <a:effectLst/>
                <a:latin typeface="Nunito Sans" pitchFamily="2" charset="0"/>
              </a:rPr>
              <a:t>The second line corresponds to the set of integers which denotes the path taken.</a:t>
            </a:r>
          </a:p>
          <a:p>
            <a:pPr algn="l"/>
            <a:endParaRPr lang="en-US" sz="2000" dirty="0">
              <a:latin typeface="Nunito Sans" pitchFamily="2" charset="0"/>
            </a:endParaRPr>
          </a:p>
        </p:txBody>
      </p:sp>
      <p:pic>
        <p:nvPicPr>
          <p:cNvPr id="2" name="Picture 1">
            <a:extLst>
              <a:ext uri="{FF2B5EF4-FFF2-40B4-BE49-F238E27FC236}">
                <a16:creationId xmlns:a16="http://schemas.microsoft.com/office/drawing/2014/main" id="{5C62E180-8003-16A2-70BB-B0759AA7E1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83" name="TextBox 82">
            <a:extLst>
              <a:ext uri="{FF2B5EF4-FFF2-40B4-BE49-F238E27FC236}">
                <a16:creationId xmlns:a16="http://schemas.microsoft.com/office/drawing/2014/main" id="{34C7AB54-47B3-E893-8FCE-01A898ACCA54}"/>
              </a:ext>
            </a:extLst>
          </p:cNvPr>
          <p:cNvSpPr txBox="1"/>
          <p:nvPr/>
        </p:nvSpPr>
        <p:spPr>
          <a:xfrm>
            <a:off x="5892625" y="4241899"/>
            <a:ext cx="2801209" cy="2616101"/>
          </a:xfrm>
          <a:prstGeom prst="rect">
            <a:avLst/>
          </a:prstGeom>
          <a:noFill/>
        </p:spPr>
        <p:txBody>
          <a:bodyPr wrap="square">
            <a:spAutoFit/>
          </a:bodyPr>
          <a:lstStyle/>
          <a:p>
            <a:r>
              <a:rPr lang="en-US" sz="2000" b="1" dirty="0">
                <a:latin typeface="Nunito Sans" pitchFamily="2" charset="0"/>
              </a:rPr>
              <a:t>Sample Output</a:t>
            </a:r>
            <a:br>
              <a:rPr lang="en-US" dirty="0">
                <a:latin typeface="Nunito Sans" pitchFamily="2" charset="0"/>
              </a:rPr>
            </a:br>
            <a:endParaRPr lang="en-US" dirty="0">
              <a:latin typeface="Nunito Sans" pitchFamily="2" charset="0"/>
            </a:endParaRPr>
          </a:p>
          <a:p>
            <a:r>
              <a:rPr lang="en-US" dirty="0">
                <a:latin typeface="Nunito Sans" pitchFamily="2" charset="0"/>
              </a:rPr>
              <a:t>The cost list is :</a:t>
            </a:r>
          </a:p>
          <a:p>
            <a:r>
              <a:rPr lang="en-US" dirty="0">
                <a:latin typeface="Nunito Sans" pitchFamily="2" charset="0"/>
              </a:rPr>
              <a:t>0 1 1 </a:t>
            </a:r>
          </a:p>
          <a:p>
            <a:r>
              <a:rPr lang="en-US" dirty="0">
                <a:latin typeface="Nunito Sans" pitchFamily="2" charset="0"/>
              </a:rPr>
              <a:t>1 0 0 </a:t>
            </a:r>
          </a:p>
          <a:p>
            <a:r>
              <a:rPr lang="en-US" dirty="0">
                <a:latin typeface="Nunito Sans" pitchFamily="2" charset="0"/>
              </a:rPr>
              <a:t>2 1 1 </a:t>
            </a:r>
          </a:p>
          <a:p>
            <a:r>
              <a:rPr lang="en-US" dirty="0">
                <a:latin typeface="Nunito Sans" pitchFamily="2" charset="0"/>
              </a:rPr>
              <a:t>The Path is:</a:t>
            </a:r>
          </a:p>
          <a:p>
            <a:r>
              <a:rPr lang="en-US" dirty="0">
                <a:latin typeface="Nunito Sans" pitchFamily="2" charset="0"/>
              </a:rPr>
              <a:t>1---&gt;2---&gt;1</a:t>
            </a:r>
          </a:p>
          <a:p>
            <a:r>
              <a:rPr lang="en-US" dirty="0">
                <a:latin typeface="Nunito Sans" pitchFamily="2" charset="0"/>
              </a:rPr>
              <a:t>Minimum cost is 2 </a:t>
            </a:r>
            <a:endParaRPr lang="en-IN" dirty="0">
              <a:latin typeface="Nunito Sans" pitchFamily="2" charset="0"/>
            </a:endParaRPr>
          </a:p>
        </p:txBody>
      </p:sp>
      <p:sp>
        <p:nvSpPr>
          <p:cNvPr id="85" name="TextBox 84">
            <a:extLst>
              <a:ext uri="{FF2B5EF4-FFF2-40B4-BE49-F238E27FC236}">
                <a16:creationId xmlns:a16="http://schemas.microsoft.com/office/drawing/2014/main" id="{A7810AA2-FDA6-2AC6-DBB2-6D648112C629}"/>
              </a:ext>
            </a:extLst>
          </p:cNvPr>
          <p:cNvSpPr txBox="1"/>
          <p:nvPr/>
        </p:nvSpPr>
        <p:spPr>
          <a:xfrm>
            <a:off x="1313874" y="4408296"/>
            <a:ext cx="2521634" cy="1785104"/>
          </a:xfrm>
          <a:prstGeom prst="rect">
            <a:avLst/>
          </a:prstGeom>
          <a:noFill/>
        </p:spPr>
        <p:txBody>
          <a:bodyPr wrap="square">
            <a:spAutoFit/>
          </a:bodyPr>
          <a:lstStyle/>
          <a:p>
            <a:pPr marL="0" indent="0" algn="l">
              <a:buNone/>
            </a:pPr>
            <a:r>
              <a:rPr lang="en-US" sz="2000" b="1" i="0" dirty="0">
                <a:effectLst/>
                <a:latin typeface="Nunito Sans" pitchFamily="2" charset="0"/>
              </a:rPr>
              <a:t>Sample Input</a:t>
            </a:r>
          </a:p>
          <a:p>
            <a:pPr marL="0" indent="0" algn="l">
              <a:buNone/>
            </a:pPr>
            <a:endParaRPr lang="en-US" dirty="0">
              <a:latin typeface="Nunito Sans" pitchFamily="2" charset="0"/>
            </a:endParaRPr>
          </a:p>
          <a:p>
            <a:pPr marL="0" indent="0" algn="l">
              <a:buNone/>
            </a:pPr>
            <a:r>
              <a:rPr lang="en-US" sz="1800" b="0" i="0" dirty="0">
                <a:effectLst/>
                <a:latin typeface="Nunito Sans" pitchFamily="2" charset="0"/>
              </a:rPr>
              <a:t>3</a:t>
            </a:r>
          </a:p>
          <a:p>
            <a:pPr marL="0" indent="0" algn="l">
              <a:buNone/>
            </a:pPr>
            <a:r>
              <a:rPr lang="en-US" sz="1800" b="0" i="0" dirty="0">
                <a:effectLst/>
                <a:latin typeface="Nunito Sans" pitchFamily="2" charset="0"/>
              </a:rPr>
              <a:t>0 1 1</a:t>
            </a:r>
          </a:p>
          <a:p>
            <a:pPr marL="0" indent="0" algn="l">
              <a:buNone/>
            </a:pPr>
            <a:r>
              <a:rPr lang="en-US" sz="1800" b="0" i="0" dirty="0">
                <a:effectLst/>
                <a:latin typeface="Nunito Sans" pitchFamily="2" charset="0"/>
              </a:rPr>
              <a:t>1 0 0</a:t>
            </a:r>
          </a:p>
          <a:p>
            <a:pPr marL="0" indent="0" algn="l">
              <a:buNone/>
            </a:pPr>
            <a:r>
              <a:rPr lang="en-US" sz="1800" b="0" i="0" dirty="0">
                <a:effectLst/>
                <a:latin typeface="Nunito Sans" pitchFamily="2" charset="0"/>
              </a:rPr>
              <a:t>2 1 1</a:t>
            </a:r>
          </a:p>
        </p:txBody>
      </p:sp>
    </p:spTree>
    <p:extLst>
      <p:ext uri="{BB962C8B-B14F-4D97-AF65-F5344CB8AC3E}">
        <p14:creationId xmlns:p14="http://schemas.microsoft.com/office/powerpoint/2010/main" val="10708381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Courier New" panose="02070309020205020404" pitchFamily="49" charset="0"/>
                <a:cs typeface="Courier New" panose="02070309020205020404" pitchFamily="49" charset="0"/>
              </a:rPr>
              <a:t>import </a:t>
            </a:r>
            <a:r>
              <a:rPr lang="en-US" sz="2000" b="1" dirty="0" err="1">
                <a:solidFill>
                  <a:schemeClr val="bg1"/>
                </a:solidFill>
                <a:latin typeface="Courier New" panose="02070309020205020404" pitchFamily="49" charset="0"/>
                <a:cs typeface="Courier New" panose="02070309020205020404" pitchFamily="49" charset="0"/>
              </a:rPr>
              <a:t>java.util</a:t>
            </a:r>
            <a:r>
              <a:rPr lang="en-US" sz="2000" b="1" dirty="0">
                <a:solidFill>
                  <a:schemeClr val="bg1"/>
                </a:solidFill>
                <a:latin typeface="Courier New" panose="02070309020205020404" pitchFamily="49" charset="0"/>
                <a:cs typeface="Courier New" panose="02070309020205020404" pitchFamily="49" charset="0"/>
              </a:rPr>
              <a:t>.*;</a:t>
            </a:r>
          </a:p>
          <a:p>
            <a:r>
              <a:rPr lang="en-US" sz="2000" b="1" dirty="0">
                <a:solidFill>
                  <a:schemeClr val="bg1"/>
                </a:solidFill>
                <a:latin typeface="Courier New" panose="02070309020205020404" pitchFamily="49" charset="0"/>
                <a:cs typeface="Courier New" panose="02070309020205020404" pitchFamily="49" charset="0"/>
              </a:rPr>
              <a:t>class Main{</a:t>
            </a:r>
          </a:p>
          <a:p>
            <a:r>
              <a:rPr lang="en-US" sz="2000" b="1" dirty="0">
                <a:solidFill>
                  <a:schemeClr val="bg1"/>
                </a:solidFill>
                <a:latin typeface="Courier New" panose="02070309020205020404" pitchFamily="49" charset="0"/>
                <a:cs typeface="Courier New" panose="02070309020205020404" pitchFamily="49" charset="0"/>
              </a:rPr>
              <a:t>    static int </a:t>
            </a:r>
            <a:r>
              <a:rPr lang="en-US" sz="2000" b="1" dirty="0" err="1">
                <a:solidFill>
                  <a:schemeClr val="bg1"/>
                </a:solidFill>
                <a:latin typeface="Courier New" panose="02070309020205020404" pitchFamily="49" charset="0"/>
                <a:cs typeface="Courier New" panose="02070309020205020404" pitchFamily="49" charset="0"/>
              </a:rPr>
              <a:t>ary</a:t>
            </a:r>
            <a:r>
              <a:rPr lang="en-US" sz="2000" b="1" dirty="0">
                <a:solidFill>
                  <a:schemeClr val="bg1"/>
                </a:solidFill>
                <a:latin typeface="Courier New" panose="02070309020205020404" pitchFamily="49" charset="0"/>
                <a:cs typeface="Courier New" panose="02070309020205020404" pitchFamily="49" charset="0"/>
              </a:rPr>
              <a:t>[][]=new int[10][10];</a:t>
            </a:r>
          </a:p>
          <a:p>
            <a:r>
              <a:rPr lang="en-US" sz="2000" b="1" dirty="0">
                <a:solidFill>
                  <a:schemeClr val="bg1"/>
                </a:solidFill>
                <a:latin typeface="Courier New" panose="02070309020205020404" pitchFamily="49" charset="0"/>
                <a:cs typeface="Courier New" panose="02070309020205020404" pitchFamily="49" charset="0"/>
              </a:rPr>
              <a:t>    static int completed[]=new int[10];</a:t>
            </a:r>
          </a:p>
          <a:p>
            <a:r>
              <a:rPr lang="en-US" sz="2000" b="1" dirty="0">
                <a:solidFill>
                  <a:schemeClr val="bg1"/>
                </a:solidFill>
                <a:latin typeface="Courier New" panose="02070309020205020404" pitchFamily="49" charset="0"/>
                <a:cs typeface="Courier New" panose="02070309020205020404" pitchFamily="49" charset="0"/>
              </a:rPr>
              <a:t>    static int </a:t>
            </a:r>
            <a:r>
              <a:rPr lang="en-US" sz="2000" b="1" dirty="0" err="1">
                <a:solidFill>
                  <a:schemeClr val="bg1"/>
                </a:solidFill>
                <a:latin typeface="Courier New" panose="02070309020205020404" pitchFamily="49" charset="0"/>
                <a:cs typeface="Courier New" panose="02070309020205020404" pitchFamily="49" charset="0"/>
              </a:rPr>
              <a:t>n,cost</a:t>
            </a:r>
            <a:r>
              <a:rPr lang="en-US" sz="2000" b="1" dirty="0">
                <a:solidFill>
                  <a:schemeClr val="bg1"/>
                </a:solidFill>
                <a:latin typeface="Courier New" panose="02070309020205020404" pitchFamily="49" charset="0"/>
                <a:cs typeface="Courier New" panose="02070309020205020404" pitchFamily="49" charset="0"/>
              </a:rPr>
              <a:t>=0;</a:t>
            </a:r>
          </a:p>
          <a:p>
            <a:r>
              <a:rPr lang="en-US" sz="2000" b="1" dirty="0">
                <a:solidFill>
                  <a:schemeClr val="bg1"/>
                </a:solidFill>
                <a:latin typeface="Courier New" panose="02070309020205020404" pitchFamily="49" charset="0"/>
                <a:cs typeface="Courier New" panose="02070309020205020404" pitchFamily="49" charset="0"/>
              </a:rPr>
              <a:t>    public static int least(int c){</a:t>
            </a:r>
          </a:p>
          <a:p>
            <a:r>
              <a:rPr lang="en-US" sz="2000" b="1" dirty="0">
                <a:solidFill>
                  <a:schemeClr val="bg1"/>
                </a:solidFill>
                <a:latin typeface="Courier New" panose="02070309020205020404" pitchFamily="49" charset="0"/>
                <a:cs typeface="Courier New" panose="02070309020205020404" pitchFamily="49" charset="0"/>
              </a:rPr>
              <a:t>        int </a:t>
            </a:r>
            <a:r>
              <a:rPr lang="en-US" sz="2000" b="1" dirty="0" err="1">
                <a:solidFill>
                  <a:schemeClr val="bg1"/>
                </a:solidFill>
                <a:latin typeface="Courier New" panose="02070309020205020404" pitchFamily="49" charset="0"/>
                <a:cs typeface="Courier New" panose="02070309020205020404" pitchFamily="49" charset="0"/>
              </a:rPr>
              <a:t>i,nc</a:t>
            </a:r>
            <a:r>
              <a:rPr lang="en-US" sz="2000" b="1" dirty="0">
                <a:solidFill>
                  <a:schemeClr val="bg1"/>
                </a:solidFill>
                <a:latin typeface="Courier New" panose="02070309020205020404" pitchFamily="49" charset="0"/>
                <a:cs typeface="Courier New" panose="02070309020205020404" pitchFamily="49" charset="0"/>
              </a:rPr>
              <a:t>=999;</a:t>
            </a:r>
          </a:p>
          <a:p>
            <a:r>
              <a:rPr lang="en-US" sz="2000" b="1" dirty="0">
                <a:solidFill>
                  <a:schemeClr val="bg1"/>
                </a:solidFill>
                <a:latin typeface="Courier New" panose="02070309020205020404" pitchFamily="49" charset="0"/>
                <a:cs typeface="Courier New" panose="02070309020205020404" pitchFamily="49" charset="0"/>
              </a:rPr>
              <a:t>        int min=999,kmin=0;</a:t>
            </a:r>
          </a:p>
          <a:p>
            <a:r>
              <a:rPr lang="en-US" sz="2000" b="1" dirty="0">
                <a:solidFill>
                  <a:schemeClr val="bg1"/>
                </a:solidFill>
                <a:latin typeface="Courier New" panose="02070309020205020404" pitchFamily="49" charset="0"/>
                <a:cs typeface="Courier New" panose="02070309020205020404" pitchFamily="49" charset="0"/>
              </a:rPr>
              <a:t>        for(</a:t>
            </a:r>
            <a:r>
              <a:rPr lang="en-US" sz="2000" b="1" dirty="0" err="1">
                <a:solidFill>
                  <a:schemeClr val="bg1"/>
                </a:solidFill>
                <a:latin typeface="Courier New" panose="02070309020205020404" pitchFamily="49" charset="0"/>
                <a:cs typeface="Courier New" panose="02070309020205020404" pitchFamily="49" charset="0"/>
              </a:rPr>
              <a:t>i</a:t>
            </a:r>
            <a:r>
              <a:rPr lang="en-US" sz="2000" b="1" dirty="0">
                <a:solidFill>
                  <a:schemeClr val="bg1"/>
                </a:solidFill>
                <a:latin typeface="Courier New" panose="02070309020205020404" pitchFamily="49" charset="0"/>
                <a:cs typeface="Courier New" panose="02070309020205020404" pitchFamily="49" charset="0"/>
              </a:rPr>
              <a:t>=0;i &lt; </a:t>
            </a:r>
            <a:r>
              <a:rPr lang="en-US" sz="2000" b="1" dirty="0" err="1">
                <a:solidFill>
                  <a:schemeClr val="bg1"/>
                </a:solidFill>
                <a:latin typeface="Courier New" panose="02070309020205020404" pitchFamily="49" charset="0"/>
                <a:cs typeface="Courier New" panose="02070309020205020404" pitchFamily="49" charset="0"/>
              </a:rPr>
              <a:t>n;i</a:t>
            </a:r>
            <a:r>
              <a:rPr lang="en-US" sz="2000" b="1" dirty="0">
                <a:solidFill>
                  <a:schemeClr val="bg1"/>
                </a:solidFill>
                <a:latin typeface="Courier New" panose="02070309020205020404" pitchFamily="49" charset="0"/>
                <a:cs typeface="Courier New" panose="02070309020205020404" pitchFamily="49" charset="0"/>
              </a:rPr>
              <a:t>++){</a:t>
            </a:r>
          </a:p>
          <a:p>
            <a:r>
              <a:rPr lang="en-US" sz="2000" b="1" dirty="0">
                <a:solidFill>
                  <a:schemeClr val="bg1"/>
                </a:solidFill>
                <a:latin typeface="Courier New" panose="02070309020205020404" pitchFamily="49" charset="0"/>
                <a:cs typeface="Courier New" panose="02070309020205020404" pitchFamily="49" charset="0"/>
              </a:rPr>
              <a:t>            if((</a:t>
            </a:r>
            <a:r>
              <a:rPr lang="en-US" sz="2000" b="1" dirty="0" err="1">
                <a:solidFill>
                  <a:schemeClr val="bg1"/>
                </a:solidFill>
                <a:latin typeface="Courier New" panose="02070309020205020404" pitchFamily="49" charset="0"/>
                <a:cs typeface="Courier New" panose="02070309020205020404" pitchFamily="49" charset="0"/>
              </a:rPr>
              <a:t>ary</a:t>
            </a:r>
            <a:r>
              <a:rPr lang="en-US" sz="2000" b="1" dirty="0">
                <a:solidFill>
                  <a:schemeClr val="bg1"/>
                </a:solidFill>
                <a:latin typeface="Courier New" panose="02070309020205020404" pitchFamily="49" charset="0"/>
                <a:cs typeface="Courier New" panose="02070309020205020404" pitchFamily="49" charset="0"/>
              </a:rPr>
              <a:t>[c][</a:t>
            </a:r>
            <a:r>
              <a:rPr lang="en-US" sz="2000" b="1" dirty="0" err="1">
                <a:solidFill>
                  <a:schemeClr val="bg1"/>
                </a:solidFill>
                <a:latin typeface="Courier New" panose="02070309020205020404" pitchFamily="49" charset="0"/>
                <a:cs typeface="Courier New" panose="02070309020205020404" pitchFamily="49" charset="0"/>
              </a:rPr>
              <a:t>i</a:t>
            </a:r>
            <a:r>
              <a:rPr lang="en-US" sz="2000" b="1" dirty="0">
                <a:solidFill>
                  <a:schemeClr val="bg1"/>
                </a:solidFill>
                <a:latin typeface="Courier New" panose="02070309020205020404" pitchFamily="49" charset="0"/>
                <a:cs typeface="Courier New" panose="02070309020205020404" pitchFamily="49" charset="0"/>
              </a:rPr>
              <a:t>]!=0)&amp;&amp;(completed[</a:t>
            </a:r>
            <a:r>
              <a:rPr lang="en-US" sz="2000" b="1" dirty="0" err="1">
                <a:solidFill>
                  <a:schemeClr val="bg1"/>
                </a:solidFill>
                <a:latin typeface="Courier New" panose="02070309020205020404" pitchFamily="49" charset="0"/>
                <a:cs typeface="Courier New" panose="02070309020205020404" pitchFamily="49" charset="0"/>
              </a:rPr>
              <a:t>i</a:t>
            </a:r>
            <a:r>
              <a:rPr lang="en-US" sz="2000" b="1" dirty="0">
                <a:solidFill>
                  <a:schemeClr val="bg1"/>
                </a:solidFill>
                <a:latin typeface="Courier New" panose="02070309020205020404" pitchFamily="49" charset="0"/>
                <a:cs typeface="Courier New" panose="02070309020205020404" pitchFamily="49" charset="0"/>
              </a:rPr>
              <a:t>]==0))</a:t>
            </a:r>
          </a:p>
          <a:p>
            <a:r>
              <a:rPr lang="en-US" sz="2000" b="1" dirty="0">
                <a:solidFill>
                  <a:schemeClr val="bg1"/>
                </a:solidFill>
                <a:latin typeface="Courier New" panose="02070309020205020404" pitchFamily="49" charset="0"/>
                <a:cs typeface="Courier New" panose="02070309020205020404" pitchFamily="49" charset="0"/>
              </a:rPr>
              <a:t>                if(</a:t>
            </a:r>
            <a:r>
              <a:rPr lang="en-US" sz="2000" b="1" dirty="0" err="1">
                <a:solidFill>
                  <a:schemeClr val="bg1"/>
                </a:solidFill>
                <a:latin typeface="Courier New" panose="02070309020205020404" pitchFamily="49" charset="0"/>
                <a:cs typeface="Courier New" panose="02070309020205020404" pitchFamily="49" charset="0"/>
              </a:rPr>
              <a:t>ary</a:t>
            </a:r>
            <a:r>
              <a:rPr lang="en-US" sz="2000" b="1" dirty="0">
                <a:solidFill>
                  <a:schemeClr val="bg1"/>
                </a:solidFill>
                <a:latin typeface="Courier New" panose="02070309020205020404" pitchFamily="49" charset="0"/>
                <a:cs typeface="Courier New" panose="02070309020205020404" pitchFamily="49" charset="0"/>
              </a:rPr>
              <a:t>[c][</a:t>
            </a:r>
            <a:r>
              <a:rPr lang="en-US" sz="2000" b="1" dirty="0" err="1">
                <a:solidFill>
                  <a:schemeClr val="bg1"/>
                </a:solidFill>
                <a:latin typeface="Courier New" panose="02070309020205020404" pitchFamily="49" charset="0"/>
                <a:cs typeface="Courier New" panose="02070309020205020404" pitchFamily="49" charset="0"/>
              </a:rPr>
              <a:t>i</a:t>
            </a:r>
            <a:r>
              <a:rPr lang="en-US" sz="2000" b="1" dirty="0">
                <a:solidFill>
                  <a:schemeClr val="bg1"/>
                </a:solidFill>
                <a:latin typeface="Courier New" panose="02070309020205020404" pitchFamily="49" charset="0"/>
                <a:cs typeface="Courier New" panose="02070309020205020404" pitchFamily="49" charset="0"/>
              </a:rPr>
              <a:t>]+</a:t>
            </a:r>
            <a:r>
              <a:rPr lang="en-US" sz="2000" b="1" dirty="0" err="1">
                <a:solidFill>
                  <a:schemeClr val="bg1"/>
                </a:solidFill>
                <a:latin typeface="Courier New" panose="02070309020205020404" pitchFamily="49" charset="0"/>
                <a:cs typeface="Courier New" panose="02070309020205020404" pitchFamily="49" charset="0"/>
              </a:rPr>
              <a:t>ary</a:t>
            </a:r>
            <a:r>
              <a:rPr lang="en-US" sz="2000" b="1" dirty="0">
                <a:solidFill>
                  <a:schemeClr val="bg1"/>
                </a:solidFill>
                <a:latin typeface="Courier New" panose="02070309020205020404" pitchFamily="49" charset="0"/>
                <a:cs typeface="Courier New" panose="02070309020205020404" pitchFamily="49" charset="0"/>
              </a:rPr>
              <a:t>[</a:t>
            </a:r>
            <a:r>
              <a:rPr lang="en-US" sz="2000" b="1" dirty="0" err="1">
                <a:solidFill>
                  <a:schemeClr val="bg1"/>
                </a:solidFill>
                <a:latin typeface="Courier New" panose="02070309020205020404" pitchFamily="49" charset="0"/>
                <a:cs typeface="Courier New" panose="02070309020205020404" pitchFamily="49" charset="0"/>
              </a:rPr>
              <a:t>i</a:t>
            </a:r>
            <a:r>
              <a:rPr lang="en-US" sz="2000" b="1" dirty="0">
                <a:solidFill>
                  <a:schemeClr val="bg1"/>
                </a:solidFill>
                <a:latin typeface="Courier New" panose="02070309020205020404" pitchFamily="49" charset="0"/>
                <a:cs typeface="Courier New" panose="02070309020205020404" pitchFamily="49" charset="0"/>
              </a:rPr>
              <a:t>][c] &lt; min)</a:t>
            </a:r>
          </a:p>
          <a:p>
            <a:r>
              <a:rPr lang="en-US" sz="2000" b="1" dirty="0">
                <a:solidFill>
                  <a:schemeClr val="bg1"/>
                </a:solidFill>
                <a:latin typeface="Courier New" panose="02070309020205020404" pitchFamily="49" charset="0"/>
                <a:cs typeface="Courier New" panose="02070309020205020404" pitchFamily="49" charset="0"/>
              </a:rPr>
              <a:t>                {</a:t>
            </a:r>
          </a:p>
          <a:p>
            <a:r>
              <a:rPr lang="en-US" sz="2000" b="1" dirty="0">
                <a:solidFill>
                  <a:schemeClr val="bg1"/>
                </a:solidFill>
                <a:latin typeface="Courier New" panose="02070309020205020404" pitchFamily="49" charset="0"/>
                <a:cs typeface="Courier New" panose="02070309020205020404" pitchFamily="49" charset="0"/>
              </a:rPr>
              <a:t>                    min=</a:t>
            </a:r>
            <a:r>
              <a:rPr lang="en-US" sz="2000" b="1" dirty="0" err="1">
                <a:solidFill>
                  <a:schemeClr val="bg1"/>
                </a:solidFill>
                <a:latin typeface="Courier New" panose="02070309020205020404" pitchFamily="49" charset="0"/>
                <a:cs typeface="Courier New" panose="02070309020205020404" pitchFamily="49" charset="0"/>
              </a:rPr>
              <a:t>ary</a:t>
            </a:r>
            <a:r>
              <a:rPr lang="en-US" sz="2000" b="1" dirty="0">
                <a:solidFill>
                  <a:schemeClr val="bg1"/>
                </a:solidFill>
                <a:latin typeface="Courier New" panose="02070309020205020404" pitchFamily="49" charset="0"/>
                <a:cs typeface="Courier New" panose="02070309020205020404" pitchFamily="49" charset="0"/>
              </a:rPr>
              <a:t>[</a:t>
            </a:r>
            <a:r>
              <a:rPr lang="en-US" sz="2000" b="1" dirty="0" err="1">
                <a:solidFill>
                  <a:schemeClr val="bg1"/>
                </a:solidFill>
                <a:latin typeface="Courier New" panose="02070309020205020404" pitchFamily="49" charset="0"/>
                <a:cs typeface="Courier New" panose="02070309020205020404" pitchFamily="49" charset="0"/>
              </a:rPr>
              <a:t>i</a:t>
            </a:r>
            <a:r>
              <a:rPr lang="en-US" sz="2000" b="1" dirty="0">
                <a:solidFill>
                  <a:schemeClr val="bg1"/>
                </a:solidFill>
                <a:latin typeface="Courier New" panose="02070309020205020404" pitchFamily="49" charset="0"/>
                <a:cs typeface="Courier New" panose="02070309020205020404" pitchFamily="49" charset="0"/>
              </a:rPr>
              <a:t>][0]+</a:t>
            </a:r>
            <a:r>
              <a:rPr lang="en-US" sz="2000" b="1" dirty="0" err="1">
                <a:solidFill>
                  <a:schemeClr val="bg1"/>
                </a:solidFill>
                <a:latin typeface="Courier New" panose="02070309020205020404" pitchFamily="49" charset="0"/>
                <a:cs typeface="Courier New" panose="02070309020205020404" pitchFamily="49" charset="0"/>
              </a:rPr>
              <a:t>ary</a:t>
            </a:r>
            <a:r>
              <a:rPr lang="en-US" sz="2000" b="1" dirty="0">
                <a:solidFill>
                  <a:schemeClr val="bg1"/>
                </a:solidFill>
                <a:latin typeface="Courier New" panose="02070309020205020404" pitchFamily="49" charset="0"/>
                <a:cs typeface="Courier New" panose="02070309020205020404" pitchFamily="49" charset="0"/>
              </a:rPr>
              <a:t>[c][</a:t>
            </a:r>
            <a:r>
              <a:rPr lang="en-US" sz="2000" b="1" dirty="0" err="1">
                <a:solidFill>
                  <a:schemeClr val="bg1"/>
                </a:solidFill>
                <a:latin typeface="Courier New" panose="02070309020205020404" pitchFamily="49" charset="0"/>
                <a:cs typeface="Courier New" panose="02070309020205020404" pitchFamily="49" charset="0"/>
              </a:rPr>
              <a:t>i</a:t>
            </a:r>
            <a:r>
              <a:rPr lang="en-US" sz="2000" b="1" dirty="0">
                <a:solidFill>
                  <a:schemeClr val="bg1"/>
                </a:solidFill>
                <a:latin typeface="Courier New" panose="02070309020205020404" pitchFamily="49" charset="0"/>
                <a:cs typeface="Courier New" panose="02070309020205020404" pitchFamily="49" charset="0"/>
              </a:rPr>
              <a:t>];</a:t>
            </a:r>
          </a:p>
          <a:p>
            <a:r>
              <a:rPr lang="en-US" sz="2000" b="1" dirty="0">
                <a:solidFill>
                  <a:schemeClr val="bg1"/>
                </a:solidFill>
                <a:latin typeface="Courier New" panose="02070309020205020404" pitchFamily="49" charset="0"/>
                <a:cs typeface="Courier New" panose="02070309020205020404" pitchFamily="49" charset="0"/>
              </a:rPr>
              <a:t>                    </a:t>
            </a:r>
            <a:r>
              <a:rPr lang="en-US" sz="2000" b="1" dirty="0" err="1">
                <a:solidFill>
                  <a:schemeClr val="bg1"/>
                </a:solidFill>
                <a:latin typeface="Courier New" panose="02070309020205020404" pitchFamily="49" charset="0"/>
                <a:cs typeface="Courier New" panose="02070309020205020404" pitchFamily="49" charset="0"/>
              </a:rPr>
              <a:t>kmin</a:t>
            </a:r>
            <a:r>
              <a:rPr lang="en-US" sz="2000" b="1" dirty="0">
                <a:solidFill>
                  <a:schemeClr val="bg1"/>
                </a:solidFill>
                <a:latin typeface="Courier New" panose="02070309020205020404" pitchFamily="49" charset="0"/>
                <a:cs typeface="Courier New" panose="02070309020205020404" pitchFamily="49" charset="0"/>
              </a:rPr>
              <a:t>=</a:t>
            </a:r>
            <a:r>
              <a:rPr lang="en-US" sz="2000" b="1" dirty="0" err="1">
                <a:solidFill>
                  <a:schemeClr val="bg1"/>
                </a:solidFill>
                <a:latin typeface="Courier New" panose="02070309020205020404" pitchFamily="49" charset="0"/>
                <a:cs typeface="Courier New" panose="02070309020205020404" pitchFamily="49" charset="0"/>
              </a:rPr>
              <a:t>ary</a:t>
            </a:r>
            <a:r>
              <a:rPr lang="en-US" sz="2000" b="1" dirty="0">
                <a:solidFill>
                  <a:schemeClr val="bg1"/>
                </a:solidFill>
                <a:latin typeface="Courier New" panose="02070309020205020404" pitchFamily="49" charset="0"/>
                <a:cs typeface="Courier New" panose="02070309020205020404" pitchFamily="49" charset="0"/>
              </a:rPr>
              <a:t>[c][</a:t>
            </a:r>
            <a:r>
              <a:rPr lang="en-US" sz="2000" b="1" dirty="0" err="1">
                <a:solidFill>
                  <a:schemeClr val="bg1"/>
                </a:solidFill>
                <a:latin typeface="Courier New" panose="02070309020205020404" pitchFamily="49" charset="0"/>
                <a:cs typeface="Courier New" panose="02070309020205020404" pitchFamily="49" charset="0"/>
              </a:rPr>
              <a:t>i</a:t>
            </a:r>
            <a:r>
              <a:rPr lang="en-US" sz="2000" b="1" dirty="0">
                <a:solidFill>
                  <a:schemeClr val="bg1"/>
                </a:solidFill>
                <a:latin typeface="Courier New" panose="02070309020205020404" pitchFamily="49" charset="0"/>
                <a:cs typeface="Courier New" panose="02070309020205020404" pitchFamily="49" charset="0"/>
              </a:rPr>
              <a:t>];</a:t>
            </a:r>
          </a:p>
          <a:p>
            <a:r>
              <a:rPr lang="en-US" sz="2000" b="1" dirty="0">
                <a:solidFill>
                  <a:schemeClr val="bg1"/>
                </a:solidFill>
                <a:latin typeface="Courier New" panose="02070309020205020404" pitchFamily="49" charset="0"/>
                <a:cs typeface="Courier New" panose="02070309020205020404" pitchFamily="49" charset="0"/>
              </a:rPr>
              <a:t>                    </a:t>
            </a:r>
            <a:r>
              <a:rPr lang="en-US" sz="2000" b="1" dirty="0" err="1">
                <a:solidFill>
                  <a:schemeClr val="bg1"/>
                </a:solidFill>
                <a:latin typeface="Courier New" panose="02070309020205020404" pitchFamily="49" charset="0"/>
                <a:cs typeface="Courier New" panose="02070309020205020404" pitchFamily="49" charset="0"/>
              </a:rPr>
              <a:t>nc</a:t>
            </a:r>
            <a:r>
              <a:rPr lang="en-US" sz="2000" b="1" dirty="0">
                <a:solidFill>
                  <a:schemeClr val="bg1"/>
                </a:solidFill>
                <a:latin typeface="Courier New" panose="02070309020205020404" pitchFamily="49" charset="0"/>
                <a:cs typeface="Courier New" panose="02070309020205020404" pitchFamily="49" charset="0"/>
              </a:rPr>
              <a:t>=</a:t>
            </a:r>
            <a:r>
              <a:rPr lang="en-US" sz="2000" b="1" dirty="0" err="1">
                <a:solidFill>
                  <a:schemeClr val="bg1"/>
                </a:solidFill>
                <a:latin typeface="Courier New" panose="02070309020205020404" pitchFamily="49" charset="0"/>
                <a:cs typeface="Courier New" panose="02070309020205020404" pitchFamily="49" charset="0"/>
              </a:rPr>
              <a:t>i</a:t>
            </a:r>
            <a:r>
              <a:rPr lang="en-US" sz="2000" b="1" dirty="0">
                <a:solidFill>
                  <a:schemeClr val="bg1"/>
                </a:solidFill>
                <a:latin typeface="Courier New" panose="02070309020205020404" pitchFamily="49" charset="0"/>
                <a:cs typeface="Courier New" panose="02070309020205020404" pitchFamily="49" charset="0"/>
              </a:rPr>
              <a:t>;</a:t>
            </a:r>
          </a:p>
          <a:p>
            <a:r>
              <a:rPr lang="en-US" sz="2000" b="1" dirty="0">
                <a:solidFill>
                  <a:schemeClr val="bg1"/>
                </a:solidFill>
                <a:latin typeface="Courier New" panose="02070309020205020404" pitchFamily="49" charset="0"/>
                <a:cs typeface="Courier New" panose="02070309020205020404" pitchFamily="49" charset="0"/>
              </a:rPr>
              <a:t>                }</a:t>
            </a:r>
          </a:p>
          <a:p>
            <a:r>
              <a:rPr lang="en-US" sz="2000" b="1" dirty="0">
                <a:solidFill>
                  <a:schemeClr val="bg1"/>
                </a:solidFill>
                <a:latin typeface="Courier New" panose="02070309020205020404" pitchFamily="49" charset="0"/>
                <a:cs typeface="Courier New" panose="02070309020205020404" pitchFamily="49" charset="0"/>
              </a:rPr>
              <a:t>        }</a:t>
            </a:r>
          </a:p>
          <a:p>
            <a:r>
              <a:rPr lang="en-US" sz="2000" b="1" dirty="0">
                <a:solidFill>
                  <a:schemeClr val="bg1"/>
                </a:solidFill>
                <a:latin typeface="Courier New" panose="02070309020205020404" pitchFamily="49" charset="0"/>
                <a:cs typeface="Courier New" panose="02070309020205020404" pitchFamily="49" charset="0"/>
              </a:rPr>
              <a:t>        if(min!=999)</a:t>
            </a:r>
          </a:p>
          <a:p>
            <a:r>
              <a:rPr lang="en-US" sz="2000" b="1" dirty="0">
                <a:solidFill>
                  <a:schemeClr val="bg1"/>
                </a:solidFill>
                <a:latin typeface="Courier New" panose="02070309020205020404" pitchFamily="49" charset="0"/>
                <a:cs typeface="Courier New" panose="02070309020205020404" pitchFamily="49" charset="0"/>
              </a:rPr>
              <a:t>            cost+=</a:t>
            </a:r>
            <a:r>
              <a:rPr lang="en-US" sz="2000" b="1" dirty="0" err="1">
                <a:solidFill>
                  <a:schemeClr val="bg1"/>
                </a:solidFill>
                <a:latin typeface="Courier New" panose="02070309020205020404" pitchFamily="49" charset="0"/>
                <a:cs typeface="Courier New" panose="02070309020205020404" pitchFamily="49" charset="0"/>
              </a:rPr>
              <a:t>kmin</a:t>
            </a:r>
            <a:r>
              <a:rPr lang="en-US" sz="2000" b="1" dirty="0">
                <a:solidFill>
                  <a:schemeClr val="bg1"/>
                </a:solidFill>
                <a:latin typeface="Courier New" panose="02070309020205020404" pitchFamily="49" charset="0"/>
                <a:cs typeface="Courier New" panose="02070309020205020404" pitchFamily="49" charset="0"/>
              </a:rPr>
              <a:t>;</a:t>
            </a:r>
          </a:p>
          <a:p>
            <a:r>
              <a:rPr lang="en-US" sz="2000" b="1" dirty="0">
                <a:solidFill>
                  <a:schemeClr val="bg1"/>
                </a:solidFill>
                <a:latin typeface="Courier New" panose="02070309020205020404" pitchFamily="49" charset="0"/>
                <a:cs typeface="Courier New" panose="02070309020205020404" pitchFamily="49" charset="0"/>
              </a:rPr>
              <a:t>        return </a:t>
            </a:r>
            <a:r>
              <a:rPr lang="en-US" sz="2000" b="1" dirty="0" err="1">
                <a:solidFill>
                  <a:schemeClr val="bg1"/>
                </a:solidFill>
                <a:latin typeface="Courier New" panose="02070309020205020404" pitchFamily="49" charset="0"/>
                <a:cs typeface="Courier New" panose="02070309020205020404" pitchFamily="49" charset="0"/>
              </a:rPr>
              <a:t>nc</a:t>
            </a:r>
            <a:r>
              <a:rPr lang="en-US" sz="2000" b="1" dirty="0">
                <a:solidFill>
                  <a:schemeClr val="bg1"/>
                </a:solidFill>
                <a:latin typeface="Courier New" panose="02070309020205020404" pitchFamily="49" charset="0"/>
                <a:cs typeface="Courier New" panose="02070309020205020404" pitchFamily="49" charset="0"/>
              </a:rPr>
              <a:t>;</a:t>
            </a:r>
          </a:p>
          <a:p>
            <a:r>
              <a:rPr lang="en-US" sz="2000" b="1" dirty="0">
                <a:solidFill>
                  <a:schemeClr val="bg1"/>
                </a:solidFill>
                <a:latin typeface="Courier New" panose="02070309020205020404" pitchFamily="49" charset="0"/>
                <a:cs typeface="Courier New" panose="02070309020205020404" pitchFamily="49" charset="0"/>
              </a:rPr>
              <a:t>    }</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53928"/>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a:extLst>
              <a:ext uri="{FF2B5EF4-FFF2-40B4-BE49-F238E27FC236}">
                <a16:creationId xmlns:a16="http://schemas.microsoft.com/office/drawing/2014/main" id="{30072FF7-A32F-42B8-A01D-0FB57E23C65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404108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Courier New" panose="02070309020205020404" pitchFamily="49" charset="0"/>
                <a:cs typeface="Courier New" panose="02070309020205020404" pitchFamily="49" charset="0"/>
              </a:rPr>
              <a:t>    public static void </a:t>
            </a:r>
            <a:r>
              <a:rPr lang="en-US" sz="2000" b="1" dirty="0" err="1">
                <a:solidFill>
                  <a:schemeClr val="bg1"/>
                </a:solidFill>
                <a:latin typeface="Courier New" panose="02070309020205020404" pitchFamily="49" charset="0"/>
                <a:cs typeface="Courier New" panose="02070309020205020404" pitchFamily="49" charset="0"/>
              </a:rPr>
              <a:t>takeInput</a:t>
            </a:r>
            <a:r>
              <a:rPr lang="en-US" sz="2000" b="1" dirty="0">
                <a:solidFill>
                  <a:schemeClr val="bg1"/>
                </a:solidFill>
                <a:latin typeface="Courier New" panose="02070309020205020404" pitchFamily="49" charset="0"/>
                <a:cs typeface="Courier New" panose="02070309020205020404" pitchFamily="49" charset="0"/>
              </a:rPr>
              <a:t>(int n, int[][] </a:t>
            </a:r>
            <a:r>
              <a:rPr lang="en-US" sz="2000" b="1" dirty="0" err="1">
                <a:solidFill>
                  <a:schemeClr val="bg1"/>
                </a:solidFill>
                <a:latin typeface="Courier New" panose="02070309020205020404" pitchFamily="49" charset="0"/>
                <a:cs typeface="Courier New" panose="02070309020205020404" pitchFamily="49" charset="0"/>
              </a:rPr>
              <a:t>ary</a:t>
            </a:r>
            <a:r>
              <a:rPr lang="en-US" sz="2000" b="1" dirty="0">
                <a:solidFill>
                  <a:schemeClr val="bg1"/>
                </a:solidFill>
                <a:latin typeface="Courier New" panose="02070309020205020404" pitchFamily="49" charset="0"/>
                <a:cs typeface="Courier New" panose="02070309020205020404" pitchFamily="49" charset="0"/>
              </a:rPr>
              <a:t>){</a:t>
            </a:r>
          </a:p>
          <a:p>
            <a:r>
              <a:rPr lang="en-US" sz="2000" b="1" dirty="0">
                <a:solidFill>
                  <a:schemeClr val="bg1"/>
                </a:solidFill>
                <a:latin typeface="Courier New" panose="02070309020205020404" pitchFamily="49" charset="0"/>
                <a:cs typeface="Courier New" panose="02070309020205020404" pitchFamily="49" charset="0"/>
              </a:rPr>
              <a:t>        int </a:t>
            </a:r>
            <a:r>
              <a:rPr lang="en-US" sz="2000" b="1" dirty="0" err="1">
                <a:solidFill>
                  <a:schemeClr val="bg1"/>
                </a:solidFill>
                <a:latin typeface="Courier New" panose="02070309020205020404" pitchFamily="49" charset="0"/>
                <a:cs typeface="Courier New" panose="02070309020205020404" pitchFamily="49" charset="0"/>
              </a:rPr>
              <a:t>i,j</a:t>
            </a:r>
            <a:r>
              <a:rPr lang="en-US" sz="2000" b="1" dirty="0">
                <a:solidFill>
                  <a:schemeClr val="bg1"/>
                </a:solidFill>
                <a:latin typeface="Courier New" panose="02070309020205020404" pitchFamily="49" charset="0"/>
                <a:cs typeface="Courier New" panose="02070309020205020404" pitchFamily="49" charset="0"/>
              </a:rPr>
              <a:t>;</a:t>
            </a:r>
          </a:p>
          <a:p>
            <a:r>
              <a:rPr lang="en-US" sz="2000" b="1" dirty="0">
                <a:solidFill>
                  <a:schemeClr val="bg1"/>
                </a:solidFill>
                <a:latin typeface="Courier New" panose="02070309020205020404" pitchFamily="49" charset="0"/>
                <a:cs typeface="Courier New" panose="02070309020205020404" pitchFamily="49" charset="0"/>
              </a:rPr>
              <a:t>        if(n == 0 || n == 1)</a:t>
            </a:r>
          </a:p>
          <a:p>
            <a:r>
              <a:rPr lang="en-US" sz="2000" b="1" dirty="0">
                <a:solidFill>
                  <a:schemeClr val="bg1"/>
                </a:solidFill>
                <a:latin typeface="Courier New" panose="02070309020205020404" pitchFamily="49" charset="0"/>
                <a:cs typeface="Courier New" panose="02070309020205020404" pitchFamily="49" charset="0"/>
              </a:rPr>
              <a:t>          </a:t>
            </a:r>
            <a:r>
              <a:rPr lang="en-US" sz="2000" b="1" dirty="0" err="1">
                <a:solidFill>
                  <a:schemeClr val="bg1"/>
                </a:solidFill>
                <a:latin typeface="Courier New" panose="02070309020205020404" pitchFamily="49" charset="0"/>
                <a:cs typeface="Courier New" panose="02070309020205020404" pitchFamily="49" charset="0"/>
              </a:rPr>
              <a:t>System.out.print</a:t>
            </a:r>
            <a:r>
              <a:rPr lang="en-US" sz="2000" b="1" dirty="0">
                <a:solidFill>
                  <a:schemeClr val="bg1"/>
                </a:solidFill>
                <a:latin typeface="Courier New" panose="02070309020205020404" pitchFamily="49" charset="0"/>
                <a:cs typeface="Courier New" panose="02070309020205020404" pitchFamily="49" charset="0"/>
              </a:rPr>
              <a:t>("Path doesn't exist");</a:t>
            </a:r>
          </a:p>
          <a:p>
            <a:r>
              <a:rPr lang="en-US" sz="2000" b="1" dirty="0">
                <a:solidFill>
                  <a:schemeClr val="bg1"/>
                </a:solidFill>
                <a:latin typeface="Courier New" panose="02070309020205020404" pitchFamily="49" charset="0"/>
                <a:cs typeface="Courier New" panose="02070309020205020404" pitchFamily="49" charset="0"/>
              </a:rPr>
              <a:t>        else{</a:t>
            </a:r>
          </a:p>
          <a:p>
            <a:r>
              <a:rPr lang="en-US" sz="2000" b="1" dirty="0">
                <a:solidFill>
                  <a:schemeClr val="bg1"/>
                </a:solidFill>
                <a:latin typeface="Courier New" panose="02070309020205020404" pitchFamily="49" charset="0"/>
                <a:cs typeface="Courier New" panose="02070309020205020404" pitchFamily="49" charset="0"/>
              </a:rPr>
              <a:t>            for(</a:t>
            </a:r>
            <a:r>
              <a:rPr lang="en-US" sz="2000" b="1" dirty="0" err="1">
                <a:solidFill>
                  <a:schemeClr val="bg1"/>
                </a:solidFill>
                <a:latin typeface="Courier New" panose="02070309020205020404" pitchFamily="49" charset="0"/>
                <a:cs typeface="Courier New" panose="02070309020205020404" pitchFamily="49" charset="0"/>
              </a:rPr>
              <a:t>i</a:t>
            </a:r>
            <a:r>
              <a:rPr lang="en-US" sz="2000" b="1" dirty="0">
                <a:solidFill>
                  <a:schemeClr val="bg1"/>
                </a:solidFill>
                <a:latin typeface="Courier New" panose="02070309020205020404" pitchFamily="49" charset="0"/>
                <a:cs typeface="Courier New" panose="02070309020205020404" pitchFamily="49" charset="0"/>
              </a:rPr>
              <a:t>=0;i&lt;</a:t>
            </a:r>
            <a:r>
              <a:rPr lang="en-US" sz="2000" b="1" dirty="0" err="1">
                <a:solidFill>
                  <a:schemeClr val="bg1"/>
                </a:solidFill>
                <a:latin typeface="Courier New" panose="02070309020205020404" pitchFamily="49" charset="0"/>
                <a:cs typeface="Courier New" panose="02070309020205020404" pitchFamily="49" charset="0"/>
              </a:rPr>
              <a:t>n;i</a:t>
            </a:r>
            <a:r>
              <a:rPr lang="en-US" sz="2000" b="1" dirty="0">
                <a:solidFill>
                  <a:schemeClr val="bg1"/>
                </a:solidFill>
                <a:latin typeface="Courier New" panose="02070309020205020404" pitchFamily="49" charset="0"/>
                <a:cs typeface="Courier New" panose="02070309020205020404" pitchFamily="49" charset="0"/>
              </a:rPr>
              <a:t>++)</a:t>
            </a:r>
          </a:p>
          <a:p>
            <a:r>
              <a:rPr lang="en-US" sz="2000" b="1" dirty="0">
                <a:solidFill>
                  <a:schemeClr val="bg1"/>
                </a:solidFill>
                <a:latin typeface="Courier New" panose="02070309020205020404" pitchFamily="49" charset="0"/>
                <a:cs typeface="Courier New" panose="02070309020205020404" pitchFamily="49" charset="0"/>
              </a:rPr>
              <a:t>                completed[</a:t>
            </a:r>
            <a:r>
              <a:rPr lang="en-US" sz="2000" b="1" dirty="0" err="1">
                <a:solidFill>
                  <a:schemeClr val="bg1"/>
                </a:solidFill>
                <a:latin typeface="Courier New" panose="02070309020205020404" pitchFamily="49" charset="0"/>
                <a:cs typeface="Courier New" panose="02070309020205020404" pitchFamily="49" charset="0"/>
              </a:rPr>
              <a:t>i</a:t>
            </a:r>
            <a:r>
              <a:rPr lang="en-US" sz="2000" b="1" dirty="0">
                <a:solidFill>
                  <a:schemeClr val="bg1"/>
                </a:solidFill>
                <a:latin typeface="Courier New" panose="02070309020205020404" pitchFamily="49" charset="0"/>
                <a:cs typeface="Courier New" panose="02070309020205020404" pitchFamily="49" charset="0"/>
              </a:rPr>
              <a:t>]=0;</a:t>
            </a:r>
          </a:p>
          <a:p>
            <a:r>
              <a:rPr lang="en-US" sz="2000" b="1" dirty="0">
                <a:solidFill>
                  <a:schemeClr val="bg1"/>
                </a:solidFill>
                <a:latin typeface="Courier New" panose="02070309020205020404" pitchFamily="49" charset="0"/>
                <a:cs typeface="Courier New" panose="02070309020205020404" pitchFamily="49" charset="0"/>
              </a:rPr>
              <a:t>            </a:t>
            </a:r>
            <a:r>
              <a:rPr lang="en-US" sz="2000" b="1" dirty="0" err="1">
                <a:solidFill>
                  <a:schemeClr val="bg1"/>
                </a:solidFill>
                <a:latin typeface="Courier New" panose="02070309020205020404" pitchFamily="49" charset="0"/>
                <a:cs typeface="Courier New" panose="02070309020205020404" pitchFamily="49" charset="0"/>
              </a:rPr>
              <a:t>System.out.print</a:t>
            </a:r>
            <a:r>
              <a:rPr lang="en-US" sz="2000" b="1" dirty="0">
                <a:solidFill>
                  <a:schemeClr val="bg1"/>
                </a:solidFill>
                <a:latin typeface="Courier New" panose="02070309020205020404" pitchFamily="49" charset="0"/>
                <a:cs typeface="Courier New" panose="02070309020205020404" pitchFamily="49" charset="0"/>
              </a:rPr>
              <a:t>("The cost list is :");</a:t>
            </a:r>
          </a:p>
          <a:p>
            <a:r>
              <a:rPr lang="en-US" sz="2000" b="1" dirty="0">
                <a:solidFill>
                  <a:schemeClr val="bg1"/>
                </a:solidFill>
                <a:latin typeface="Courier New" panose="02070309020205020404" pitchFamily="49" charset="0"/>
                <a:cs typeface="Courier New" panose="02070309020205020404" pitchFamily="49" charset="0"/>
              </a:rPr>
              <a:t>            for( </a:t>
            </a:r>
            <a:r>
              <a:rPr lang="en-US" sz="2000" b="1" dirty="0" err="1">
                <a:solidFill>
                  <a:schemeClr val="bg1"/>
                </a:solidFill>
                <a:latin typeface="Courier New" panose="02070309020205020404" pitchFamily="49" charset="0"/>
                <a:cs typeface="Courier New" panose="02070309020205020404" pitchFamily="49" charset="0"/>
              </a:rPr>
              <a:t>i</a:t>
            </a:r>
            <a:r>
              <a:rPr lang="en-US" sz="2000" b="1" dirty="0">
                <a:solidFill>
                  <a:schemeClr val="bg1"/>
                </a:solidFill>
                <a:latin typeface="Courier New" panose="02070309020205020404" pitchFamily="49" charset="0"/>
                <a:cs typeface="Courier New" panose="02070309020205020404" pitchFamily="49" charset="0"/>
              </a:rPr>
              <a:t>=0;i&lt;</a:t>
            </a:r>
            <a:r>
              <a:rPr lang="en-US" sz="2000" b="1" dirty="0" err="1">
                <a:solidFill>
                  <a:schemeClr val="bg1"/>
                </a:solidFill>
                <a:latin typeface="Courier New" panose="02070309020205020404" pitchFamily="49" charset="0"/>
                <a:cs typeface="Courier New" panose="02070309020205020404" pitchFamily="49" charset="0"/>
              </a:rPr>
              <a:t>n;i</a:t>
            </a:r>
            <a:r>
              <a:rPr lang="en-US" sz="2000" b="1" dirty="0">
                <a:solidFill>
                  <a:schemeClr val="bg1"/>
                </a:solidFill>
                <a:latin typeface="Courier New" panose="02070309020205020404" pitchFamily="49" charset="0"/>
                <a:cs typeface="Courier New" panose="02070309020205020404" pitchFamily="49" charset="0"/>
              </a:rPr>
              <a:t>++){</a:t>
            </a:r>
          </a:p>
          <a:p>
            <a:r>
              <a:rPr lang="en-US" sz="2000" b="1" dirty="0">
                <a:solidFill>
                  <a:schemeClr val="bg1"/>
                </a:solidFill>
                <a:latin typeface="Courier New" panose="02070309020205020404" pitchFamily="49" charset="0"/>
                <a:cs typeface="Courier New" panose="02070309020205020404" pitchFamily="49" charset="0"/>
              </a:rPr>
              <a:t>                </a:t>
            </a:r>
            <a:r>
              <a:rPr lang="en-US" sz="2000" b="1" dirty="0" err="1">
                <a:solidFill>
                  <a:schemeClr val="bg1"/>
                </a:solidFill>
                <a:latin typeface="Courier New" panose="02070309020205020404" pitchFamily="49" charset="0"/>
                <a:cs typeface="Courier New" panose="02070309020205020404" pitchFamily="49" charset="0"/>
              </a:rPr>
              <a:t>System.out.print</a:t>
            </a:r>
            <a:r>
              <a:rPr lang="en-US" sz="2000" b="1" dirty="0">
                <a:solidFill>
                  <a:schemeClr val="bg1"/>
                </a:solidFill>
                <a:latin typeface="Courier New" panose="02070309020205020404" pitchFamily="49" charset="0"/>
                <a:cs typeface="Courier New" panose="02070309020205020404" pitchFamily="49" charset="0"/>
              </a:rPr>
              <a:t>("\n");</a:t>
            </a:r>
          </a:p>
          <a:p>
            <a:r>
              <a:rPr lang="en-US" sz="2000" b="1" dirty="0">
                <a:solidFill>
                  <a:schemeClr val="bg1"/>
                </a:solidFill>
                <a:latin typeface="Courier New" panose="02070309020205020404" pitchFamily="49" charset="0"/>
                <a:cs typeface="Courier New" panose="02070309020205020404" pitchFamily="49" charset="0"/>
              </a:rPr>
              <a:t>                for(j=0;j&lt;</a:t>
            </a:r>
            <a:r>
              <a:rPr lang="en-US" sz="2000" b="1" dirty="0" err="1">
                <a:solidFill>
                  <a:schemeClr val="bg1"/>
                </a:solidFill>
                <a:latin typeface="Courier New" panose="02070309020205020404" pitchFamily="49" charset="0"/>
                <a:cs typeface="Courier New" panose="02070309020205020404" pitchFamily="49" charset="0"/>
              </a:rPr>
              <a:t>n;j</a:t>
            </a:r>
            <a:r>
              <a:rPr lang="en-US" sz="2000" b="1" dirty="0">
                <a:solidFill>
                  <a:schemeClr val="bg1"/>
                </a:solidFill>
                <a:latin typeface="Courier New" panose="02070309020205020404" pitchFamily="49" charset="0"/>
                <a:cs typeface="Courier New" panose="02070309020205020404" pitchFamily="49" charset="0"/>
              </a:rPr>
              <a:t>++)</a:t>
            </a:r>
          </a:p>
          <a:p>
            <a:r>
              <a:rPr lang="en-US" sz="2000" b="1" dirty="0">
                <a:solidFill>
                  <a:schemeClr val="bg1"/>
                </a:solidFill>
                <a:latin typeface="Courier New" panose="02070309020205020404" pitchFamily="49" charset="0"/>
                <a:cs typeface="Courier New" panose="02070309020205020404" pitchFamily="49" charset="0"/>
              </a:rPr>
              <a:t>                    </a:t>
            </a:r>
            <a:r>
              <a:rPr lang="en-US" sz="2000" b="1" dirty="0" err="1">
                <a:solidFill>
                  <a:schemeClr val="bg1"/>
                </a:solidFill>
                <a:latin typeface="Courier New" panose="02070309020205020404" pitchFamily="49" charset="0"/>
                <a:cs typeface="Courier New" panose="02070309020205020404" pitchFamily="49" charset="0"/>
              </a:rPr>
              <a:t>System.out.printf</a:t>
            </a:r>
            <a:r>
              <a:rPr lang="en-US" sz="2000" b="1" dirty="0">
                <a:solidFill>
                  <a:schemeClr val="bg1"/>
                </a:solidFill>
                <a:latin typeface="Courier New" panose="02070309020205020404" pitchFamily="49" charset="0"/>
                <a:cs typeface="Courier New" panose="02070309020205020404" pitchFamily="49" charset="0"/>
              </a:rPr>
              <a:t>("%d ",</a:t>
            </a:r>
            <a:r>
              <a:rPr lang="en-US" sz="2000" b="1" dirty="0" err="1">
                <a:solidFill>
                  <a:schemeClr val="bg1"/>
                </a:solidFill>
                <a:latin typeface="Courier New" panose="02070309020205020404" pitchFamily="49" charset="0"/>
                <a:cs typeface="Courier New" panose="02070309020205020404" pitchFamily="49" charset="0"/>
              </a:rPr>
              <a:t>ary</a:t>
            </a:r>
            <a:r>
              <a:rPr lang="en-US" sz="2000" b="1" dirty="0">
                <a:solidFill>
                  <a:schemeClr val="bg1"/>
                </a:solidFill>
                <a:latin typeface="Courier New" panose="02070309020205020404" pitchFamily="49" charset="0"/>
                <a:cs typeface="Courier New" panose="02070309020205020404" pitchFamily="49" charset="0"/>
              </a:rPr>
              <a:t>[</a:t>
            </a:r>
            <a:r>
              <a:rPr lang="en-US" sz="2000" b="1" dirty="0" err="1">
                <a:solidFill>
                  <a:schemeClr val="bg1"/>
                </a:solidFill>
                <a:latin typeface="Courier New" panose="02070309020205020404" pitchFamily="49" charset="0"/>
                <a:cs typeface="Courier New" panose="02070309020205020404" pitchFamily="49" charset="0"/>
              </a:rPr>
              <a:t>i</a:t>
            </a:r>
            <a:r>
              <a:rPr lang="en-US" sz="2000" b="1" dirty="0">
                <a:solidFill>
                  <a:schemeClr val="bg1"/>
                </a:solidFill>
                <a:latin typeface="Courier New" panose="02070309020205020404" pitchFamily="49" charset="0"/>
                <a:cs typeface="Courier New" panose="02070309020205020404" pitchFamily="49" charset="0"/>
              </a:rPr>
              <a:t>][j]);</a:t>
            </a:r>
          </a:p>
          <a:p>
            <a:r>
              <a:rPr lang="en-US" sz="2000" b="1" dirty="0">
                <a:solidFill>
                  <a:schemeClr val="bg1"/>
                </a:solidFill>
                <a:latin typeface="Courier New" panose="02070309020205020404" pitchFamily="49" charset="0"/>
                <a:cs typeface="Courier New" panose="02070309020205020404" pitchFamily="49" charset="0"/>
              </a:rPr>
              <a:t>            }</a:t>
            </a:r>
          </a:p>
          <a:p>
            <a:r>
              <a:rPr lang="en-US" sz="2000" b="1" dirty="0">
                <a:solidFill>
                  <a:schemeClr val="bg1"/>
                </a:solidFill>
                <a:latin typeface="Courier New" panose="02070309020205020404" pitchFamily="49" charset="0"/>
                <a:cs typeface="Courier New" panose="02070309020205020404" pitchFamily="49" charset="0"/>
              </a:rPr>
              <a:t>        }</a:t>
            </a:r>
          </a:p>
          <a:p>
            <a:r>
              <a:rPr lang="en-US" sz="2000" b="1" dirty="0">
                <a:solidFill>
                  <a:schemeClr val="bg1"/>
                </a:solidFill>
                <a:latin typeface="Courier New" panose="02070309020205020404" pitchFamily="49" charset="0"/>
                <a:cs typeface="Courier New" panose="02070309020205020404" pitchFamily="49" charset="0"/>
              </a:rPr>
              <a:t>    }</a:t>
            </a:r>
          </a:p>
          <a:p>
            <a:r>
              <a:rPr lang="en-US" sz="2000" b="1" dirty="0">
                <a:solidFill>
                  <a:schemeClr val="bg1"/>
                </a:solidFill>
                <a:latin typeface="Courier New" panose="02070309020205020404" pitchFamily="49" charset="0"/>
                <a:cs typeface="Courier New" panose="02070309020205020404" pitchFamily="49" charset="0"/>
              </a:rPr>
              <a:t>    public static void </a:t>
            </a:r>
            <a:r>
              <a:rPr lang="en-US" sz="2000" b="1" dirty="0" err="1">
                <a:solidFill>
                  <a:schemeClr val="bg1"/>
                </a:solidFill>
                <a:latin typeface="Courier New" panose="02070309020205020404" pitchFamily="49" charset="0"/>
                <a:cs typeface="Courier New" panose="02070309020205020404" pitchFamily="49" charset="0"/>
              </a:rPr>
              <a:t>mincost</a:t>
            </a:r>
            <a:r>
              <a:rPr lang="en-US" sz="2000" b="1" dirty="0">
                <a:solidFill>
                  <a:schemeClr val="bg1"/>
                </a:solidFill>
                <a:latin typeface="Courier New" panose="02070309020205020404" pitchFamily="49" charset="0"/>
                <a:cs typeface="Courier New" panose="02070309020205020404" pitchFamily="49" charset="0"/>
              </a:rPr>
              <a:t>(int city){</a:t>
            </a:r>
          </a:p>
          <a:p>
            <a:r>
              <a:rPr lang="en-US" sz="2000" b="1" dirty="0">
                <a:solidFill>
                  <a:schemeClr val="bg1"/>
                </a:solidFill>
                <a:latin typeface="Courier New" panose="02070309020205020404" pitchFamily="49" charset="0"/>
                <a:cs typeface="Courier New" panose="02070309020205020404" pitchFamily="49" charset="0"/>
              </a:rPr>
              <a:t>        int </a:t>
            </a:r>
            <a:r>
              <a:rPr lang="en-US" sz="2000" b="1" dirty="0" err="1">
                <a:solidFill>
                  <a:schemeClr val="bg1"/>
                </a:solidFill>
                <a:latin typeface="Courier New" panose="02070309020205020404" pitchFamily="49" charset="0"/>
                <a:cs typeface="Courier New" panose="02070309020205020404" pitchFamily="49" charset="0"/>
              </a:rPr>
              <a:t>i,ncity</a:t>
            </a:r>
            <a:r>
              <a:rPr lang="en-US" sz="2000" b="1" dirty="0">
                <a:solidFill>
                  <a:schemeClr val="bg1"/>
                </a:solidFill>
                <a:latin typeface="Courier New" panose="02070309020205020404" pitchFamily="49" charset="0"/>
                <a:cs typeface="Courier New" panose="02070309020205020404" pitchFamily="49" charset="0"/>
              </a:rPr>
              <a:t>;</a:t>
            </a:r>
          </a:p>
          <a:p>
            <a:r>
              <a:rPr lang="en-US" sz="2000" b="1" dirty="0">
                <a:solidFill>
                  <a:schemeClr val="bg1"/>
                </a:solidFill>
                <a:latin typeface="Courier New" panose="02070309020205020404" pitchFamily="49" charset="0"/>
                <a:cs typeface="Courier New" panose="02070309020205020404" pitchFamily="49" charset="0"/>
              </a:rPr>
              <a:t>        completed[city]=1;</a:t>
            </a:r>
          </a:p>
          <a:p>
            <a:r>
              <a:rPr lang="en-US" sz="2000" b="1" dirty="0">
                <a:solidFill>
                  <a:schemeClr val="bg1"/>
                </a:solidFill>
                <a:latin typeface="Courier New" panose="02070309020205020404" pitchFamily="49" charset="0"/>
                <a:cs typeface="Courier New" panose="02070309020205020404" pitchFamily="49" charset="0"/>
              </a:rPr>
              <a:t>        </a:t>
            </a:r>
            <a:r>
              <a:rPr lang="en-US" sz="2000" b="1" dirty="0" err="1">
                <a:solidFill>
                  <a:schemeClr val="bg1"/>
                </a:solidFill>
                <a:latin typeface="Courier New" panose="02070309020205020404" pitchFamily="49" charset="0"/>
                <a:cs typeface="Courier New" panose="02070309020205020404" pitchFamily="49" charset="0"/>
              </a:rPr>
              <a:t>System.out.printf</a:t>
            </a:r>
            <a:r>
              <a:rPr lang="en-US" sz="2000" b="1" dirty="0">
                <a:solidFill>
                  <a:schemeClr val="bg1"/>
                </a:solidFill>
                <a:latin typeface="Courier New" panose="02070309020205020404" pitchFamily="49" charset="0"/>
                <a:cs typeface="Courier New" panose="02070309020205020404" pitchFamily="49" charset="0"/>
              </a:rPr>
              <a:t>("%d---&gt;",city+1);</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23</a:t>
            </a:r>
          </a:p>
          <a:p>
            <a:r>
              <a:rPr lang="en-US" sz="2000" b="1" dirty="0">
                <a:solidFill>
                  <a:srgbClr val="FFFF00"/>
                </a:solidFill>
                <a:latin typeface="Courier New" panose="02070309020205020404" pitchFamily="49" charset="0"/>
                <a:cs typeface="Courier New" panose="02070309020205020404" pitchFamily="49" charset="0"/>
              </a:rPr>
              <a:t>24</a:t>
            </a:r>
          </a:p>
          <a:p>
            <a:r>
              <a:rPr lang="en-US" sz="2000" b="1" dirty="0">
                <a:solidFill>
                  <a:srgbClr val="FFFF00"/>
                </a:solidFill>
                <a:latin typeface="Courier New" panose="02070309020205020404" pitchFamily="49" charset="0"/>
                <a:cs typeface="Courier New" panose="02070309020205020404" pitchFamily="49" charset="0"/>
              </a:rPr>
              <a:t>25</a:t>
            </a:r>
          </a:p>
          <a:p>
            <a:r>
              <a:rPr lang="en-US" sz="2000" b="1" dirty="0">
                <a:solidFill>
                  <a:srgbClr val="FFFF00"/>
                </a:solidFill>
                <a:latin typeface="Courier New" panose="02070309020205020404" pitchFamily="49" charset="0"/>
                <a:cs typeface="Courier New" panose="02070309020205020404" pitchFamily="49" charset="0"/>
              </a:rPr>
              <a:t>26</a:t>
            </a:r>
          </a:p>
          <a:p>
            <a:r>
              <a:rPr lang="en-US" sz="2000" b="1" dirty="0">
                <a:solidFill>
                  <a:srgbClr val="FFFF00"/>
                </a:solidFill>
                <a:latin typeface="Courier New" panose="02070309020205020404" pitchFamily="49" charset="0"/>
                <a:cs typeface="Courier New" panose="02070309020205020404" pitchFamily="49" charset="0"/>
              </a:rPr>
              <a:t>27</a:t>
            </a:r>
          </a:p>
          <a:p>
            <a:r>
              <a:rPr lang="en-US" sz="2000" b="1" dirty="0">
                <a:solidFill>
                  <a:srgbClr val="FFFF00"/>
                </a:solidFill>
                <a:latin typeface="Courier New" panose="02070309020205020404" pitchFamily="49" charset="0"/>
                <a:cs typeface="Courier New" panose="02070309020205020404" pitchFamily="49" charset="0"/>
              </a:rPr>
              <a:t>28</a:t>
            </a:r>
          </a:p>
          <a:p>
            <a:r>
              <a:rPr lang="en-US" sz="2000" b="1" dirty="0">
                <a:solidFill>
                  <a:srgbClr val="FFFF00"/>
                </a:solidFill>
                <a:latin typeface="Courier New" panose="02070309020205020404" pitchFamily="49" charset="0"/>
                <a:cs typeface="Courier New" panose="02070309020205020404" pitchFamily="49" charset="0"/>
              </a:rPr>
              <a:t>29</a:t>
            </a:r>
          </a:p>
          <a:p>
            <a:r>
              <a:rPr lang="en-US" sz="2000" b="1" dirty="0">
                <a:solidFill>
                  <a:srgbClr val="FFFF00"/>
                </a:solidFill>
                <a:latin typeface="Courier New" panose="02070309020205020404" pitchFamily="49" charset="0"/>
                <a:cs typeface="Courier New" panose="02070309020205020404" pitchFamily="49" charset="0"/>
              </a:rPr>
              <a:t>30</a:t>
            </a:r>
          </a:p>
          <a:p>
            <a:r>
              <a:rPr lang="en-US" sz="2000" b="1" dirty="0">
                <a:solidFill>
                  <a:srgbClr val="FFFF00"/>
                </a:solidFill>
                <a:latin typeface="Courier New" panose="02070309020205020404" pitchFamily="49" charset="0"/>
                <a:cs typeface="Courier New" panose="02070309020205020404" pitchFamily="49" charset="0"/>
              </a:rPr>
              <a:t>31</a:t>
            </a:r>
          </a:p>
          <a:p>
            <a:r>
              <a:rPr lang="en-US" sz="2000" b="1" dirty="0">
                <a:solidFill>
                  <a:srgbClr val="FFFF00"/>
                </a:solidFill>
                <a:latin typeface="Courier New" panose="02070309020205020404" pitchFamily="49" charset="0"/>
                <a:cs typeface="Courier New" panose="02070309020205020404" pitchFamily="49" charset="0"/>
              </a:rPr>
              <a:t>32</a:t>
            </a:r>
          </a:p>
          <a:p>
            <a:r>
              <a:rPr lang="en-US" sz="2000" b="1" dirty="0">
                <a:solidFill>
                  <a:srgbClr val="FFFF00"/>
                </a:solidFill>
                <a:latin typeface="Courier New" panose="02070309020205020404" pitchFamily="49" charset="0"/>
                <a:cs typeface="Courier New" panose="02070309020205020404" pitchFamily="49" charset="0"/>
              </a:rPr>
              <a:t>33</a:t>
            </a:r>
          </a:p>
          <a:p>
            <a:r>
              <a:rPr lang="en-US" sz="2000" b="1" dirty="0">
                <a:solidFill>
                  <a:srgbClr val="FFFF00"/>
                </a:solidFill>
                <a:latin typeface="Courier New" panose="02070309020205020404" pitchFamily="49" charset="0"/>
                <a:cs typeface="Courier New" panose="02070309020205020404" pitchFamily="49" charset="0"/>
              </a:rPr>
              <a:t>34</a:t>
            </a:r>
          </a:p>
          <a:p>
            <a:r>
              <a:rPr lang="en-US" sz="2000" b="1" dirty="0">
                <a:solidFill>
                  <a:srgbClr val="FFFF00"/>
                </a:solidFill>
                <a:latin typeface="Courier New" panose="02070309020205020404" pitchFamily="49" charset="0"/>
                <a:cs typeface="Courier New" panose="02070309020205020404" pitchFamily="49" charset="0"/>
              </a:rPr>
              <a:t>35</a:t>
            </a:r>
          </a:p>
          <a:p>
            <a:r>
              <a:rPr lang="en-US" sz="2000" b="1" dirty="0">
                <a:solidFill>
                  <a:srgbClr val="FFFF00"/>
                </a:solidFill>
                <a:latin typeface="Courier New" panose="02070309020205020404" pitchFamily="49" charset="0"/>
                <a:cs typeface="Courier New" panose="02070309020205020404" pitchFamily="49" charset="0"/>
              </a:rPr>
              <a:t>36</a:t>
            </a:r>
          </a:p>
          <a:p>
            <a:r>
              <a:rPr lang="en-US" sz="2000" b="1" dirty="0">
                <a:solidFill>
                  <a:srgbClr val="FFFF00"/>
                </a:solidFill>
                <a:latin typeface="Courier New" panose="02070309020205020404" pitchFamily="49" charset="0"/>
                <a:cs typeface="Courier New" panose="02070309020205020404" pitchFamily="49" charset="0"/>
              </a:rPr>
              <a:t>37</a:t>
            </a:r>
          </a:p>
          <a:p>
            <a:r>
              <a:rPr lang="en-US" sz="2000" b="1" dirty="0">
                <a:solidFill>
                  <a:srgbClr val="FFFF00"/>
                </a:solidFill>
                <a:latin typeface="Courier New" panose="02070309020205020404" pitchFamily="49" charset="0"/>
                <a:cs typeface="Courier New" panose="02070309020205020404" pitchFamily="49" charset="0"/>
              </a:rPr>
              <a:t>38</a:t>
            </a:r>
          </a:p>
          <a:p>
            <a:r>
              <a:rPr lang="en-US" sz="2000" b="1" dirty="0">
                <a:solidFill>
                  <a:srgbClr val="FFFF00"/>
                </a:solidFill>
                <a:latin typeface="Courier New" panose="02070309020205020404" pitchFamily="49" charset="0"/>
                <a:cs typeface="Courier New" panose="02070309020205020404" pitchFamily="49" charset="0"/>
              </a:rPr>
              <a:t>39</a:t>
            </a:r>
          </a:p>
          <a:p>
            <a:r>
              <a:rPr lang="en-US" sz="2000" b="1" dirty="0">
                <a:solidFill>
                  <a:srgbClr val="FFFF00"/>
                </a:solidFill>
                <a:latin typeface="Courier New" panose="02070309020205020404" pitchFamily="49" charset="0"/>
                <a:cs typeface="Courier New" panose="02070309020205020404" pitchFamily="49" charset="0"/>
              </a:rPr>
              <a:t>40</a:t>
            </a:r>
          </a:p>
          <a:p>
            <a:r>
              <a:rPr lang="en-US" sz="2000" b="1" dirty="0">
                <a:solidFill>
                  <a:srgbClr val="FFFF00"/>
                </a:solidFill>
                <a:latin typeface="Courier New" panose="02070309020205020404" pitchFamily="49" charset="0"/>
                <a:cs typeface="Courier New" panose="02070309020205020404" pitchFamily="49" charset="0"/>
              </a:rPr>
              <a:t>41</a:t>
            </a:r>
          </a:p>
          <a:p>
            <a:r>
              <a:rPr lang="en-US" sz="2000" b="1" dirty="0">
                <a:solidFill>
                  <a:srgbClr val="FFFF00"/>
                </a:solidFill>
                <a:latin typeface="Courier New" panose="02070309020205020404" pitchFamily="49" charset="0"/>
                <a:cs typeface="Courier New" panose="02070309020205020404" pitchFamily="49" charset="0"/>
              </a:rPr>
              <a:t>42</a:t>
            </a:r>
          </a:p>
          <a:p>
            <a:r>
              <a:rPr lang="en-US" sz="2000" b="1" dirty="0">
                <a:solidFill>
                  <a:srgbClr val="FFFF00"/>
                </a:solidFill>
                <a:latin typeface="Courier New" panose="02070309020205020404" pitchFamily="49" charset="0"/>
                <a:cs typeface="Courier New" panose="02070309020205020404" pitchFamily="49" charset="0"/>
              </a:rPr>
              <a:t>43</a:t>
            </a:r>
          </a:p>
          <a:p>
            <a:r>
              <a:rPr lang="en-US" sz="2000" b="1" dirty="0">
                <a:solidFill>
                  <a:srgbClr val="FFFF00"/>
                </a:solidFill>
                <a:latin typeface="Courier New" panose="02070309020205020404" pitchFamily="49" charset="0"/>
                <a:cs typeface="Courier New" panose="02070309020205020404" pitchFamily="49" charset="0"/>
              </a:rPr>
              <a:t>44</a:t>
            </a:r>
          </a:p>
        </p:txBody>
      </p:sp>
      <p:pic>
        <p:nvPicPr>
          <p:cNvPr id="7" name="Picture 6">
            <a:extLst>
              <a:ext uri="{FF2B5EF4-FFF2-40B4-BE49-F238E27FC236}">
                <a16:creationId xmlns:a16="http://schemas.microsoft.com/office/drawing/2014/main" id="{30072FF7-A32F-42B8-A01D-0FB57E23C65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633694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effectLst/>
                <a:latin typeface="Courier New" panose="02070309020205020404" pitchFamily="49" charset="0"/>
                <a:cs typeface="Courier New" panose="02070309020205020404" pitchFamily="49" charset="0"/>
              </a:rPr>
              <a:t>        </a:t>
            </a:r>
            <a:r>
              <a:rPr lang="en-US" sz="2000" b="1" dirty="0" err="1">
                <a:solidFill>
                  <a:schemeClr val="bg1"/>
                </a:solidFill>
                <a:effectLst/>
                <a:latin typeface="Courier New" panose="02070309020205020404" pitchFamily="49" charset="0"/>
                <a:cs typeface="Courier New" panose="02070309020205020404" pitchFamily="49" charset="0"/>
              </a:rPr>
              <a:t>ncity</a:t>
            </a:r>
            <a:r>
              <a:rPr lang="en-US" sz="2000" b="1" dirty="0">
                <a:solidFill>
                  <a:schemeClr val="bg1"/>
                </a:solidFill>
                <a:effectLst/>
                <a:latin typeface="Courier New" panose="02070309020205020404" pitchFamily="49" charset="0"/>
                <a:cs typeface="Courier New" panose="02070309020205020404" pitchFamily="49" charset="0"/>
              </a:rPr>
              <a:t>=least(city);</a:t>
            </a:r>
          </a:p>
          <a:p>
            <a:r>
              <a:rPr lang="en-US" sz="2000" b="1" dirty="0">
                <a:solidFill>
                  <a:schemeClr val="bg1"/>
                </a:solidFill>
                <a:effectLst/>
                <a:latin typeface="Courier New" panose="02070309020205020404" pitchFamily="49" charset="0"/>
                <a:cs typeface="Courier New" panose="02070309020205020404" pitchFamily="49" charset="0"/>
              </a:rPr>
              <a:t>        if(</a:t>
            </a:r>
            <a:r>
              <a:rPr lang="en-US" sz="2000" b="1" dirty="0" err="1">
                <a:solidFill>
                  <a:schemeClr val="bg1"/>
                </a:solidFill>
                <a:effectLst/>
                <a:latin typeface="Courier New" panose="02070309020205020404" pitchFamily="49" charset="0"/>
                <a:cs typeface="Courier New" panose="02070309020205020404" pitchFamily="49" charset="0"/>
              </a:rPr>
              <a:t>ncity</a:t>
            </a:r>
            <a:r>
              <a:rPr lang="en-US" sz="2000" b="1" dirty="0">
                <a:solidFill>
                  <a:schemeClr val="bg1"/>
                </a:solidFill>
                <a:effectLst/>
                <a:latin typeface="Courier New" panose="02070309020205020404" pitchFamily="49" charset="0"/>
                <a:cs typeface="Courier New" panose="02070309020205020404" pitchFamily="49" charset="0"/>
              </a:rPr>
              <a:t>==999){</a:t>
            </a:r>
          </a:p>
          <a:p>
            <a:r>
              <a:rPr lang="en-US" sz="2000" b="1" dirty="0">
                <a:solidFill>
                  <a:schemeClr val="bg1"/>
                </a:solidFill>
                <a:effectLst/>
                <a:latin typeface="Courier New" panose="02070309020205020404" pitchFamily="49" charset="0"/>
                <a:cs typeface="Courier New" panose="02070309020205020404" pitchFamily="49" charset="0"/>
              </a:rPr>
              <a:t>            </a:t>
            </a:r>
            <a:r>
              <a:rPr lang="en-US" sz="2000" b="1" dirty="0" err="1">
                <a:solidFill>
                  <a:schemeClr val="bg1"/>
                </a:solidFill>
                <a:effectLst/>
                <a:latin typeface="Courier New" panose="02070309020205020404" pitchFamily="49" charset="0"/>
                <a:cs typeface="Courier New" panose="02070309020205020404" pitchFamily="49" charset="0"/>
              </a:rPr>
              <a:t>ncity</a:t>
            </a:r>
            <a:r>
              <a:rPr lang="en-US" sz="2000" b="1" dirty="0">
                <a:solidFill>
                  <a:schemeClr val="bg1"/>
                </a:solidFill>
                <a:effectLst/>
                <a:latin typeface="Courier New" panose="02070309020205020404" pitchFamily="49" charset="0"/>
                <a:cs typeface="Courier New" panose="02070309020205020404" pitchFamily="49" charset="0"/>
              </a:rPr>
              <a:t>=0;</a:t>
            </a:r>
          </a:p>
          <a:p>
            <a:r>
              <a:rPr lang="en-US" sz="2000" b="1" dirty="0">
                <a:solidFill>
                  <a:schemeClr val="bg1"/>
                </a:solidFill>
                <a:effectLst/>
                <a:latin typeface="Courier New" panose="02070309020205020404" pitchFamily="49" charset="0"/>
                <a:cs typeface="Courier New" panose="02070309020205020404" pitchFamily="49" charset="0"/>
              </a:rPr>
              <a:t>            </a:t>
            </a:r>
            <a:r>
              <a:rPr lang="en-US" sz="2000" b="1" dirty="0" err="1">
                <a:solidFill>
                  <a:schemeClr val="bg1"/>
                </a:solidFill>
                <a:effectLst/>
                <a:latin typeface="Courier New" panose="02070309020205020404" pitchFamily="49" charset="0"/>
                <a:cs typeface="Courier New" panose="02070309020205020404" pitchFamily="49" charset="0"/>
              </a:rPr>
              <a:t>System.out.printf</a:t>
            </a:r>
            <a:r>
              <a:rPr lang="en-US" sz="2000" b="1" dirty="0">
                <a:solidFill>
                  <a:schemeClr val="bg1"/>
                </a:solidFill>
                <a:effectLst/>
                <a:latin typeface="Courier New" panose="02070309020205020404" pitchFamily="49" charset="0"/>
                <a:cs typeface="Courier New" panose="02070309020205020404" pitchFamily="49" charset="0"/>
              </a:rPr>
              <a:t>("%d",ncity+1);</a:t>
            </a:r>
          </a:p>
          <a:p>
            <a:r>
              <a:rPr lang="en-US" sz="2000" b="1" dirty="0">
                <a:solidFill>
                  <a:schemeClr val="bg1"/>
                </a:solidFill>
                <a:effectLst/>
                <a:latin typeface="Courier New" panose="02070309020205020404" pitchFamily="49" charset="0"/>
                <a:cs typeface="Courier New" panose="02070309020205020404" pitchFamily="49" charset="0"/>
              </a:rPr>
              <a:t>            cost+=</a:t>
            </a:r>
            <a:r>
              <a:rPr lang="en-US" sz="2000" b="1" dirty="0" err="1">
                <a:solidFill>
                  <a:schemeClr val="bg1"/>
                </a:solidFill>
                <a:effectLst/>
                <a:latin typeface="Courier New" panose="02070309020205020404" pitchFamily="49" charset="0"/>
                <a:cs typeface="Courier New" panose="02070309020205020404" pitchFamily="49" charset="0"/>
              </a:rPr>
              <a:t>ary</a:t>
            </a:r>
            <a:r>
              <a:rPr lang="en-US" sz="2000" b="1" dirty="0">
                <a:solidFill>
                  <a:schemeClr val="bg1"/>
                </a:solidFill>
                <a:effectLst/>
                <a:latin typeface="Courier New" panose="02070309020205020404" pitchFamily="49" charset="0"/>
                <a:cs typeface="Courier New" panose="02070309020205020404" pitchFamily="49" charset="0"/>
              </a:rPr>
              <a:t>[city][</a:t>
            </a:r>
            <a:r>
              <a:rPr lang="en-US" sz="2000" b="1" dirty="0" err="1">
                <a:solidFill>
                  <a:schemeClr val="bg1"/>
                </a:solidFill>
                <a:effectLst/>
                <a:latin typeface="Courier New" panose="02070309020205020404" pitchFamily="49" charset="0"/>
                <a:cs typeface="Courier New" panose="02070309020205020404" pitchFamily="49" charset="0"/>
              </a:rPr>
              <a:t>ncity</a:t>
            </a:r>
            <a:r>
              <a:rPr lang="en-US" sz="2000" b="1" dirty="0">
                <a:solidFill>
                  <a:schemeClr val="bg1"/>
                </a:solidFill>
                <a:effectLst/>
                <a:latin typeface="Courier New" panose="02070309020205020404" pitchFamily="49" charset="0"/>
                <a:cs typeface="Courier New" panose="02070309020205020404" pitchFamily="49" charset="0"/>
              </a:rPr>
              <a:t>];</a:t>
            </a:r>
          </a:p>
          <a:p>
            <a:r>
              <a:rPr lang="en-US" sz="2000" b="1" dirty="0">
                <a:solidFill>
                  <a:schemeClr val="bg1"/>
                </a:solidFill>
                <a:effectLst/>
                <a:latin typeface="Courier New" panose="02070309020205020404" pitchFamily="49" charset="0"/>
                <a:cs typeface="Courier New" panose="02070309020205020404" pitchFamily="49" charset="0"/>
              </a:rPr>
              <a:t>            return;</a:t>
            </a:r>
          </a:p>
          <a:p>
            <a:r>
              <a:rPr lang="en-US" sz="2000" b="1" dirty="0">
                <a:solidFill>
                  <a:schemeClr val="bg1"/>
                </a:solidFill>
                <a:effectLst/>
                <a:latin typeface="Courier New" panose="02070309020205020404" pitchFamily="49" charset="0"/>
                <a:cs typeface="Courier New" panose="02070309020205020404" pitchFamily="49" charset="0"/>
              </a:rPr>
              <a:t>        }</a:t>
            </a:r>
          </a:p>
          <a:p>
            <a:r>
              <a:rPr lang="en-US" sz="2000" b="1" dirty="0">
                <a:solidFill>
                  <a:schemeClr val="bg1"/>
                </a:solidFill>
                <a:effectLst/>
                <a:latin typeface="Courier New" panose="02070309020205020404" pitchFamily="49" charset="0"/>
                <a:cs typeface="Courier New" panose="02070309020205020404" pitchFamily="49" charset="0"/>
              </a:rPr>
              <a:t>        </a:t>
            </a:r>
            <a:r>
              <a:rPr lang="en-US" sz="2000" b="1" dirty="0" err="1">
                <a:solidFill>
                  <a:schemeClr val="bg1"/>
                </a:solidFill>
                <a:effectLst/>
                <a:latin typeface="Courier New" panose="02070309020205020404" pitchFamily="49" charset="0"/>
                <a:cs typeface="Courier New" panose="02070309020205020404" pitchFamily="49" charset="0"/>
              </a:rPr>
              <a:t>mincost</a:t>
            </a:r>
            <a:r>
              <a:rPr lang="en-US" sz="2000" b="1" dirty="0">
                <a:solidFill>
                  <a:schemeClr val="bg1"/>
                </a:solidFill>
                <a:effectLst/>
                <a:latin typeface="Courier New" panose="02070309020205020404" pitchFamily="49" charset="0"/>
                <a:cs typeface="Courier New" panose="02070309020205020404" pitchFamily="49" charset="0"/>
              </a:rPr>
              <a:t>(</a:t>
            </a:r>
            <a:r>
              <a:rPr lang="en-US" sz="2000" b="1" dirty="0" err="1">
                <a:solidFill>
                  <a:schemeClr val="bg1"/>
                </a:solidFill>
                <a:effectLst/>
                <a:latin typeface="Courier New" panose="02070309020205020404" pitchFamily="49" charset="0"/>
                <a:cs typeface="Courier New" panose="02070309020205020404" pitchFamily="49" charset="0"/>
              </a:rPr>
              <a:t>ncity</a:t>
            </a:r>
            <a:r>
              <a:rPr lang="en-US" sz="2000" b="1" dirty="0">
                <a:solidFill>
                  <a:schemeClr val="bg1"/>
                </a:solidFill>
                <a:effectLst/>
                <a:latin typeface="Courier New" panose="02070309020205020404" pitchFamily="49" charset="0"/>
                <a:cs typeface="Courier New" panose="02070309020205020404" pitchFamily="49" charset="0"/>
              </a:rPr>
              <a:t>);</a:t>
            </a:r>
          </a:p>
          <a:p>
            <a:r>
              <a:rPr lang="en-US" sz="2000" b="1" dirty="0">
                <a:solidFill>
                  <a:schemeClr val="bg1"/>
                </a:solidFill>
                <a:effectLst/>
                <a:latin typeface="Courier New" panose="02070309020205020404" pitchFamily="49" charset="0"/>
                <a:cs typeface="Courier New" panose="02070309020205020404" pitchFamily="49" charset="0"/>
              </a:rPr>
              <a:t>    }</a:t>
            </a:r>
          </a:p>
          <a:p>
            <a:r>
              <a:rPr lang="en-US" sz="2000" b="1" dirty="0">
                <a:solidFill>
                  <a:schemeClr val="bg1"/>
                </a:solidFill>
                <a:effectLst/>
                <a:latin typeface="Courier New" panose="02070309020205020404" pitchFamily="49" charset="0"/>
                <a:cs typeface="Courier New" panose="02070309020205020404" pitchFamily="49" charset="0"/>
              </a:rPr>
              <a:t>    public static void main(String[] args){</a:t>
            </a:r>
          </a:p>
          <a:p>
            <a:r>
              <a:rPr lang="en-US" sz="2000" b="1" dirty="0">
                <a:solidFill>
                  <a:schemeClr val="bg1"/>
                </a:solidFill>
                <a:effectLst/>
                <a:latin typeface="Courier New" panose="02070309020205020404" pitchFamily="49" charset="0"/>
                <a:cs typeface="Courier New" panose="02070309020205020404" pitchFamily="49" charset="0"/>
              </a:rPr>
              <a:t>        Scanner s=new Scanner(System.in);</a:t>
            </a:r>
          </a:p>
          <a:p>
            <a:r>
              <a:rPr lang="en-US" sz="2000" b="1" dirty="0">
                <a:solidFill>
                  <a:schemeClr val="bg1"/>
                </a:solidFill>
                <a:effectLst/>
                <a:latin typeface="Courier New" panose="02070309020205020404" pitchFamily="49" charset="0"/>
                <a:cs typeface="Courier New" panose="02070309020205020404" pitchFamily="49" charset="0"/>
              </a:rPr>
              <a:t>        n=</a:t>
            </a:r>
            <a:r>
              <a:rPr lang="en-US" sz="2000" b="1" dirty="0" err="1">
                <a:solidFill>
                  <a:schemeClr val="bg1"/>
                </a:solidFill>
                <a:effectLst/>
                <a:latin typeface="Courier New" panose="02070309020205020404" pitchFamily="49" charset="0"/>
                <a:cs typeface="Courier New" panose="02070309020205020404" pitchFamily="49" charset="0"/>
              </a:rPr>
              <a:t>s.nextInt</a:t>
            </a:r>
            <a:r>
              <a:rPr lang="en-US" sz="2000" b="1" dirty="0">
                <a:solidFill>
                  <a:schemeClr val="bg1"/>
                </a:solidFill>
                <a:effectLst/>
                <a:latin typeface="Courier New" panose="02070309020205020404" pitchFamily="49" charset="0"/>
                <a:cs typeface="Courier New" panose="02070309020205020404" pitchFamily="49" charset="0"/>
              </a:rPr>
              <a:t>();</a:t>
            </a:r>
          </a:p>
          <a:p>
            <a:r>
              <a:rPr lang="en-US" sz="2000" b="1" dirty="0">
                <a:solidFill>
                  <a:schemeClr val="bg1"/>
                </a:solidFill>
                <a:effectLst/>
                <a:latin typeface="Courier New" panose="02070309020205020404" pitchFamily="49" charset="0"/>
                <a:cs typeface="Courier New" panose="02070309020205020404" pitchFamily="49" charset="0"/>
              </a:rPr>
              <a:t>        for(int </a:t>
            </a:r>
            <a:r>
              <a:rPr lang="en-US" sz="2000" b="1" dirty="0" err="1">
                <a:solidFill>
                  <a:schemeClr val="bg1"/>
                </a:solidFill>
                <a:effectLst/>
                <a:latin typeface="Courier New" panose="02070309020205020404" pitchFamily="49" charset="0"/>
                <a:cs typeface="Courier New" panose="02070309020205020404" pitchFamily="49" charset="0"/>
              </a:rPr>
              <a:t>i</a:t>
            </a:r>
            <a:r>
              <a:rPr lang="en-US" sz="2000" b="1" dirty="0">
                <a:solidFill>
                  <a:schemeClr val="bg1"/>
                </a:solidFill>
                <a:effectLst/>
                <a:latin typeface="Courier New" panose="02070309020205020404" pitchFamily="49" charset="0"/>
                <a:cs typeface="Courier New" panose="02070309020205020404" pitchFamily="49" charset="0"/>
              </a:rPr>
              <a:t>=0;i&lt;</a:t>
            </a:r>
            <a:r>
              <a:rPr lang="en-US" sz="2000" b="1" dirty="0" err="1">
                <a:solidFill>
                  <a:schemeClr val="bg1"/>
                </a:solidFill>
                <a:effectLst/>
                <a:latin typeface="Courier New" panose="02070309020205020404" pitchFamily="49" charset="0"/>
                <a:cs typeface="Courier New" panose="02070309020205020404" pitchFamily="49" charset="0"/>
              </a:rPr>
              <a:t>n;i</a:t>
            </a:r>
            <a:r>
              <a:rPr lang="en-US" sz="2000" b="1" dirty="0">
                <a:solidFill>
                  <a:schemeClr val="bg1"/>
                </a:solidFill>
                <a:effectLst/>
                <a:latin typeface="Courier New" panose="02070309020205020404" pitchFamily="49" charset="0"/>
                <a:cs typeface="Courier New" panose="02070309020205020404" pitchFamily="49" charset="0"/>
              </a:rPr>
              <a:t>++)</a:t>
            </a:r>
          </a:p>
          <a:p>
            <a:r>
              <a:rPr lang="en-US" sz="2000" b="1" dirty="0">
                <a:solidFill>
                  <a:schemeClr val="bg1"/>
                </a:solidFill>
                <a:effectLst/>
                <a:latin typeface="Courier New" panose="02070309020205020404" pitchFamily="49" charset="0"/>
                <a:cs typeface="Courier New" panose="02070309020205020404" pitchFamily="49" charset="0"/>
              </a:rPr>
              <a:t>            for(int j=0;j&lt;</a:t>
            </a:r>
            <a:r>
              <a:rPr lang="en-US" sz="2000" b="1" dirty="0" err="1">
                <a:solidFill>
                  <a:schemeClr val="bg1"/>
                </a:solidFill>
                <a:effectLst/>
                <a:latin typeface="Courier New" panose="02070309020205020404" pitchFamily="49" charset="0"/>
                <a:cs typeface="Courier New" panose="02070309020205020404" pitchFamily="49" charset="0"/>
              </a:rPr>
              <a:t>n;j</a:t>
            </a:r>
            <a:r>
              <a:rPr lang="en-US" sz="2000" b="1" dirty="0">
                <a:solidFill>
                  <a:schemeClr val="bg1"/>
                </a:solidFill>
                <a:effectLst/>
                <a:latin typeface="Courier New" panose="02070309020205020404" pitchFamily="49" charset="0"/>
                <a:cs typeface="Courier New" panose="02070309020205020404" pitchFamily="49" charset="0"/>
              </a:rPr>
              <a:t>++)</a:t>
            </a:r>
          </a:p>
          <a:p>
            <a:r>
              <a:rPr lang="en-US" sz="2000" b="1" dirty="0">
                <a:solidFill>
                  <a:schemeClr val="bg1"/>
                </a:solidFill>
                <a:effectLst/>
                <a:latin typeface="Courier New" panose="02070309020205020404" pitchFamily="49" charset="0"/>
                <a:cs typeface="Courier New" panose="02070309020205020404" pitchFamily="49" charset="0"/>
              </a:rPr>
              <a:t>                </a:t>
            </a:r>
            <a:r>
              <a:rPr lang="en-US" sz="2000" b="1" dirty="0" err="1">
                <a:solidFill>
                  <a:schemeClr val="bg1"/>
                </a:solidFill>
                <a:effectLst/>
                <a:latin typeface="Courier New" panose="02070309020205020404" pitchFamily="49" charset="0"/>
                <a:cs typeface="Courier New" panose="02070309020205020404" pitchFamily="49" charset="0"/>
              </a:rPr>
              <a:t>ary</a:t>
            </a:r>
            <a:r>
              <a:rPr lang="en-US" sz="2000" b="1" dirty="0">
                <a:solidFill>
                  <a:schemeClr val="bg1"/>
                </a:solidFill>
                <a:effectLst/>
                <a:latin typeface="Courier New" panose="02070309020205020404" pitchFamily="49" charset="0"/>
                <a:cs typeface="Courier New" panose="02070309020205020404" pitchFamily="49" charset="0"/>
              </a:rPr>
              <a:t>[</a:t>
            </a:r>
            <a:r>
              <a:rPr lang="en-US" sz="2000" b="1" dirty="0" err="1">
                <a:solidFill>
                  <a:schemeClr val="bg1"/>
                </a:solidFill>
                <a:effectLst/>
                <a:latin typeface="Courier New" panose="02070309020205020404" pitchFamily="49" charset="0"/>
                <a:cs typeface="Courier New" panose="02070309020205020404" pitchFamily="49" charset="0"/>
              </a:rPr>
              <a:t>i</a:t>
            </a:r>
            <a:r>
              <a:rPr lang="en-US" sz="2000" b="1" dirty="0">
                <a:solidFill>
                  <a:schemeClr val="bg1"/>
                </a:solidFill>
                <a:effectLst/>
                <a:latin typeface="Courier New" panose="02070309020205020404" pitchFamily="49" charset="0"/>
                <a:cs typeface="Courier New" panose="02070309020205020404" pitchFamily="49" charset="0"/>
              </a:rPr>
              <a:t>][j]=</a:t>
            </a:r>
            <a:r>
              <a:rPr lang="en-US" sz="2000" b="1" dirty="0" err="1">
                <a:solidFill>
                  <a:schemeClr val="bg1"/>
                </a:solidFill>
                <a:effectLst/>
                <a:latin typeface="Courier New" panose="02070309020205020404" pitchFamily="49" charset="0"/>
                <a:cs typeface="Courier New" panose="02070309020205020404" pitchFamily="49" charset="0"/>
              </a:rPr>
              <a:t>s.nextInt</a:t>
            </a:r>
            <a:r>
              <a:rPr lang="en-US" sz="2000" b="1" dirty="0">
                <a:solidFill>
                  <a:schemeClr val="bg1"/>
                </a:solidFill>
                <a:effectLst/>
                <a:latin typeface="Courier New" panose="02070309020205020404" pitchFamily="49" charset="0"/>
                <a:cs typeface="Courier New" panose="02070309020205020404" pitchFamily="49" charset="0"/>
              </a:rPr>
              <a:t>();</a:t>
            </a:r>
          </a:p>
          <a:p>
            <a:r>
              <a:rPr lang="en-US" sz="2000" b="1" dirty="0">
                <a:solidFill>
                  <a:schemeClr val="bg1"/>
                </a:solidFill>
                <a:effectLst/>
                <a:latin typeface="Courier New" panose="02070309020205020404" pitchFamily="49" charset="0"/>
                <a:cs typeface="Courier New" panose="02070309020205020404" pitchFamily="49" charset="0"/>
              </a:rPr>
              <a:t>        </a:t>
            </a:r>
            <a:r>
              <a:rPr lang="en-US" sz="2000" b="1" dirty="0" err="1">
                <a:solidFill>
                  <a:schemeClr val="bg1"/>
                </a:solidFill>
                <a:effectLst/>
                <a:latin typeface="Courier New" panose="02070309020205020404" pitchFamily="49" charset="0"/>
                <a:cs typeface="Courier New" panose="02070309020205020404" pitchFamily="49" charset="0"/>
              </a:rPr>
              <a:t>takeInput</a:t>
            </a:r>
            <a:r>
              <a:rPr lang="en-US" sz="2000" b="1" dirty="0">
                <a:solidFill>
                  <a:schemeClr val="bg1"/>
                </a:solidFill>
                <a:effectLst/>
                <a:latin typeface="Courier New" panose="02070309020205020404" pitchFamily="49" charset="0"/>
                <a:cs typeface="Courier New" panose="02070309020205020404" pitchFamily="49" charset="0"/>
              </a:rPr>
              <a:t>(</a:t>
            </a:r>
            <a:r>
              <a:rPr lang="en-US" sz="2000" b="1" dirty="0" err="1">
                <a:solidFill>
                  <a:schemeClr val="bg1"/>
                </a:solidFill>
                <a:effectLst/>
                <a:latin typeface="Courier New" panose="02070309020205020404" pitchFamily="49" charset="0"/>
                <a:cs typeface="Courier New" panose="02070309020205020404" pitchFamily="49" charset="0"/>
              </a:rPr>
              <a:t>n,ary</a:t>
            </a:r>
            <a:r>
              <a:rPr lang="en-US" sz="2000" b="1" dirty="0">
                <a:solidFill>
                  <a:schemeClr val="bg1"/>
                </a:solidFill>
                <a:effectLst/>
                <a:latin typeface="Courier New" panose="02070309020205020404" pitchFamily="49" charset="0"/>
                <a:cs typeface="Courier New" panose="02070309020205020404" pitchFamily="49" charset="0"/>
              </a:rPr>
              <a:t>);</a:t>
            </a:r>
          </a:p>
          <a:p>
            <a:r>
              <a:rPr lang="en-US" sz="2000" b="1" dirty="0">
                <a:solidFill>
                  <a:schemeClr val="bg1"/>
                </a:solidFill>
                <a:effectLst/>
                <a:latin typeface="Courier New" panose="02070309020205020404" pitchFamily="49" charset="0"/>
                <a:cs typeface="Courier New" panose="02070309020205020404" pitchFamily="49" charset="0"/>
              </a:rPr>
              <a:t>        </a:t>
            </a:r>
            <a:r>
              <a:rPr lang="en-US" sz="2000" b="1" dirty="0" err="1">
                <a:solidFill>
                  <a:schemeClr val="bg1"/>
                </a:solidFill>
                <a:effectLst/>
                <a:latin typeface="Courier New" panose="02070309020205020404" pitchFamily="49" charset="0"/>
                <a:cs typeface="Courier New" panose="02070309020205020404" pitchFamily="49" charset="0"/>
              </a:rPr>
              <a:t>System.out.print</a:t>
            </a:r>
            <a:r>
              <a:rPr lang="en-US" sz="2000" b="1" dirty="0">
                <a:solidFill>
                  <a:schemeClr val="bg1"/>
                </a:solidFill>
                <a:effectLst/>
                <a:latin typeface="Courier New" panose="02070309020205020404" pitchFamily="49" charset="0"/>
                <a:cs typeface="Courier New" panose="02070309020205020404" pitchFamily="49" charset="0"/>
              </a:rPr>
              <a:t>("\</a:t>
            </a:r>
            <a:r>
              <a:rPr lang="en-US" sz="2000" b="1" dirty="0" err="1">
                <a:solidFill>
                  <a:schemeClr val="bg1"/>
                </a:solidFill>
                <a:effectLst/>
                <a:latin typeface="Courier New" panose="02070309020205020404" pitchFamily="49" charset="0"/>
                <a:cs typeface="Courier New" panose="02070309020205020404" pitchFamily="49" charset="0"/>
              </a:rPr>
              <a:t>nThe</a:t>
            </a:r>
            <a:r>
              <a:rPr lang="en-US" sz="2000" b="1" dirty="0">
                <a:solidFill>
                  <a:schemeClr val="bg1"/>
                </a:solidFill>
                <a:effectLst/>
                <a:latin typeface="Courier New" panose="02070309020205020404" pitchFamily="49" charset="0"/>
                <a:cs typeface="Courier New" panose="02070309020205020404" pitchFamily="49" charset="0"/>
              </a:rPr>
              <a:t> Path is:\n");</a:t>
            </a:r>
          </a:p>
          <a:p>
            <a:r>
              <a:rPr lang="en-US" sz="2000" b="1" dirty="0">
                <a:solidFill>
                  <a:schemeClr val="bg1"/>
                </a:solidFill>
                <a:effectLst/>
                <a:latin typeface="Courier New" panose="02070309020205020404" pitchFamily="49" charset="0"/>
                <a:cs typeface="Courier New" panose="02070309020205020404" pitchFamily="49" charset="0"/>
              </a:rPr>
              <a:t>        </a:t>
            </a:r>
            <a:r>
              <a:rPr lang="en-US" sz="2000" b="1" dirty="0" err="1">
                <a:solidFill>
                  <a:schemeClr val="bg1"/>
                </a:solidFill>
                <a:effectLst/>
                <a:latin typeface="Courier New" panose="02070309020205020404" pitchFamily="49" charset="0"/>
                <a:cs typeface="Courier New" panose="02070309020205020404" pitchFamily="49" charset="0"/>
              </a:rPr>
              <a:t>mincost</a:t>
            </a:r>
            <a:r>
              <a:rPr lang="en-US" sz="2000" b="1" dirty="0">
                <a:solidFill>
                  <a:schemeClr val="bg1"/>
                </a:solidFill>
                <a:effectLst/>
                <a:latin typeface="Courier New" panose="02070309020205020404" pitchFamily="49" charset="0"/>
                <a:cs typeface="Courier New" panose="02070309020205020404" pitchFamily="49" charset="0"/>
              </a:rPr>
              <a:t>(0); </a:t>
            </a:r>
          </a:p>
          <a:p>
            <a:r>
              <a:rPr lang="en-US" sz="2000" b="1" dirty="0">
                <a:solidFill>
                  <a:schemeClr val="bg1"/>
                </a:solidFill>
                <a:effectLst/>
                <a:latin typeface="Courier New" panose="02070309020205020404" pitchFamily="49" charset="0"/>
                <a:cs typeface="Courier New" panose="02070309020205020404" pitchFamily="49" charset="0"/>
              </a:rPr>
              <a:t>        </a:t>
            </a:r>
            <a:r>
              <a:rPr lang="en-US" sz="2000" b="1" dirty="0" err="1">
                <a:solidFill>
                  <a:schemeClr val="bg1"/>
                </a:solidFill>
                <a:effectLst/>
                <a:latin typeface="Courier New" panose="02070309020205020404" pitchFamily="49" charset="0"/>
                <a:cs typeface="Courier New" panose="02070309020205020404" pitchFamily="49" charset="0"/>
              </a:rPr>
              <a:t>System.out.printf</a:t>
            </a:r>
            <a:r>
              <a:rPr lang="en-US" sz="2000" b="1" dirty="0">
                <a:solidFill>
                  <a:schemeClr val="bg1"/>
                </a:solidFill>
                <a:effectLst/>
                <a:latin typeface="Courier New" panose="02070309020205020404" pitchFamily="49" charset="0"/>
                <a:cs typeface="Courier New" panose="02070309020205020404" pitchFamily="49" charset="0"/>
              </a:rPr>
              <a:t>("\</a:t>
            </a:r>
            <a:r>
              <a:rPr lang="en-US" sz="2000" b="1" dirty="0" err="1">
                <a:solidFill>
                  <a:schemeClr val="bg1"/>
                </a:solidFill>
                <a:effectLst/>
                <a:latin typeface="Courier New" panose="02070309020205020404" pitchFamily="49" charset="0"/>
                <a:cs typeface="Courier New" panose="02070309020205020404" pitchFamily="49" charset="0"/>
              </a:rPr>
              <a:t>nMinimum</a:t>
            </a:r>
            <a:r>
              <a:rPr lang="en-US" sz="2000" b="1" dirty="0">
                <a:solidFill>
                  <a:schemeClr val="bg1"/>
                </a:solidFill>
                <a:effectLst/>
                <a:latin typeface="Courier New" panose="02070309020205020404" pitchFamily="49" charset="0"/>
                <a:cs typeface="Courier New" panose="02070309020205020404" pitchFamily="49" charset="0"/>
              </a:rPr>
              <a:t> cost is %d ",cost);</a:t>
            </a:r>
          </a:p>
          <a:p>
            <a:r>
              <a:rPr lang="en-US" sz="2000" b="1" dirty="0">
                <a:solidFill>
                  <a:schemeClr val="bg1"/>
                </a:solidFill>
                <a:effectLst/>
                <a:latin typeface="Courier New" panose="02070309020205020404" pitchFamily="49" charset="0"/>
                <a:cs typeface="Courier New" panose="02070309020205020404" pitchFamily="49" charset="0"/>
              </a:rPr>
              <a:t>    }</a:t>
            </a:r>
          </a:p>
          <a:p>
            <a:r>
              <a:rPr lang="en-US" sz="2000" b="1" dirty="0">
                <a:solidFill>
                  <a:schemeClr val="bg1"/>
                </a:solidFill>
                <a:effectLst/>
                <a:latin typeface="Courier New" panose="02070309020205020404" pitchFamily="49" charset="0"/>
                <a:cs typeface="Courier New" panose="02070309020205020404" pitchFamily="49" charset="0"/>
              </a:rPr>
              <a:t>}</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45</a:t>
            </a:r>
          </a:p>
          <a:p>
            <a:r>
              <a:rPr lang="en-US" sz="2000" b="1" dirty="0">
                <a:solidFill>
                  <a:srgbClr val="FFFF00"/>
                </a:solidFill>
                <a:latin typeface="Courier New" panose="02070309020205020404" pitchFamily="49" charset="0"/>
                <a:cs typeface="Courier New" panose="02070309020205020404" pitchFamily="49" charset="0"/>
              </a:rPr>
              <a:t>46</a:t>
            </a:r>
          </a:p>
          <a:p>
            <a:r>
              <a:rPr lang="en-US" sz="2000" b="1" dirty="0">
                <a:solidFill>
                  <a:srgbClr val="FFFF00"/>
                </a:solidFill>
                <a:latin typeface="Courier New" panose="02070309020205020404" pitchFamily="49" charset="0"/>
                <a:cs typeface="Courier New" panose="02070309020205020404" pitchFamily="49" charset="0"/>
              </a:rPr>
              <a:t>47</a:t>
            </a:r>
          </a:p>
          <a:p>
            <a:r>
              <a:rPr lang="en-US" sz="2000" b="1" dirty="0">
                <a:solidFill>
                  <a:srgbClr val="FFFF00"/>
                </a:solidFill>
                <a:latin typeface="Courier New" panose="02070309020205020404" pitchFamily="49" charset="0"/>
                <a:cs typeface="Courier New" panose="02070309020205020404" pitchFamily="49" charset="0"/>
              </a:rPr>
              <a:t>48</a:t>
            </a:r>
          </a:p>
          <a:p>
            <a:r>
              <a:rPr lang="en-US" sz="2000" b="1" dirty="0">
                <a:solidFill>
                  <a:srgbClr val="FFFF00"/>
                </a:solidFill>
                <a:latin typeface="Courier New" panose="02070309020205020404" pitchFamily="49" charset="0"/>
                <a:cs typeface="Courier New" panose="02070309020205020404" pitchFamily="49" charset="0"/>
              </a:rPr>
              <a:t>49</a:t>
            </a:r>
          </a:p>
          <a:p>
            <a:r>
              <a:rPr lang="en-US" sz="2000" b="1" dirty="0">
                <a:solidFill>
                  <a:srgbClr val="FFFF00"/>
                </a:solidFill>
                <a:latin typeface="Courier New" panose="02070309020205020404" pitchFamily="49" charset="0"/>
                <a:cs typeface="Courier New" panose="02070309020205020404" pitchFamily="49" charset="0"/>
              </a:rPr>
              <a:t>50</a:t>
            </a:r>
          </a:p>
          <a:p>
            <a:r>
              <a:rPr lang="en-US" sz="2000" b="1" dirty="0">
                <a:solidFill>
                  <a:srgbClr val="FFFF00"/>
                </a:solidFill>
                <a:latin typeface="Courier New" panose="02070309020205020404" pitchFamily="49" charset="0"/>
                <a:cs typeface="Courier New" panose="02070309020205020404" pitchFamily="49" charset="0"/>
              </a:rPr>
              <a:t>51</a:t>
            </a:r>
          </a:p>
          <a:p>
            <a:r>
              <a:rPr lang="en-US" sz="2000" b="1" dirty="0">
                <a:solidFill>
                  <a:srgbClr val="FFFF00"/>
                </a:solidFill>
                <a:latin typeface="Courier New" panose="02070309020205020404" pitchFamily="49" charset="0"/>
                <a:cs typeface="Courier New" panose="02070309020205020404" pitchFamily="49" charset="0"/>
              </a:rPr>
              <a:t>52</a:t>
            </a:r>
          </a:p>
          <a:p>
            <a:r>
              <a:rPr lang="en-US" sz="2000" b="1" dirty="0">
                <a:solidFill>
                  <a:srgbClr val="FFFF00"/>
                </a:solidFill>
                <a:latin typeface="Courier New" panose="02070309020205020404" pitchFamily="49" charset="0"/>
                <a:cs typeface="Courier New" panose="02070309020205020404" pitchFamily="49" charset="0"/>
              </a:rPr>
              <a:t>53</a:t>
            </a:r>
          </a:p>
          <a:p>
            <a:r>
              <a:rPr lang="en-US" sz="2000" b="1" dirty="0">
                <a:solidFill>
                  <a:srgbClr val="FFFF00"/>
                </a:solidFill>
                <a:latin typeface="Courier New" panose="02070309020205020404" pitchFamily="49" charset="0"/>
                <a:cs typeface="Courier New" panose="02070309020205020404" pitchFamily="49" charset="0"/>
              </a:rPr>
              <a:t>54</a:t>
            </a:r>
          </a:p>
          <a:p>
            <a:r>
              <a:rPr lang="en-US" sz="2000" b="1" dirty="0">
                <a:solidFill>
                  <a:srgbClr val="FFFF00"/>
                </a:solidFill>
                <a:latin typeface="Courier New" panose="02070309020205020404" pitchFamily="49" charset="0"/>
                <a:cs typeface="Courier New" panose="02070309020205020404" pitchFamily="49" charset="0"/>
              </a:rPr>
              <a:t>55</a:t>
            </a:r>
          </a:p>
          <a:p>
            <a:r>
              <a:rPr lang="en-US" sz="2000" b="1" dirty="0">
                <a:solidFill>
                  <a:srgbClr val="FFFF00"/>
                </a:solidFill>
                <a:latin typeface="Courier New" panose="02070309020205020404" pitchFamily="49" charset="0"/>
                <a:cs typeface="Courier New" panose="02070309020205020404" pitchFamily="49" charset="0"/>
              </a:rPr>
              <a:t>56</a:t>
            </a:r>
          </a:p>
          <a:p>
            <a:r>
              <a:rPr lang="en-US" sz="2000" b="1" dirty="0">
                <a:solidFill>
                  <a:srgbClr val="FFFF00"/>
                </a:solidFill>
                <a:latin typeface="Courier New" panose="02070309020205020404" pitchFamily="49" charset="0"/>
                <a:cs typeface="Courier New" panose="02070309020205020404" pitchFamily="49" charset="0"/>
              </a:rPr>
              <a:t>57</a:t>
            </a:r>
          </a:p>
          <a:p>
            <a:r>
              <a:rPr lang="en-US" sz="2000" b="1" dirty="0">
                <a:solidFill>
                  <a:srgbClr val="FFFF00"/>
                </a:solidFill>
                <a:latin typeface="Courier New" panose="02070309020205020404" pitchFamily="49" charset="0"/>
                <a:cs typeface="Courier New" panose="02070309020205020404" pitchFamily="49" charset="0"/>
              </a:rPr>
              <a:t>58</a:t>
            </a:r>
          </a:p>
          <a:p>
            <a:r>
              <a:rPr lang="en-US" sz="2000" b="1" dirty="0">
                <a:solidFill>
                  <a:srgbClr val="FFFF00"/>
                </a:solidFill>
                <a:latin typeface="Courier New" panose="02070309020205020404" pitchFamily="49" charset="0"/>
                <a:cs typeface="Courier New" panose="02070309020205020404" pitchFamily="49" charset="0"/>
              </a:rPr>
              <a:t>59</a:t>
            </a:r>
          </a:p>
          <a:p>
            <a:r>
              <a:rPr lang="en-US" sz="2000" b="1" dirty="0">
                <a:solidFill>
                  <a:srgbClr val="FFFF00"/>
                </a:solidFill>
                <a:latin typeface="Courier New" panose="02070309020205020404" pitchFamily="49" charset="0"/>
                <a:cs typeface="Courier New" panose="02070309020205020404" pitchFamily="49" charset="0"/>
              </a:rPr>
              <a:t>60</a:t>
            </a:r>
          </a:p>
          <a:p>
            <a:r>
              <a:rPr lang="en-US" sz="2000" b="1" dirty="0">
                <a:solidFill>
                  <a:srgbClr val="FFFF00"/>
                </a:solidFill>
                <a:latin typeface="Courier New" panose="02070309020205020404" pitchFamily="49" charset="0"/>
                <a:cs typeface="Courier New" panose="02070309020205020404" pitchFamily="49" charset="0"/>
              </a:rPr>
              <a:t>61</a:t>
            </a:r>
          </a:p>
          <a:p>
            <a:r>
              <a:rPr lang="en-US" sz="2000" b="1" dirty="0">
                <a:solidFill>
                  <a:srgbClr val="FFFF00"/>
                </a:solidFill>
                <a:latin typeface="Courier New" panose="02070309020205020404" pitchFamily="49" charset="0"/>
                <a:cs typeface="Courier New" panose="02070309020205020404" pitchFamily="49" charset="0"/>
              </a:rPr>
              <a:t>62</a:t>
            </a:r>
          </a:p>
          <a:p>
            <a:r>
              <a:rPr lang="en-US" sz="2000" b="1" dirty="0">
                <a:solidFill>
                  <a:srgbClr val="FFFF00"/>
                </a:solidFill>
                <a:latin typeface="Courier New" panose="02070309020205020404" pitchFamily="49" charset="0"/>
                <a:cs typeface="Courier New" panose="02070309020205020404" pitchFamily="49" charset="0"/>
              </a:rPr>
              <a:t>63</a:t>
            </a:r>
          </a:p>
          <a:p>
            <a:r>
              <a:rPr lang="en-US" sz="2000" b="1" dirty="0">
                <a:solidFill>
                  <a:srgbClr val="FFFF00"/>
                </a:solidFill>
                <a:latin typeface="Courier New" panose="02070309020205020404" pitchFamily="49" charset="0"/>
                <a:cs typeface="Courier New" panose="02070309020205020404" pitchFamily="49" charset="0"/>
              </a:rPr>
              <a:t>64</a:t>
            </a:r>
          </a:p>
          <a:p>
            <a:r>
              <a:rPr lang="en-US" sz="2000" b="1" dirty="0">
                <a:solidFill>
                  <a:srgbClr val="FFFF00"/>
                </a:solidFill>
                <a:latin typeface="Courier New" panose="02070309020205020404" pitchFamily="49" charset="0"/>
                <a:cs typeface="Courier New" panose="02070309020205020404" pitchFamily="49" charset="0"/>
              </a:rPr>
              <a:t>65</a:t>
            </a:r>
          </a:p>
          <a:p>
            <a:r>
              <a:rPr lang="en-US" sz="2000" b="1" dirty="0">
                <a:solidFill>
                  <a:srgbClr val="FFFF00"/>
                </a:solidFill>
                <a:latin typeface="Courier New" panose="02070309020205020404" pitchFamily="49" charset="0"/>
                <a:cs typeface="Courier New" panose="02070309020205020404" pitchFamily="49" charset="0"/>
              </a:rPr>
              <a:t>66</a:t>
            </a:r>
          </a:p>
        </p:txBody>
      </p:sp>
      <p:pic>
        <p:nvPicPr>
          <p:cNvPr id="7" name="Picture 6">
            <a:extLst>
              <a:ext uri="{FF2B5EF4-FFF2-40B4-BE49-F238E27FC236}">
                <a16:creationId xmlns:a16="http://schemas.microsoft.com/office/drawing/2014/main" id="{30072FF7-A32F-42B8-A01D-0FB57E23C65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766771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D71EE1CC-5860-4236-A6FD-56296450190E}"/>
              </a:ext>
            </a:extLst>
          </p:cNvPr>
          <p:cNvPicPr>
            <a:picLocks noChangeAspect="1"/>
          </p:cNvPicPr>
          <p:nvPr/>
        </p:nvPicPr>
        <p:blipFill>
          <a:blip r:embed="rId3">
            <a:extLst>
              <a:ext uri="{28A0092B-C50C-407E-A947-70E740481C1C}">
                <a14:useLocalDpi xmlns:a14="http://schemas.microsoft.com/office/drawing/2010/main" val="0"/>
              </a:ext>
            </a:extLst>
          </a:blip>
          <a:srcRect l="1110" b="849"/>
          <a:stretch>
            <a:fillRect/>
          </a:stretch>
        </p:blipFill>
        <p:spPr>
          <a:xfrm rot="355158">
            <a:off x="-214550" y="3101269"/>
            <a:ext cx="4219796" cy="3942674"/>
          </a:xfrm>
          <a:custGeom>
            <a:avLst/>
            <a:gdLst>
              <a:gd name="connsiteX0" fmla="*/ 0 w 4219796"/>
              <a:gd name="connsiteY0" fmla="*/ 0 h 3942674"/>
              <a:gd name="connsiteX1" fmla="*/ 4219796 w 4219796"/>
              <a:gd name="connsiteY1" fmla="*/ 0 h 3942674"/>
              <a:gd name="connsiteX2" fmla="*/ 4219796 w 4219796"/>
              <a:gd name="connsiteY2" fmla="*/ 3547546 h 3942674"/>
              <a:gd name="connsiteX3" fmla="*/ 408778 w 4219796"/>
              <a:gd name="connsiteY3" fmla="*/ 3942674 h 3942674"/>
            </a:gdLst>
            <a:ahLst/>
            <a:cxnLst>
              <a:cxn ang="0">
                <a:pos x="connsiteX0" y="connsiteY0"/>
              </a:cxn>
              <a:cxn ang="0">
                <a:pos x="connsiteX1" y="connsiteY1"/>
              </a:cxn>
              <a:cxn ang="0">
                <a:pos x="connsiteX2" y="connsiteY2"/>
              </a:cxn>
              <a:cxn ang="0">
                <a:pos x="connsiteX3" y="connsiteY3"/>
              </a:cxn>
            </a:cxnLst>
            <a:rect l="l" t="t" r="r" b="b"/>
            <a:pathLst>
              <a:path w="4219796" h="3942674">
                <a:moveTo>
                  <a:pt x="0" y="0"/>
                </a:moveTo>
                <a:lnTo>
                  <a:pt x="4219796" y="0"/>
                </a:lnTo>
                <a:lnTo>
                  <a:pt x="4219796" y="3547546"/>
                </a:lnTo>
                <a:lnTo>
                  <a:pt x="408778" y="3942674"/>
                </a:lnTo>
                <a:close/>
              </a:path>
            </a:pathLst>
          </a:custGeom>
        </p:spPr>
      </p:pic>
      <p:sp>
        <p:nvSpPr>
          <p:cNvPr id="6" name="Rectangle 5">
            <a:extLst>
              <a:ext uri="{FF2B5EF4-FFF2-40B4-BE49-F238E27FC236}">
                <a16:creationId xmlns:a16="http://schemas.microsoft.com/office/drawing/2014/main" id="{BA29A662-E105-4DCD-B841-5AE7DE607E52}"/>
              </a:ext>
            </a:extLst>
          </p:cNvPr>
          <p:cNvSpPr/>
          <p:nvPr/>
        </p:nvSpPr>
        <p:spPr>
          <a:xfrm>
            <a:off x="0" y="2438400"/>
            <a:ext cx="12192000" cy="1323439"/>
          </a:xfrm>
          <a:prstGeom prst="rect">
            <a:avLst/>
          </a:prstGeom>
        </p:spPr>
        <p:txBody>
          <a:bodyPr wrap="square">
            <a:spAutoFit/>
          </a:bodyPr>
          <a:lstStyle/>
          <a:p>
            <a:pPr algn="ctr"/>
            <a:r>
              <a:rPr lang="en-US" sz="8000" b="1" dirty="0">
                <a:solidFill>
                  <a:srgbClr val="F05136"/>
                </a:solidFill>
                <a:latin typeface="Nunito Sans" panose="00000500000000000000" pitchFamily="2" charset="0"/>
              </a:rPr>
              <a:t>THANK YOU</a:t>
            </a:r>
            <a:endParaRPr lang="en-US" sz="8000" b="1" dirty="0">
              <a:solidFill>
                <a:srgbClr val="F05136"/>
              </a:solidFill>
            </a:endParaRPr>
          </a:p>
        </p:txBody>
      </p:sp>
      <p:pic>
        <p:nvPicPr>
          <p:cNvPr id="3" name="Picture 2">
            <a:extLst>
              <a:ext uri="{FF2B5EF4-FFF2-40B4-BE49-F238E27FC236}">
                <a16:creationId xmlns:a16="http://schemas.microsoft.com/office/drawing/2014/main" id="{CA812E3F-71B2-4B8A-003E-4FB1F1097AF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1241366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TotalTime>
  <Words>778</Words>
  <Application>Microsoft Office PowerPoint</Application>
  <PresentationFormat>Widescreen</PresentationFormat>
  <Paragraphs>165</Paragraphs>
  <Slides>8</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Courier New</vt:lpstr>
      <vt:lpstr>Nunito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UMAIYALAKSHMI UMAKANTH</dc:creator>
  <cp:lastModifiedBy>UMAIYALAKSHMI UMAKANTH</cp:lastModifiedBy>
  <cp:revision>2</cp:revision>
  <dcterms:created xsi:type="dcterms:W3CDTF">2024-01-12T10:26:09Z</dcterms:created>
  <dcterms:modified xsi:type="dcterms:W3CDTF">2024-01-13T07:16:54Z</dcterms:modified>
</cp:coreProperties>
</file>