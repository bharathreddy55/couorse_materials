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4" r:id="rId2"/>
    <p:sldId id="260" r:id="rId3"/>
    <p:sldId id="352" r:id="rId4"/>
    <p:sldId id="353" r:id="rId5"/>
    <p:sldId id="358" r:id="rId6"/>
    <p:sldId id="745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BA77F-C5F9-4ECF-9790-86769FE38CCD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AD065-DE5B-49B9-BB2E-E320CE5F9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77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61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591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73B1-8219-B12E-C8B6-D0BC0480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69CDED-F275-2C23-0D65-0DFCA08AB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FEB0-6FED-3F9E-89DE-2A7616260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D413E-5F2A-0305-0D7D-B2FABBD58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D4363-D3F8-EA06-E613-C3FF156F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56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16F5-8170-7909-1041-6E47C5150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C06EE-39CA-7F5E-B20A-537B5BBD2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11B62-4AB0-615E-B9DF-46F13396B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1927-4B29-5D9E-3905-FF300205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225A-217B-8D50-59F3-CD03046B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992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BFCC2-7E73-6FE3-88CC-DBE327D81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8A32F-F3FC-D39F-59A6-97B75639A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09A59-725F-D2E9-B307-884633C88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8DA01-1C96-20D5-0EF2-8B816BE69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6B523-5C74-9537-FDBD-626F0BCFE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821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84EED-C5E4-0CB2-30F0-B22DCA3DA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2ADE0-A0FB-16A6-04D3-9778F7A814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40BB3-22D2-BEB5-E0AF-EF93C5200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036902-4CAF-6523-7D3B-A1A695E8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511B1-0D5F-C737-23D4-C82889598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AE33D-0E2D-DD9C-A91E-9B8D884C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553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0D27-F502-4AE3-FD8F-3BCA84959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1282A-A10C-6687-FFDB-D50970225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02CE1-4DCA-B195-B63C-EEC16D37A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2AE84-6C67-C4B6-5668-3CE3A490F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009FA-CB2C-FA60-7189-DAA2FE44A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8556E-F2AB-3AB7-9418-BBA7BF65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19169-8502-7B99-041D-DC9A4E48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11E311-A77D-3D53-1B4D-FA4A1817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13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4F08-EE08-DC22-AAEE-3AD78A95D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925DC-3F07-4900-7FE2-C16D07DB2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0B82A-8415-5FE9-2C41-275DB731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5FA634-769F-8DB8-0A21-143A8EEBA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55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EB51E8-E34E-0DAF-3902-7C23A6AF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8C864-AF6A-AA75-7D8C-F37D57A4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E2CA5-E5AA-20AC-C000-5642E55C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2170-82DE-19F2-DDBA-F936CAA05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0275D-0471-77E9-9C01-FE4359C44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DB6B5-18A7-FD4E-2B68-9260E4EA2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E4C61-8C1E-5EAA-6202-510ED60F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EC788-C35E-1CAE-9F06-54020F4D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ED167-5FDB-6C79-02DC-9525D8B6A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906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46DA-5BC6-5ABA-5D67-9ED18082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A4F70A-D342-96B2-BE9D-6C6A9B9A0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A44B5-587C-BADF-5DE7-619BFB6C6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C945E-7096-499E-305F-6A661AB1C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B7725-42D2-F622-805C-F3697489A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7589D-31A0-257A-5927-B546DE29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38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CD0F7-32F2-681D-F350-023023615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FA9EF-6362-3718-596A-F8513A4EC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1BAE5-1BFB-5D01-CDEC-7B073A50F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ECD84-53E0-BD1D-3A00-F6FD93189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3589F-71CC-333A-53DA-38EF035A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6705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A18926-6902-1544-430C-8E5F2A741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E1A04-58EC-63F8-4EB1-114B22B6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4E9E4-AAFC-D24B-D482-DBFD9741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EDC5-74A7-A036-8A00-58401A2B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CC7F4-0D20-5948-4C53-F891F730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066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04EB9-808C-71CE-9E59-B9A454C7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A209-5025-E4CF-F1A3-E57BB829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C99-2D6C-C45D-5913-5C4B0D359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FCC1CA-28DE-46C8-AD48-FAF325EE066F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153D6-FBDF-89C1-B13B-E252F9E41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1C91-22EE-F33A-8ECD-070541B3E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85EACA-D6B1-4211-BFE3-38143066A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34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Subse</a:t>
            </a:r>
            <a:r>
              <a:rPr lang="en-US" sz="5400" b="1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 Sum problem</a:t>
            </a:r>
            <a:endParaRPr lang="en-US" sz="5400" b="1" i="0" u="none" strike="noStrike" cap="none" dirty="0">
              <a:solidFill>
                <a:srgbClr val="FFFFFF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Subset Sum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C088-43F9-4039-891A-2FC9B551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Input: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5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1 4 6 9 11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13</a:t>
            </a:r>
          </a:p>
          <a:p>
            <a:pPr marL="0" indent="0">
              <a:buNone/>
            </a:pPr>
            <a:endParaRPr lang="en-IN" sz="2500" dirty="0">
              <a:latin typeface="Nunito Sans" panose="020B0604020202020204" charset="0"/>
            </a:endParaRPr>
          </a:p>
          <a:p>
            <a:pPr marL="0" indent="0">
              <a:buNone/>
            </a:pPr>
            <a:r>
              <a:rPr lang="en-IN" sz="2500" b="1" dirty="0">
                <a:latin typeface="Nunito Sans" panose="020B0604020202020204" charset="0"/>
              </a:rPr>
              <a:t>Sample Output:</a:t>
            </a:r>
          </a:p>
          <a:p>
            <a:pPr marL="0" indent="0">
              <a:buNone/>
            </a:pPr>
            <a:r>
              <a:rPr lang="en-IN" sz="2500" dirty="0">
                <a:latin typeface="Nunito Sans" panose="020B0604020202020204" charset="0"/>
              </a:rPr>
              <a:t>Found a subset with given sum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62E180-8003-16A2-70BB-B0759AA7E1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411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609600" y="782055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latin typeface="Nunito Sans" panose="00000500000000000000" pitchFamily="2" charset="0"/>
              </a:rPr>
              <a:t>Subset Sum Problem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762000" y="685802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7F1CDA-CC98-4AA0-AF45-CD1C5D73D3D0}"/>
              </a:ext>
            </a:extLst>
          </p:cNvPr>
          <p:cNvGrpSpPr/>
          <p:nvPr/>
        </p:nvGrpSpPr>
        <p:grpSpPr>
          <a:xfrm>
            <a:off x="1826924" y="1984073"/>
            <a:ext cx="8002876" cy="3188776"/>
            <a:chOff x="1826670" y="1981200"/>
            <a:chExt cx="8002876" cy="318877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FFB6C8-04E1-4B14-8829-130536DA377D}"/>
                </a:ext>
              </a:extLst>
            </p:cNvPr>
            <p:cNvSpPr/>
            <p:nvPr/>
          </p:nvSpPr>
          <p:spPr>
            <a:xfrm>
              <a:off x="18269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$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A84590-8E24-4F83-9A87-374919259799}"/>
                </a:ext>
              </a:extLst>
            </p:cNvPr>
            <p:cNvSpPr/>
            <p:nvPr/>
          </p:nvSpPr>
          <p:spPr>
            <a:xfrm>
              <a:off x="2360323" y="1981200"/>
              <a:ext cx="535295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16BD1A-DBCA-4E8E-9C59-1920F9C56EC8}"/>
                </a:ext>
              </a:extLst>
            </p:cNvPr>
            <p:cNvSpPr/>
            <p:nvPr/>
          </p:nvSpPr>
          <p:spPr>
            <a:xfrm>
              <a:off x="2893724" y="1981200"/>
              <a:ext cx="533400" cy="5322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322D8B5-DCB2-4EE2-B3AA-662449EC9983}"/>
                </a:ext>
              </a:extLst>
            </p:cNvPr>
            <p:cNvSpPr/>
            <p:nvPr/>
          </p:nvSpPr>
          <p:spPr>
            <a:xfrm>
              <a:off x="34271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A4D0F2-EEE6-454D-AB4A-83A5F327B4A8}"/>
                </a:ext>
              </a:extLst>
            </p:cNvPr>
            <p:cNvSpPr/>
            <p:nvPr/>
          </p:nvSpPr>
          <p:spPr>
            <a:xfrm>
              <a:off x="39605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B0177DF-9A72-49D0-8B81-085B6E083EF7}"/>
                </a:ext>
              </a:extLst>
            </p:cNvPr>
            <p:cNvSpPr/>
            <p:nvPr/>
          </p:nvSpPr>
          <p:spPr>
            <a:xfrm>
              <a:off x="44939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4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17AD974-5910-477E-A2A7-4D1F1ED9C59C}"/>
                </a:ext>
              </a:extLst>
            </p:cNvPr>
            <p:cNvSpPr/>
            <p:nvPr/>
          </p:nvSpPr>
          <p:spPr>
            <a:xfrm>
              <a:off x="50273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46A0F1F-4691-42C2-8692-2D63000E4CBD}"/>
                </a:ext>
              </a:extLst>
            </p:cNvPr>
            <p:cNvSpPr/>
            <p:nvPr/>
          </p:nvSpPr>
          <p:spPr>
            <a:xfrm>
              <a:off x="55607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6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5786334-BF4E-4743-9601-56A841A3CAE6}"/>
                </a:ext>
              </a:extLst>
            </p:cNvPr>
            <p:cNvSpPr/>
            <p:nvPr/>
          </p:nvSpPr>
          <p:spPr>
            <a:xfrm>
              <a:off x="60941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7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B4949C-3C93-43A2-A9A8-A9E23BA3BF0A}"/>
                </a:ext>
              </a:extLst>
            </p:cNvPr>
            <p:cNvSpPr/>
            <p:nvPr/>
          </p:nvSpPr>
          <p:spPr>
            <a:xfrm>
              <a:off x="66275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8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E9C3A60-ACC6-479A-918C-01E2F96D2744}"/>
                </a:ext>
              </a:extLst>
            </p:cNvPr>
            <p:cNvSpPr/>
            <p:nvPr/>
          </p:nvSpPr>
          <p:spPr>
            <a:xfrm>
              <a:off x="7160924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9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DD5BC94-97FC-4452-AC31-C3D19C0EAFA4}"/>
                </a:ext>
              </a:extLst>
            </p:cNvPr>
            <p:cNvSpPr/>
            <p:nvPr/>
          </p:nvSpPr>
          <p:spPr>
            <a:xfrm>
              <a:off x="7694578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300" dirty="0">
                  <a:latin typeface="Nunito Sans" panose="020B0604020202020204" charset="0"/>
                </a:rPr>
                <a:t>10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FAB6109-A50B-4D24-A19D-BF84DCA53250}"/>
                </a:ext>
              </a:extLst>
            </p:cNvPr>
            <p:cNvSpPr/>
            <p:nvPr/>
          </p:nvSpPr>
          <p:spPr>
            <a:xfrm>
              <a:off x="8226786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300" dirty="0">
                  <a:latin typeface="Nunito Sans" panose="020B0604020202020204" charset="0"/>
                </a:rPr>
                <a:t>11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805C686-83C0-4BB5-9F82-030653C3ACD3}"/>
                </a:ext>
              </a:extLst>
            </p:cNvPr>
            <p:cNvSpPr/>
            <p:nvPr/>
          </p:nvSpPr>
          <p:spPr>
            <a:xfrm>
              <a:off x="8764641" y="19812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300" dirty="0">
                  <a:latin typeface="Nunito Sans" panose="020B0604020202020204" charset="0"/>
                </a:rPr>
                <a:t>12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0EF0273-DFD0-497B-A5EE-90AE1DD103DC}"/>
                </a:ext>
              </a:extLst>
            </p:cNvPr>
            <p:cNvSpPr/>
            <p:nvPr/>
          </p:nvSpPr>
          <p:spPr>
            <a:xfrm>
              <a:off x="9296400" y="1981200"/>
              <a:ext cx="528066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200" dirty="0">
                  <a:latin typeface="Nunito Sans" panose="020B0604020202020204" charset="0"/>
                </a:rPr>
                <a:t>13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CF17277-77FE-4698-9F55-C803747CB53F}"/>
                </a:ext>
              </a:extLst>
            </p:cNvPr>
            <p:cNvSpPr/>
            <p:nvPr/>
          </p:nvSpPr>
          <p:spPr>
            <a:xfrm>
              <a:off x="18269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B7BCA4C7-FEFC-40DF-9767-8AD6603F01DC}"/>
                </a:ext>
              </a:extLst>
            </p:cNvPr>
            <p:cNvSpPr/>
            <p:nvPr/>
          </p:nvSpPr>
          <p:spPr>
            <a:xfrm>
              <a:off x="23603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0F3855F-4639-491F-A05B-E7DD9213706D}"/>
                </a:ext>
              </a:extLst>
            </p:cNvPr>
            <p:cNvSpPr/>
            <p:nvPr/>
          </p:nvSpPr>
          <p:spPr>
            <a:xfrm>
              <a:off x="2893724" y="2513440"/>
              <a:ext cx="533400" cy="53456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FF3B6A8-4621-435F-BEAF-82CA2DD67196}"/>
                </a:ext>
              </a:extLst>
            </p:cNvPr>
            <p:cNvSpPr/>
            <p:nvPr/>
          </p:nvSpPr>
          <p:spPr>
            <a:xfrm>
              <a:off x="34271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5B12DB-72AA-4904-B785-BF87C63C0CB4}"/>
                </a:ext>
              </a:extLst>
            </p:cNvPr>
            <p:cNvSpPr/>
            <p:nvPr/>
          </p:nvSpPr>
          <p:spPr>
            <a:xfrm>
              <a:off x="39605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0F422C2-7499-4E39-B832-8DCDCEAFB381}"/>
                </a:ext>
              </a:extLst>
            </p:cNvPr>
            <p:cNvSpPr/>
            <p:nvPr/>
          </p:nvSpPr>
          <p:spPr>
            <a:xfrm>
              <a:off x="44939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ADEC8A-2109-4C8C-B613-7C1115DB587D}"/>
                </a:ext>
              </a:extLst>
            </p:cNvPr>
            <p:cNvSpPr/>
            <p:nvPr/>
          </p:nvSpPr>
          <p:spPr>
            <a:xfrm>
              <a:off x="50273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53E164C-BEBB-48FD-B6D2-B21BAC49B2A2}"/>
                </a:ext>
              </a:extLst>
            </p:cNvPr>
            <p:cNvSpPr/>
            <p:nvPr/>
          </p:nvSpPr>
          <p:spPr>
            <a:xfrm>
              <a:off x="55607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B13AD8C-D829-48E7-B92E-8F7D3E3A7BC8}"/>
                </a:ext>
              </a:extLst>
            </p:cNvPr>
            <p:cNvSpPr/>
            <p:nvPr/>
          </p:nvSpPr>
          <p:spPr>
            <a:xfrm>
              <a:off x="60941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D12D7E1-A1DD-45F4-9502-B1673F01AB44}"/>
                </a:ext>
              </a:extLst>
            </p:cNvPr>
            <p:cNvSpPr/>
            <p:nvPr/>
          </p:nvSpPr>
          <p:spPr>
            <a:xfrm>
              <a:off x="66275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DB832F-4B65-4649-86FF-F1DB7351D9A0}"/>
                </a:ext>
              </a:extLst>
            </p:cNvPr>
            <p:cNvSpPr/>
            <p:nvPr/>
          </p:nvSpPr>
          <p:spPr>
            <a:xfrm>
              <a:off x="7160924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0BFCBC-0DFF-4CAE-A425-BF2C8555EE5F}"/>
                </a:ext>
              </a:extLst>
            </p:cNvPr>
            <p:cNvSpPr/>
            <p:nvPr/>
          </p:nvSpPr>
          <p:spPr>
            <a:xfrm>
              <a:off x="7694578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C53FAA62-2A81-42F0-B708-F86044A51EFE}"/>
                </a:ext>
              </a:extLst>
            </p:cNvPr>
            <p:cNvSpPr/>
            <p:nvPr/>
          </p:nvSpPr>
          <p:spPr>
            <a:xfrm>
              <a:off x="8226786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7350CA-21F0-4E50-A050-D82B6BB890E9}"/>
                </a:ext>
              </a:extLst>
            </p:cNvPr>
            <p:cNvSpPr/>
            <p:nvPr/>
          </p:nvSpPr>
          <p:spPr>
            <a:xfrm>
              <a:off x="8764641" y="2514600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3449F47-EF7A-43DE-A857-40D05B59FD52}"/>
                </a:ext>
              </a:extLst>
            </p:cNvPr>
            <p:cNvSpPr/>
            <p:nvPr/>
          </p:nvSpPr>
          <p:spPr>
            <a:xfrm>
              <a:off x="9291320" y="2514600"/>
              <a:ext cx="538226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CBAD09C-F477-4BEC-8650-D376352EEA13}"/>
                </a:ext>
              </a:extLst>
            </p:cNvPr>
            <p:cNvSpPr/>
            <p:nvPr/>
          </p:nvSpPr>
          <p:spPr>
            <a:xfrm>
              <a:off x="18269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B90CBF2-5720-4CCB-BDFC-21BD9780D55A}"/>
                </a:ext>
              </a:extLst>
            </p:cNvPr>
            <p:cNvSpPr/>
            <p:nvPr/>
          </p:nvSpPr>
          <p:spPr>
            <a:xfrm>
              <a:off x="23603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BA6EFD1-3FA8-40DB-B115-E89320C26E4F}"/>
                </a:ext>
              </a:extLst>
            </p:cNvPr>
            <p:cNvSpPr/>
            <p:nvPr/>
          </p:nvSpPr>
          <p:spPr>
            <a:xfrm>
              <a:off x="28937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21C198E-47CA-4A68-BB77-5DA3DB460BE3}"/>
                </a:ext>
              </a:extLst>
            </p:cNvPr>
            <p:cNvSpPr/>
            <p:nvPr/>
          </p:nvSpPr>
          <p:spPr>
            <a:xfrm>
              <a:off x="34271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BCFE6B1-96C1-4967-A3FB-C76279EE39E0}"/>
                </a:ext>
              </a:extLst>
            </p:cNvPr>
            <p:cNvSpPr/>
            <p:nvPr/>
          </p:nvSpPr>
          <p:spPr>
            <a:xfrm>
              <a:off x="39605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52CC2D6-E7D0-4034-8541-D2FB8786D524}"/>
                </a:ext>
              </a:extLst>
            </p:cNvPr>
            <p:cNvSpPr/>
            <p:nvPr/>
          </p:nvSpPr>
          <p:spPr>
            <a:xfrm>
              <a:off x="44939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C68203C-8393-4DF6-97F5-F50BE7999CD5}"/>
                </a:ext>
              </a:extLst>
            </p:cNvPr>
            <p:cNvSpPr/>
            <p:nvPr/>
          </p:nvSpPr>
          <p:spPr>
            <a:xfrm>
              <a:off x="50273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CF76E6F-A133-44D4-B18F-63F7728365BD}"/>
                </a:ext>
              </a:extLst>
            </p:cNvPr>
            <p:cNvSpPr/>
            <p:nvPr/>
          </p:nvSpPr>
          <p:spPr>
            <a:xfrm>
              <a:off x="55607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98C4F95-8A6A-4054-967B-0FE40BEA55DA}"/>
                </a:ext>
              </a:extLst>
            </p:cNvPr>
            <p:cNvSpPr/>
            <p:nvPr/>
          </p:nvSpPr>
          <p:spPr>
            <a:xfrm>
              <a:off x="60941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4EC1B0B-A9CC-4590-B115-A4D2FFC7AF14}"/>
                </a:ext>
              </a:extLst>
            </p:cNvPr>
            <p:cNvSpPr/>
            <p:nvPr/>
          </p:nvSpPr>
          <p:spPr>
            <a:xfrm>
              <a:off x="6631314" y="3047756"/>
              <a:ext cx="52961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582216FD-0B9B-4672-BA82-BB9C95251C02}"/>
                </a:ext>
              </a:extLst>
            </p:cNvPr>
            <p:cNvSpPr/>
            <p:nvPr/>
          </p:nvSpPr>
          <p:spPr>
            <a:xfrm>
              <a:off x="7160924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C001E3F-09DF-4FDC-BFEF-CA0B294C8B9F}"/>
                </a:ext>
              </a:extLst>
            </p:cNvPr>
            <p:cNvSpPr/>
            <p:nvPr/>
          </p:nvSpPr>
          <p:spPr>
            <a:xfrm>
              <a:off x="7694578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BD8FD47-50AB-4629-8802-230A3177DE75}"/>
                </a:ext>
              </a:extLst>
            </p:cNvPr>
            <p:cNvSpPr/>
            <p:nvPr/>
          </p:nvSpPr>
          <p:spPr>
            <a:xfrm>
              <a:off x="8226786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FF5401D-9A2C-40D0-80AF-49ACC2A7C6FB}"/>
                </a:ext>
              </a:extLst>
            </p:cNvPr>
            <p:cNvSpPr/>
            <p:nvPr/>
          </p:nvSpPr>
          <p:spPr>
            <a:xfrm>
              <a:off x="8764641" y="304775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B18EE5E9-4A9F-477A-B30A-A82F891CCC61}"/>
                </a:ext>
              </a:extLst>
            </p:cNvPr>
            <p:cNvSpPr/>
            <p:nvPr/>
          </p:nvSpPr>
          <p:spPr>
            <a:xfrm>
              <a:off x="9296400" y="3047756"/>
              <a:ext cx="528066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200" dirty="0">
                <a:latin typeface="Nunito Sans" panose="020B060402020202020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7CB6FB5-4FB1-440E-9FAF-95C0901ABE81}"/>
                </a:ext>
              </a:extLst>
            </p:cNvPr>
            <p:cNvSpPr/>
            <p:nvPr/>
          </p:nvSpPr>
          <p:spPr>
            <a:xfrm>
              <a:off x="18266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6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80DBFC1-074B-4F7C-9BB0-8EFB3BA4184C}"/>
                </a:ext>
              </a:extLst>
            </p:cNvPr>
            <p:cNvSpPr/>
            <p:nvPr/>
          </p:nvSpPr>
          <p:spPr>
            <a:xfrm>
              <a:off x="23600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8555D551-7359-45DD-A48B-126FC8A2D22C}"/>
                </a:ext>
              </a:extLst>
            </p:cNvPr>
            <p:cNvSpPr/>
            <p:nvPr/>
          </p:nvSpPr>
          <p:spPr>
            <a:xfrm>
              <a:off x="28934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EA34E02-6206-4D9C-846A-1E31C05583B7}"/>
                </a:ext>
              </a:extLst>
            </p:cNvPr>
            <p:cNvSpPr/>
            <p:nvPr/>
          </p:nvSpPr>
          <p:spPr>
            <a:xfrm>
              <a:off x="3434938" y="3581828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1B107A1-85E8-462E-A5D7-AFF1B573CCC7}"/>
                </a:ext>
              </a:extLst>
            </p:cNvPr>
            <p:cNvSpPr/>
            <p:nvPr/>
          </p:nvSpPr>
          <p:spPr>
            <a:xfrm>
              <a:off x="39602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9007548-2FCC-4248-9E8D-51DDA5EE1ED2}"/>
                </a:ext>
              </a:extLst>
            </p:cNvPr>
            <p:cNvSpPr/>
            <p:nvPr/>
          </p:nvSpPr>
          <p:spPr>
            <a:xfrm>
              <a:off x="44936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8AEC508-75CD-4989-A69C-AEF774163495}"/>
                </a:ext>
              </a:extLst>
            </p:cNvPr>
            <p:cNvSpPr/>
            <p:nvPr/>
          </p:nvSpPr>
          <p:spPr>
            <a:xfrm>
              <a:off x="50270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30392251-D8C5-4B16-BEC1-B209A2EC00FD}"/>
                </a:ext>
              </a:extLst>
            </p:cNvPr>
            <p:cNvSpPr/>
            <p:nvPr/>
          </p:nvSpPr>
          <p:spPr>
            <a:xfrm>
              <a:off x="55604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4E4883B4-23BD-4DB3-8E31-2861B9EA195C}"/>
                </a:ext>
              </a:extLst>
            </p:cNvPr>
            <p:cNvSpPr/>
            <p:nvPr/>
          </p:nvSpPr>
          <p:spPr>
            <a:xfrm>
              <a:off x="60938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841B08C5-A843-4F17-AA97-BAE68E18CA53}"/>
                </a:ext>
              </a:extLst>
            </p:cNvPr>
            <p:cNvSpPr/>
            <p:nvPr/>
          </p:nvSpPr>
          <p:spPr>
            <a:xfrm>
              <a:off x="66272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2BF093D-A7D9-4826-956E-60A2D3E2A344}"/>
                </a:ext>
              </a:extLst>
            </p:cNvPr>
            <p:cNvSpPr/>
            <p:nvPr/>
          </p:nvSpPr>
          <p:spPr>
            <a:xfrm>
              <a:off x="7160670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280F0242-4C9E-459E-864F-9EF6279B8D71}"/>
                </a:ext>
              </a:extLst>
            </p:cNvPr>
            <p:cNvSpPr/>
            <p:nvPr/>
          </p:nvSpPr>
          <p:spPr>
            <a:xfrm>
              <a:off x="7694324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384A357-0244-4329-9EEB-8759FF86438B}"/>
                </a:ext>
              </a:extLst>
            </p:cNvPr>
            <p:cNvSpPr/>
            <p:nvPr/>
          </p:nvSpPr>
          <p:spPr>
            <a:xfrm>
              <a:off x="8226532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4EEE035-1A4B-4879-BB02-A461B0F8AD89}"/>
                </a:ext>
              </a:extLst>
            </p:cNvPr>
            <p:cNvSpPr/>
            <p:nvPr/>
          </p:nvSpPr>
          <p:spPr>
            <a:xfrm>
              <a:off x="8764387" y="3580912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9706ED4-B6D7-4DE2-B143-04835F911E13}"/>
                </a:ext>
              </a:extLst>
            </p:cNvPr>
            <p:cNvSpPr/>
            <p:nvPr/>
          </p:nvSpPr>
          <p:spPr>
            <a:xfrm>
              <a:off x="9296146" y="3576504"/>
              <a:ext cx="533400" cy="53780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CC472844-ECE8-4FAB-BAF9-6C16A98D884A}"/>
                </a:ext>
              </a:extLst>
            </p:cNvPr>
            <p:cNvSpPr/>
            <p:nvPr/>
          </p:nvSpPr>
          <p:spPr>
            <a:xfrm>
              <a:off x="18266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500" dirty="0">
                  <a:latin typeface="Nunito Sans" panose="020B0604020202020204" charset="0"/>
                </a:rPr>
                <a:t>9</a:t>
              </a: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29D1702-9C61-41CC-B253-4B9D3559579E}"/>
                </a:ext>
              </a:extLst>
            </p:cNvPr>
            <p:cNvSpPr/>
            <p:nvPr/>
          </p:nvSpPr>
          <p:spPr>
            <a:xfrm>
              <a:off x="23600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F943131-BB0E-4EF3-A5E2-EE21CE580575}"/>
                </a:ext>
              </a:extLst>
            </p:cNvPr>
            <p:cNvSpPr/>
            <p:nvPr/>
          </p:nvSpPr>
          <p:spPr>
            <a:xfrm>
              <a:off x="28934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E520E69-E574-4CC9-BA7E-55DF602B5DD6}"/>
                </a:ext>
              </a:extLst>
            </p:cNvPr>
            <p:cNvSpPr/>
            <p:nvPr/>
          </p:nvSpPr>
          <p:spPr>
            <a:xfrm>
              <a:off x="34268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19D9F99E-DBA8-47B5-ADF0-25E8D9040130}"/>
                </a:ext>
              </a:extLst>
            </p:cNvPr>
            <p:cNvSpPr/>
            <p:nvPr/>
          </p:nvSpPr>
          <p:spPr>
            <a:xfrm>
              <a:off x="39602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FA88424F-AE8E-4E56-9176-CD7404B1DD75}"/>
                </a:ext>
              </a:extLst>
            </p:cNvPr>
            <p:cNvSpPr/>
            <p:nvPr/>
          </p:nvSpPr>
          <p:spPr>
            <a:xfrm>
              <a:off x="44936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C92D0B3-534E-4417-A3A8-9CDDFDBDC6D6}"/>
                </a:ext>
              </a:extLst>
            </p:cNvPr>
            <p:cNvSpPr/>
            <p:nvPr/>
          </p:nvSpPr>
          <p:spPr>
            <a:xfrm>
              <a:off x="50270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7E0FA5C2-DED9-440E-9994-33A7AF35CF4F}"/>
                </a:ext>
              </a:extLst>
            </p:cNvPr>
            <p:cNvSpPr/>
            <p:nvPr/>
          </p:nvSpPr>
          <p:spPr>
            <a:xfrm>
              <a:off x="55604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392D744-75A9-4B30-B4BF-99F3B10254CF}"/>
                </a:ext>
              </a:extLst>
            </p:cNvPr>
            <p:cNvSpPr/>
            <p:nvPr/>
          </p:nvSpPr>
          <p:spPr>
            <a:xfrm>
              <a:off x="60938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E59F1ED-BDA4-4A90-A8C5-3B45CE032BE7}"/>
                </a:ext>
              </a:extLst>
            </p:cNvPr>
            <p:cNvSpPr/>
            <p:nvPr/>
          </p:nvSpPr>
          <p:spPr>
            <a:xfrm>
              <a:off x="66272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76541623-C3CC-400C-932D-C7A5251AB1AE}"/>
                </a:ext>
              </a:extLst>
            </p:cNvPr>
            <p:cNvSpPr/>
            <p:nvPr/>
          </p:nvSpPr>
          <p:spPr>
            <a:xfrm>
              <a:off x="7160670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22059AF-D4ED-43D6-A1FD-504AD99CFE7C}"/>
                </a:ext>
              </a:extLst>
            </p:cNvPr>
            <p:cNvSpPr/>
            <p:nvPr/>
          </p:nvSpPr>
          <p:spPr>
            <a:xfrm>
              <a:off x="7694324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C7A5EFCA-415F-4823-BA80-C33FEEBD89DB}"/>
                </a:ext>
              </a:extLst>
            </p:cNvPr>
            <p:cNvSpPr/>
            <p:nvPr/>
          </p:nvSpPr>
          <p:spPr>
            <a:xfrm>
              <a:off x="8226532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E788A3CB-03F6-41D5-9E6F-44FCE300BB39}"/>
                </a:ext>
              </a:extLst>
            </p:cNvPr>
            <p:cNvSpPr/>
            <p:nvPr/>
          </p:nvSpPr>
          <p:spPr>
            <a:xfrm>
              <a:off x="8764387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7CBDC60-4B1F-4C2B-8FC0-C76293B11CB6}"/>
                </a:ext>
              </a:extLst>
            </p:cNvPr>
            <p:cNvSpPr/>
            <p:nvPr/>
          </p:nvSpPr>
          <p:spPr>
            <a:xfrm>
              <a:off x="9296146" y="4103664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E6B72B77-37CC-4335-AE64-6D195E619CED}"/>
                </a:ext>
              </a:extLst>
            </p:cNvPr>
            <p:cNvSpPr/>
            <p:nvPr/>
          </p:nvSpPr>
          <p:spPr>
            <a:xfrm>
              <a:off x="18266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sz="2300" dirty="0">
                  <a:latin typeface="Nunito Sans" panose="020B0604020202020204" charset="0"/>
                </a:rPr>
                <a:t>11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8E1B6013-ADAF-4566-B932-A3C0EE061482}"/>
                </a:ext>
              </a:extLst>
            </p:cNvPr>
            <p:cNvSpPr/>
            <p:nvPr/>
          </p:nvSpPr>
          <p:spPr>
            <a:xfrm>
              <a:off x="23600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12D2626-D752-41B7-BDF8-D138CB3FF4FB}"/>
                </a:ext>
              </a:extLst>
            </p:cNvPr>
            <p:cNvSpPr/>
            <p:nvPr/>
          </p:nvSpPr>
          <p:spPr>
            <a:xfrm>
              <a:off x="28934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4D2725A-11C3-43F1-8A29-0490BC97515C}"/>
                </a:ext>
              </a:extLst>
            </p:cNvPr>
            <p:cNvSpPr/>
            <p:nvPr/>
          </p:nvSpPr>
          <p:spPr>
            <a:xfrm>
              <a:off x="34268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9F9AE3D-D609-4C7C-B524-61550C9DFFE1}"/>
                </a:ext>
              </a:extLst>
            </p:cNvPr>
            <p:cNvSpPr/>
            <p:nvPr/>
          </p:nvSpPr>
          <p:spPr>
            <a:xfrm>
              <a:off x="39602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E131EFE4-D10E-4A0A-98A9-A76E42041C71}"/>
                </a:ext>
              </a:extLst>
            </p:cNvPr>
            <p:cNvSpPr/>
            <p:nvPr/>
          </p:nvSpPr>
          <p:spPr>
            <a:xfrm>
              <a:off x="44936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2179AF30-E8A1-4708-A905-D5777962AE0E}"/>
                </a:ext>
              </a:extLst>
            </p:cNvPr>
            <p:cNvSpPr/>
            <p:nvPr/>
          </p:nvSpPr>
          <p:spPr>
            <a:xfrm>
              <a:off x="50270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CD1E5A88-A889-4802-9CCA-D9631019020D}"/>
                </a:ext>
              </a:extLst>
            </p:cNvPr>
            <p:cNvSpPr/>
            <p:nvPr/>
          </p:nvSpPr>
          <p:spPr>
            <a:xfrm>
              <a:off x="55604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D3FA30B1-A6C4-44CD-9ACA-AC0724697E05}"/>
                </a:ext>
              </a:extLst>
            </p:cNvPr>
            <p:cNvSpPr/>
            <p:nvPr/>
          </p:nvSpPr>
          <p:spPr>
            <a:xfrm>
              <a:off x="60938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F7D5BD1-E6C4-413B-9B97-16837775358B}"/>
                </a:ext>
              </a:extLst>
            </p:cNvPr>
            <p:cNvSpPr/>
            <p:nvPr/>
          </p:nvSpPr>
          <p:spPr>
            <a:xfrm>
              <a:off x="66272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5FEFDA7-AB69-4F13-847A-A37D72EC0644}"/>
                </a:ext>
              </a:extLst>
            </p:cNvPr>
            <p:cNvSpPr/>
            <p:nvPr/>
          </p:nvSpPr>
          <p:spPr>
            <a:xfrm>
              <a:off x="7160670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500" dirty="0">
                <a:latin typeface="Nunito Sans" panose="020B0604020202020204" charset="0"/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F10CB7D-8762-4970-83E1-954B97377247}"/>
                </a:ext>
              </a:extLst>
            </p:cNvPr>
            <p:cNvSpPr/>
            <p:nvPr/>
          </p:nvSpPr>
          <p:spPr>
            <a:xfrm>
              <a:off x="7694324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EE6AD7A1-2551-43C7-BE70-19437769A278}"/>
                </a:ext>
              </a:extLst>
            </p:cNvPr>
            <p:cNvSpPr/>
            <p:nvPr/>
          </p:nvSpPr>
          <p:spPr>
            <a:xfrm>
              <a:off x="8226532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894B0CF-5A67-4DE8-8E55-BED74FDD7018}"/>
                </a:ext>
              </a:extLst>
            </p:cNvPr>
            <p:cNvSpPr/>
            <p:nvPr/>
          </p:nvSpPr>
          <p:spPr>
            <a:xfrm>
              <a:off x="8764387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B1451AE-1454-4371-B086-DA577B2DDE5A}"/>
                </a:ext>
              </a:extLst>
            </p:cNvPr>
            <p:cNvSpPr/>
            <p:nvPr/>
          </p:nvSpPr>
          <p:spPr>
            <a:xfrm>
              <a:off x="9296146" y="4636576"/>
              <a:ext cx="533400" cy="533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300" dirty="0">
                <a:latin typeface="Nunito Sans" panose="020B0604020202020204" charset="0"/>
              </a:endParaRPr>
            </a:p>
          </p:txBody>
        </p:sp>
      </p:grpSp>
      <p:sp>
        <p:nvSpPr>
          <p:cNvPr id="396" name="Rectangle 395">
            <a:extLst>
              <a:ext uri="{FF2B5EF4-FFF2-40B4-BE49-F238E27FC236}">
                <a16:creationId xmlns:a16="http://schemas.microsoft.com/office/drawing/2014/main" id="{7BEA5377-E659-49DB-BC36-38531E307A4A}"/>
              </a:ext>
            </a:extLst>
          </p:cNvPr>
          <p:cNvSpPr/>
          <p:nvPr/>
        </p:nvSpPr>
        <p:spPr>
          <a:xfrm>
            <a:off x="1828800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$</a:t>
            </a:r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691E6818-6C4D-4210-AFE4-5662547D976C}"/>
              </a:ext>
            </a:extLst>
          </p:cNvPr>
          <p:cNvSpPr/>
          <p:nvPr/>
        </p:nvSpPr>
        <p:spPr>
          <a:xfrm>
            <a:off x="2360577" y="1981200"/>
            <a:ext cx="535295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0</a:t>
            </a:r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5FCB480-889A-4330-AA69-88423F78CBBD}"/>
              </a:ext>
            </a:extLst>
          </p:cNvPr>
          <p:cNvSpPr/>
          <p:nvPr/>
        </p:nvSpPr>
        <p:spPr>
          <a:xfrm>
            <a:off x="2893978" y="1981200"/>
            <a:ext cx="533400" cy="5322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062B3424-67B9-4E8B-A292-EA6A006CC16E}"/>
              </a:ext>
            </a:extLst>
          </p:cNvPr>
          <p:cNvSpPr/>
          <p:nvPr/>
        </p:nvSpPr>
        <p:spPr>
          <a:xfrm>
            <a:off x="34273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2</a:t>
            </a:r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6931CEB9-040C-4044-A7B9-DFD2DE7609B1}"/>
              </a:ext>
            </a:extLst>
          </p:cNvPr>
          <p:cNvSpPr/>
          <p:nvPr/>
        </p:nvSpPr>
        <p:spPr>
          <a:xfrm>
            <a:off x="39607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3</a:t>
            </a:r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5D3D6106-D4EA-4E34-B168-8102A54B2D93}"/>
              </a:ext>
            </a:extLst>
          </p:cNvPr>
          <p:cNvSpPr/>
          <p:nvPr/>
        </p:nvSpPr>
        <p:spPr>
          <a:xfrm>
            <a:off x="44941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</a:t>
            </a: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CD524BC4-859F-4D35-9FB3-72A9753E7E33}"/>
              </a:ext>
            </a:extLst>
          </p:cNvPr>
          <p:cNvSpPr/>
          <p:nvPr/>
        </p:nvSpPr>
        <p:spPr>
          <a:xfrm>
            <a:off x="50275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5</a:t>
            </a: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BDF58CEC-88D0-4A9F-9F6D-D4543D7CDFDA}"/>
              </a:ext>
            </a:extLst>
          </p:cNvPr>
          <p:cNvSpPr/>
          <p:nvPr/>
        </p:nvSpPr>
        <p:spPr>
          <a:xfrm>
            <a:off x="55609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521FE285-25D8-408C-A419-96FF9E80D69B}"/>
              </a:ext>
            </a:extLst>
          </p:cNvPr>
          <p:cNvSpPr/>
          <p:nvPr/>
        </p:nvSpPr>
        <p:spPr>
          <a:xfrm>
            <a:off x="60943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7</a:t>
            </a: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8E815517-F4EE-4F95-872E-4A75063BD162}"/>
              </a:ext>
            </a:extLst>
          </p:cNvPr>
          <p:cNvSpPr/>
          <p:nvPr/>
        </p:nvSpPr>
        <p:spPr>
          <a:xfrm>
            <a:off x="66277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8</a:t>
            </a: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D26EB6EB-9E73-445C-8B29-5333192036E2}"/>
              </a:ext>
            </a:extLst>
          </p:cNvPr>
          <p:cNvSpPr/>
          <p:nvPr/>
        </p:nvSpPr>
        <p:spPr>
          <a:xfrm>
            <a:off x="7161178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9</a:t>
            </a: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0D66AA08-923C-4C46-86C1-5820AB0BC30D}"/>
              </a:ext>
            </a:extLst>
          </p:cNvPr>
          <p:cNvSpPr/>
          <p:nvPr/>
        </p:nvSpPr>
        <p:spPr>
          <a:xfrm>
            <a:off x="7694832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10</a:t>
            </a: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42ADCA0-3B3E-4C21-8138-CFFD01377693}"/>
              </a:ext>
            </a:extLst>
          </p:cNvPr>
          <p:cNvSpPr/>
          <p:nvPr/>
        </p:nvSpPr>
        <p:spPr>
          <a:xfrm>
            <a:off x="8227040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11</a:t>
            </a: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7B7D578D-149D-497C-9441-3669D10FE509}"/>
              </a:ext>
            </a:extLst>
          </p:cNvPr>
          <p:cNvSpPr/>
          <p:nvPr/>
        </p:nvSpPr>
        <p:spPr>
          <a:xfrm>
            <a:off x="8754137" y="19812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12</a:t>
            </a: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A3D8D1D8-CF11-4811-BC00-CAC732F7D920}"/>
              </a:ext>
            </a:extLst>
          </p:cNvPr>
          <p:cNvSpPr/>
          <p:nvPr/>
        </p:nvSpPr>
        <p:spPr>
          <a:xfrm>
            <a:off x="9285896" y="1981200"/>
            <a:ext cx="541364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Nunito Sans" panose="020B0604020202020204" charset="0"/>
              </a:rPr>
              <a:t>13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18702F65-9B20-4EE3-9A84-C0F2DB045966}"/>
              </a:ext>
            </a:extLst>
          </p:cNvPr>
          <p:cNvSpPr/>
          <p:nvPr/>
        </p:nvSpPr>
        <p:spPr>
          <a:xfrm>
            <a:off x="18271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1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0C7A3709-9B47-487B-8266-98D814767041}"/>
              </a:ext>
            </a:extLst>
          </p:cNvPr>
          <p:cNvSpPr/>
          <p:nvPr/>
        </p:nvSpPr>
        <p:spPr>
          <a:xfrm>
            <a:off x="23605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33CB44D3-B854-4CE3-84F8-EF26E460250B}"/>
              </a:ext>
            </a:extLst>
          </p:cNvPr>
          <p:cNvSpPr/>
          <p:nvPr/>
        </p:nvSpPr>
        <p:spPr>
          <a:xfrm>
            <a:off x="2893978" y="2513440"/>
            <a:ext cx="533400" cy="5345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8601519A-88E8-48D5-B032-220F7EE11563}"/>
              </a:ext>
            </a:extLst>
          </p:cNvPr>
          <p:cNvSpPr/>
          <p:nvPr/>
        </p:nvSpPr>
        <p:spPr>
          <a:xfrm>
            <a:off x="34273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BF0F723-D243-465A-A087-EB13FDA94318}"/>
              </a:ext>
            </a:extLst>
          </p:cNvPr>
          <p:cNvSpPr/>
          <p:nvPr/>
        </p:nvSpPr>
        <p:spPr>
          <a:xfrm>
            <a:off x="39607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7CB17476-04CD-4FE0-B584-EEF35AEE5589}"/>
              </a:ext>
            </a:extLst>
          </p:cNvPr>
          <p:cNvSpPr/>
          <p:nvPr/>
        </p:nvSpPr>
        <p:spPr>
          <a:xfrm>
            <a:off x="44941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04555B6E-4CBC-43DA-9F61-C570B4B3050A}"/>
              </a:ext>
            </a:extLst>
          </p:cNvPr>
          <p:cNvSpPr/>
          <p:nvPr/>
        </p:nvSpPr>
        <p:spPr>
          <a:xfrm>
            <a:off x="50275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BE8EC7DC-BF02-45DD-A4A9-5C1570A0660A}"/>
              </a:ext>
            </a:extLst>
          </p:cNvPr>
          <p:cNvSpPr/>
          <p:nvPr/>
        </p:nvSpPr>
        <p:spPr>
          <a:xfrm>
            <a:off x="55609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370749A8-9367-427B-B772-D314900FF063}"/>
              </a:ext>
            </a:extLst>
          </p:cNvPr>
          <p:cNvSpPr/>
          <p:nvPr/>
        </p:nvSpPr>
        <p:spPr>
          <a:xfrm>
            <a:off x="60943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DDD475EC-9651-4AE2-B072-8602DF35832F}"/>
              </a:ext>
            </a:extLst>
          </p:cNvPr>
          <p:cNvSpPr/>
          <p:nvPr/>
        </p:nvSpPr>
        <p:spPr>
          <a:xfrm>
            <a:off x="66277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346BDD46-4AAA-4B52-9B69-36577C006D40}"/>
              </a:ext>
            </a:extLst>
          </p:cNvPr>
          <p:cNvSpPr/>
          <p:nvPr/>
        </p:nvSpPr>
        <p:spPr>
          <a:xfrm>
            <a:off x="7161178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BBAB7140-B33E-4DF2-9DD2-32682291C239}"/>
              </a:ext>
            </a:extLst>
          </p:cNvPr>
          <p:cNvSpPr/>
          <p:nvPr/>
        </p:nvSpPr>
        <p:spPr>
          <a:xfrm>
            <a:off x="7694832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E1367AE3-C2C0-4834-A483-133D81CBB641}"/>
              </a:ext>
            </a:extLst>
          </p:cNvPr>
          <p:cNvSpPr/>
          <p:nvPr/>
        </p:nvSpPr>
        <p:spPr>
          <a:xfrm>
            <a:off x="8227040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118155DD-A13E-4C51-B7EC-FC352DA42153}"/>
              </a:ext>
            </a:extLst>
          </p:cNvPr>
          <p:cNvSpPr/>
          <p:nvPr/>
        </p:nvSpPr>
        <p:spPr>
          <a:xfrm>
            <a:off x="8754137" y="2514600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E60CB7FE-2A36-4B9E-A3A2-E85581E29A00}"/>
              </a:ext>
            </a:extLst>
          </p:cNvPr>
          <p:cNvSpPr/>
          <p:nvPr/>
        </p:nvSpPr>
        <p:spPr>
          <a:xfrm>
            <a:off x="9288182" y="2514600"/>
            <a:ext cx="541364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38E5C574-E6C1-4289-838B-95FCA6BFCC02}"/>
              </a:ext>
            </a:extLst>
          </p:cNvPr>
          <p:cNvSpPr/>
          <p:nvPr/>
        </p:nvSpPr>
        <p:spPr>
          <a:xfrm>
            <a:off x="18271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4</a:t>
            </a:r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3375D8BD-6026-4656-B41A-3762C4223BE7}"/>
              </a:ext>
            </a:extLst>
          </p:cNvPr>
          <p:cNvSpPr/>
          <p:nvPr/>
        </p:nvSpPr>
        <p:spPr>
          <a:xfrm>
            <a:off x="23605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405D6BCA-AB56-402B-A2BA-53DDB913A906}"/>
              </a:ext>
            </a:extLst>
          </p:cNvPr>
          <p:cNvSpPr/>
          <p:nvPr/>
        </p:nvSpPr>
        <p:spPr>
          <a:xfrm>
            <a:off x="28939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56981E68-BC29-48C4-89E3-743334432716}"/>
              </a:ext>
            </a:extLst>
          </p:cNvPr>
          <p:cNvSpPr/>
          <p:nvPr/>
        </p:nvSpPr>
        <p:spPr>
          <a:xfrm>
            <a:off x="34273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AF520B31-BC5E-4351-91F4-6AFF6E99B1E8}"/>
              </a:ext>
            </a:extLst>
          </p:cNvPr>
          <p:cNvSpPr/>
          <p:nvPr/>
        </p:nvSpPr>
        <p:spPr>
          <a:xfrm>
            <a:off x="39607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3A464E85-BD19-4A50-9EDE-77491F969DD6}"/>
              </a:ext>
            </a:extLst>
          </p:cNvPr>
          <p:cNvSpPr/>
          <p:nvPr/>
        </p:nvSpPr>
        <p:spPr>
          <a:xfrm>
            <a:off x="44941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7F3238B3-C0C0-44AC-9C95-BEDAF3367C42}"/>
              </a:ext>
            </a:extLst>
          </p:cNvPr>
          <p:cNvSpPr/>
          <p:nvPr/>
        </p:nvSpPr>
        <p:spPr>
          <a:xfrm>
            <a:off x="50275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CC28F131-F8D1-4E41-89A7-C18FC86F84DF}"/>
              </a:ext>
            </a:extLst>
          </p:cNvPr>
          <p:cNvSpPr/>
          <p:nvPr/>
        </p:nvSpPr>
        <p:spPr>
          <a:xfrm>
            <a:off x="55609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94AC40B4-0F21-49BD-AB1C-70FF4399B5A4}"/>
              </a:ext>
            </a:extLst>
          </p:cNvPr>
          <p:cNvSpPr/>
          <p:nvPr/>
        </p:nvSpPr>
        <p:spPr>
          <a:xfrm>
            <a:off x="60943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D86D7FD2-12C8-426C-A3ED-8D09D055232E}"/>
              </a:ext>
            </a:extLst>
          </p:cNvPr>
          <p:cNvSpPr/>
          <p:nvPr/>
        </p:nvSpPr>
        <p:spPr>
          <a:xfrm>
            <a:off x="6621407" y="3047756"/>
            <a:ext cx="546237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555EDBF1-3DB9-41EC-A8C6-3CCDDA30EA95}"/>
              </a:ext>
            </a:extLst>
          </p:cNvPr>
          <p:cNvSpPr/>
          <p:nvPr/>
        </p:nvSpPr>
        <p:spPr>
          <a:xfrm>
            <a:off x="7161178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528BDD79-6889-43EE-ADB7-748F26E88792}"/>
              </a:ext>
            </a:extLst>
          </p:cNvPr>
          <p:cNvSpPr/>
          <p:nvPr/>
        </p:nvSpPr>
        <p:spPr>
          <a:xfrm>
            <a:off x="7694832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C9F1290D-CC5E-4CA3-A1AE-A357E01B6051}"/>
              </a:ext>
            </a:extLst>
          </p:cNvPr>
          <p:cNvSpPr/>
          <p:nvPr/>
        </p:nvSpPr>
        <p:spPr>
          <a:xfrm>
            <a:off x="8227040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68301F36-E09E-4821-AF10-9B6720B9A503}"/>
              </a:ext>
            </a:extLst>
          </p:cNvPr>
          <p:cNvSpPr/>
          <p:nvPr/>
        </p:nvSpPr>
        <p:spPr>
          <a:xfrm>
            <a:off x="8754137" y="304775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538A077E-1EE2-4E6A-BF5F-BC03438FB188}"/>
              </a:ext>
            </a:extLst>
          </p:cNvPr>
          <p:cNvSpPr/>
          <p:nvPr/>
        </p:nvSpPr>
        <p:spPr>
          <a:xfrm>
            <a:off x="9285896" y="3047756"/>
            <a:ext cx="541364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9028F418-994A-476E-B579-077C4EAD7A91}"/>
              </a:ext>
            </a:extLst>
          </p:cNvPr>
          <p:cNvSpPr/>
          <p:nvPr/>
        </p:nvSpPr>
        <p:spPr>
          <a:xfrm>
            <a:off x="18269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6</a:t>
            </a:r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827999DB-4164-4538-A6AE-15E65963F84C}"/>
              </a:ext>
            </a:extLst>
          </p:cNvPr>
          <p:cNvSpPr/>
          <p:nvPr/>
        </p:nvSpPr>
        <p:spPr>
          <a:xfrm>
            <a:off x="23603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A46845B8-C689-4645-87F6-EF63EC21AEDE}"/>
              </a:ext>
            </a:extLst>
          </p:cNvPr>
          <p:cNvSpPr/>
          <p:nvPr/>
        </p:nvSpPr>
        <p:spPr>
          <a:xfrm>
            <a:off x="28937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BDC20998-8ACD-4E71-9950-2A912E963F9E}"/>
              </a:ext>
            </a:extLst>
          </p:cNvPr>
          <p:cNvSpPr/>
          <p:nvPr/>
        </p:nvSpPr>
        <p:spPr>
          <a:xfrm>
            <a:off x="3425032" y="3571668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C6D85E83-1D0F-464F-A6C9-B75EA4F5FE2F}"/>
              </a:ext>
            </a:extLst>
          </p:cNvPr>
          <p:cNvSpPr/>
          <p:nvPr/>
        </p:nvSpPr>
        <p:spPr>
          <a:xfrm>
            <a:off x="39605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61685C05-707D-47D2-8A54-91572CE5028E}"/>
              </a:ext>
            </a:extLst>
          </p:cNvPr>
          <p:cNvSpPr/>
          <p:nvPr/>
        </p:nvSpPr>
        <p:spPr>
          <a:xfrm>
            <a:off x="44939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F8F9EB28-607C-4769-8016-70E997A6DBF2}"/>
              </a:ext>
            </a:extLst>
          </p:cNvPr>
          <p:cNvSpPr/>
          <p:nvPr/>
        </p:nvSpPr>
        <p:spPr>
          <a:xfrm>
            <a:off x="50273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AB5641FB-A4F5-41DF-BA3C-37C94FE90C16}"/>
              </a:ext>
            </a:extLst>
          </p:cNvPr>
          <p:cNvSpPr/>
          <p:nvPr/>
        </p:nvSpPr>
        <p:spPr>
          <a:xfrm>
            <a:off x="55607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68FA930C-15C4-4F6A-8C28-189CE0AC2C7B}"/>
              </a:ext>
            </a:extLst>
          </p:cNvPr>
          <p:cNvSpPr/>
          <p:nvPr/>
        </p:nvSpPr>
        <p:spPr>
          <a:xfrm>
            <a:off x="60941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D95FF88D-F7FE-4A7A-89CA-204110B94554}"/>
              </a:ext>
            </a:extLst>
          </p:cNvPr>
          <p:cNvSpPr/>
          <p:nvPr/>
        </p:nvSpPr>
        <p:spPr>
          <a:xfrm>
            <a:off x="66275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B191D4C2-FD99-4746-BAF8-530D72B24558}"/>
              </a:ext>
            </a:extLst>
          </p:cNvPr>
          <p:cNvSpPr/>
          <p:nvPr/>
        </p:nvSpPr>
        <p:spPr>
          <a:xfrm>
            <a:off x="7160924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D8B2E0A6-E63C-4704-9C5F-BE21851D5F01}"/>
              </a:ext>
            </a:extLst>
          </p:cNvPr>
          <p:cNvSpPr/>
          <p:nvPr/>
        </p:nvSpPr>
        <p:spPr>
          <a:xfrm>
            <a:off x="7694578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8490E708-146F-4F6C-BE50-4C552B9D275C}"/>
              </a:ext>
            </a:extLst>
          </p:cNvPr>
          <p:cNvSpPr/>
          <p:nvPr/>
        </p:nvSpPr>
        <p:spPr>
          <a:xfrm>
            <a:off x="8226786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7E61A287-0DDE-4A35-A8F1-72308907D102}"/>
              </a:ext>
            </a:extLst>
          </p:cNvPr>
          <p:cNvSpPr/>
          <p:nvPr/>
        </p:nvSpPr>
        <p:spPr>
          <a:xfrm>
            <a:off x="8753883" y="3580912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CF497229-A112-46A0-AD4F-5901EAF3A731}"/>
              </a:ext>
            </a:extLst>
          </p:cNvPr>
          <p:cNvSpPr/>
          <p:nvPr/>
        </p:nvSpPr>
        <p:spPr>
          <a:xfrm>
            <a:off x="9285641" y="3576504"/>
            <a:ext cx="541362" cy="537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5ACED431-1B11-493D-9AB6-BB89357A0442}"/>
              </a:ext>
            </a:extLst>
          </p:cNvPr>
          <p:cNvSpPr/>
          <p:nvPr/>
        </p:nvSpPr>
        <p:spPr>
          <a:xfrm>
            <a:off x="18269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9</a:t>
            </a:r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F74A5162-4C6D-4E7A-85F5-B39A7F12B87E}"/>
              </a:ext>
            </a:extLst>
          </p:cNvPr>
          <p:cNvSpPr/>
          <p:nvPr/>
        </p:nvSpPr>
        <p:spPr>
          <a:xfrm>
            <a:off x="23603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FF5FCA23-EA99-485D-B8DF-F287C0213575}"/>
              </a:ext>
            </a:extLst>
          </p:cNvPr>
          <p:cNvSpPr/>
          <p:nvPr/>
        </p:nvSpPr>
        <p:spPr>
          <a:xfrm>
            <a:off x="28937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E6CABCA4-8601-4821-98EF-91C4483F94EB}"/>
              </a:ext>
            </a:extLst>
          </p:cNvPr>
          <p:cNvSpPr/>
          <p:nvPr/>
        </p:nvSpPr>
        <p:spPr>
          <a:xfrm>
            <a:off x="34271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AC3FACA1-A6E7-4CB5-AF1B-4B00B0E666F9}"/>
              </a:ext>
            </a:extLst>
          </p:cNvPr>
          <p:cNvSpPr/>
          <p:nvPr/>
        </p:nvSpPr>
        <p:spPr>
          <a:xfrm>
            <a:off x="39605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7C41C354-AA26-48D8-9BFC-A265BD7E69A2}"/>
              </a:ext>
            </a:extLst>
          </p:cNvPr>
          <p:cNvSpPr/>
          <p:nvPr/>
        </p:nvSpPr>
        <p:spPr>
          <a:xfrm>
            <a:off x="44939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CE0A4E14-8340-40EF-B504-C32534B5DE92}"/>
              </a:ext>
            </a:extLst>
          </p:cNvPr>
          <p:cNvSpPr/>
          <p:nvPr/>
        </p:nvSpPr>
        <p:spPr>
          <a:xfrm>
            <a:off x="50273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E5477DCF-72CC-4F84-A745-E242A9072C20}"/>
              </a:ext>
            </a:extLst>
          </p:cNvPr>
          <p:cNvSpPr/>
          <p:nvPr/>
        </p:nvSpPr>
        <p:spPr>
          <a:xfrm>
            <a:off x="55607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495071FB-0C5F-4E06-B14E-BBB8C234ABAC}"/>
              </a:ext>
            </a:extLst>
          </p:cNvPr>
          <p:cNvSpPr/>
          <p:nvPr/>
        </p:nvSpPr>
        <p:spPr>
          <a:xfrm>
            <a:off x="60941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BE7431FE-698B-4EB5-A512-B395289DBD54}"/>
              </a:ext>
            </a:extLst>
          </p:cNvPr>
          <p:cNvSpPr/>
          <p:nvPr/>
        </p:nvSpPr>
        <p:spPr>
          <a:xfrm>
            <a:off x="66275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7DFF6C51-2F95-477D-96C3-59330A1F3DFB}"/>
              </a:ext>
            </a:extLst>
          </p:cNvPr>
          <p:cNvSpPr/>
          <p:nvPr/>
        </p:nvSpPr>
        <p:spPr>
          <a:xfrm>
            <a:off x="7160924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18336516-599D-46F9-868C-D7A407FB8D08}"/>
              </a:ext>
            </a:extLst>
          </p:cNvPr>
          <p:cNvSpPr/>
          <p:nvPr/>
        </p:nvSpPr>
        <p:spPr>
          <a:xfrm>
            <a:off x="7694578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1742B18D-B1E6-4F26-93A3-3B8DC85C67A9}"/>
              </a:ext>
            </a:extLst>
          </p:cNvPr>
          <p:cNvSpPr/>
          <p:nvPr/>
        </p:nvSpPr>
        <p:spPr>
          <a:xfrm>
            <a:off x="8226786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16EC5BB2-48E0-40A0-B152-E5A25D522D44}"/>
              </a:ext>
            </a:extLst>
          </p:cNvPr>
          <p:cNvSpPr/>
          <p:nvPr/>
        </p:nvSpPr>
        <p:spPr>
          <a:xfrm>
            <a:off x="8753883" y="4103664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E191191A-33AC-4D89-BC4F-9B95B8A0F299}"/>
              </a:ext>
            </a:extLst>
          </p:cNvPr>
          <p:cNvSpPr/>
          <p:nvPr/>
        </p:nvSpPr>
        <p:spPr>
          <a:xfrm>
            <a:off x="9285642" y="4103664"/>
            <a:ext cx="541362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75FEA4F1-0326-4720-85C2-29EBDD3485EF}"/>
              </a:ext>
            </a:extLst>
          </p:cNvPr>
          <p:cNvSpPr/>
          <p:nvPr/>
        </p:nvSpPr>
        <p:spPr>
          <a:xfrm>
            <a:off x="18269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11</a:t>
            </a:r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FBA2F1EF-093F-4261-950C-C67CF9FF7E60}"/>
              </a:ext>
            </a:extLst>
          </p:cNvPr>
          <p:cNvSpPr/>
          <p:nvPr/>
        </p:nvSpPr>
        <p:spPr>
          <a:xfrm>
            <a:off x="23603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19F8AD98-1802-46C9-B02F-3A03FE3450BA}"/>
              </a:ext>
            </a:extLst>
          </p:cNvPr>
          <p:cNvSpPr/>
          <p:nvPr/>
        </p:nvSpPr>
        <p:spPr>
          <a:xfrm>
            <a:off x="28937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09766670-1216-4E7C-B245-F7AC61F503B1}"/>
              </a:ext>
            </a:extLst>
          </p:cNvPr>
          <p:cNvSpPr/>
          <p:nvPr/>
        </p:nvSpPr>
        <p:spPr>
          <a:xfrm>
            <a:off x="34271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75" name="Rectangle 474">
            <a:extLst>
              <a:ext uri="{FF2B5EF4-FFF2-40B4-BE49-F238E27FC236}">
                <a16:creationId xmlns:a16="http://schemas.microsoft.com/office/drawing/2014/main" id="{B6280E0D-A77C-443C-B0DF-C7CB58F5B35C}"/>
              </a:ext>
            </a:extLst>
          </p:cNvPr>
          <p:cNvSpPr/>
          <p:nvPr/>
        </p:nvSpPr>
        <p:spPr>
          <a:xfrm>
            <a:off x="39605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76" name="Rectangle 475">
            <a:extLst>
              <a:ext uri="{FF2B5EF4-FFF2-40B4-BE49-F238E27FC236}">
                <a16:creationId xmlns:a16="http://schemas.microsoft.com/office/drawing/2014/main" id="{6C0DA352-C24A-4EB2-8E0A-07B4D68EA616}"/>
              </a:ext>
            </a:extLst>
          </p:cNvPr>
          <p:cNvSpPr/>
          <p:nvPr/>
        </p:nvSpPr>
        <p:spPr>
          <a:xfrm>
            <a:off x="44939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7" name="Rectangle 476">
            <a:extLst>
              <a:ext uri="{FF2B5EF4-FFF2-40B4-BE49-F238E27FC236}">
                <a16:creationId xmlns:a16="http://schemas.microsoft.com/office/drawing/2014/main" id="{5A376335-040E-4198-9C60-D5568FBD1ECB}"/>
              </a:ext>
            </a:extLst>
          </p:cNvPr>
          <p:cNvSpPr/>
          <p:nvPr/>
        </p:nvSpPr>
        <p:spPr>
          <a:xfrm>
            <a:off x="50273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8" name="Rectangle 477">
            <a:extLst>
              <a:ext uri="{FF2B5EF4-FFF2-40B4-BE49-F238E27FC236}">
                <a16:creationId xmlns:a16="http://schemas.microsoft.com/office/drawing/2014/main" id="{131868BE-A829-44E7-B798-EEEE1CA4175B}"/>
              </a:ext>
            </a:extLst>
          </p:cNvPr>
          <p:cNvSpPr/>
          <p:nvPr/>
        </p:nvSpPr>
        <p:spPr>
          <a:xfrm>
            <a:off x="55607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79" name="Rectangle 478">
            <a:extLst>
              <a:ext uri="{FF2B5EF4-FFF2-40B4-BE49-F238E27FC236}">
                <a16:creationId xmlns:a16="http://schemas.microsoft.com/office/drawing/2014/main" id="{12D34365-9A64-41CD-B0A9-3FCC6C0E739B}"/>
              </a:ext>
            </a:extLst>
          </p:cNvPr>
          <p:cNvSpPr/>
          <p:nvPr/>
        </p:nvSpPr>
        <p:spPr>
          <a:xfrm>
            <a:off x="60941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80" name="Rectangle 479">
            <a:extLst>
              <a:ext uri="{FF2B5EF4-FFF2-40B4-BE49-F238E27FC236}">
                <a16:creationId xmlns:a16="http://schemas.microsoft.com/office/drawing/2014/main" id="{5775F096-BDC5-4A7C-B13A-4E30C297102A}"/>
              </a:ext>
            </a:extLst>
          </p:cNvPr>
          <p:cNvSpPr/>
          <p:nvPr/>
        </p:nvSpPr>
        <p:spPr>
          <a:xfrm>
            <a:off x="66275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F</a:t>
            </a:r>
          </a:p>
        </p:txBody>
      </p:sp>
      <p:sp>
        <p:nvSpPr>
          <p:cNvPr id="481" name="Rectangle 480">
            <a:extLst>
              <a:ext uri="{FF2B5EF4-FFF2-40B4-BE49-F238E27FC236}">
                <a16:creationId xmlns:a16="http://schemas.microsoft.com/office/drawing/2014/main" id="{9AA501FE-2548-436D-9BA3-0C410B2B8C24}"/>
              </a:ext>
            </a:extLst>
          </p:cNvPr>
          <p:cNvSpPr/>
          <p:nvPr/>
        </p:nvSpPr>
        <p:spPr>
          <a:xfrm>
            <a:off x="7160924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A7A95CA1-E7CD-4A4D-84FF-B208C185B1FF}"/>
              </a:ext>
            </a:extLst>
          </p:cNvPr>
          <p:cNvSpPr/>
          <p:nvPr/>
        </p:nvSpPr>
        <p:spPr>
          <a:xfrm>
            <a:off x="7694578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C3A3796C-14BE-47D7-A13C-9EF51C80D9AB}"/>
              </a:ext>
            </a:extLst>
          </p:cNvPr>
          <p:cNvSpPr/>
          <p:nvPr/>
        </p:nvSpPr>
        <p:spPr>
          <a:xfrm>
            <a:off x="8226786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D3848AFD-5066-40B6-BB58-1030F39569F3}"/>
              </a:ext>
            </a:extLst>
          </p:cNvPr>
          <p:cNvSpPr/>
          <p:nvPr/>
        </p:nvSpPr>
        <p:spPr>
          <a:xfrm>
            <a:off x="8753883" y="4636576"/>
            <a:ext cx="533400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99239A06-BA28-49BD-BE17-E97951BC7E30}"/>
              </a:ext>
            </a:extLst>
          </p:cNvPr>
          <p:cNvSpPr/>
          <p:nvPr/>
        </p:nvSpPr>
        <p:spPr>
          <a:xfrm>
            <a:off x="9285642" y="4636576"/>
            <a:ext cx="538226" cy="533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A5B0E385-F51B-4806-A41B-1B23DAC9760D}"/>
              </a:ext>
            </a:extLst>
          </p:cNvPr>
          <p:cNvSpPr/>
          <p:nvPr/>
        </p:nvSpPr>
        <p:spPr>
          <a:xfrm>
            <a:off x="9285642" y="4636576"/>
            <a:ext cx="538226" cy="533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7B371EDD-7F79-4CD5-9904-A95DBB9CE82A}"/>
              </a:ext>
            </a:extLst>
          </p:cNvPr>
          <p:cNvSpPr/>
          <p:nvPr/>
        </p:nvSpPr>
        <p:spPr>
          <a:xfrm>
            <a:off x="9285642" y="4101212"/>
            <a:ext cx="538226" cy="533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68BFF7D0-AF6B-4064-99BC-6B831B2ECD6F}"/>
              </a:ext>
            </a:extLst>
          </p:cNvPr>
          <p:cNvSpPr/>
          <p:nvPr/>
        </p:nvSpPr>
        <p:spPr>
          <a:xfrm>
            <a:off x="4488455" y="3566231"/>
            <a:ext cx="538226" cy="533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886E8909-09DC-457B-AA46-8F03AB56DD21}"/>
              </a:ext>
            </a:extLst>
          </p:cNvPr>
          <p:cNvSpPr/>
          <p:nvPr/>
        </p:nvSpPr>
        <p:spPr>
          <a:xfrm>
            <a:off x="6625111" y="5439061"/>
            <a:ext cx="538226" cy="533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9</a:t>
            </a: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BCCF499A-FC4E-4000-81E7-50BB6C81C170}"/>
              </a:ext>
            </a:extLst>
          </p:cNvPr>
          <p:cNvSpPr/>
          <p:nvPr/>
        </p:nvSpPr>
        <p:spPr>
          <a:xfrm>
            <a:off x="4488278" y="3040868"/>
            <a:ext cx="538226" cy="533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A03048C0-0680-4719-8FAE-7697370DE1C6}"/>
              </a:ext>
            </a:extLst>
          </p:cNvPr>
          <p:cNvSpPr/>
          <p:nvPr/>
        </p:nvSpPr>
        <p:spPr>
          <a:xfrm>
            <a:off x="5560724" y="5439061"/>
            <a:ext cx="538226" cy="533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4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4F81A791-1CDB-4731-AA45-E82B3F99ACE5}"/>
              </a:ext>
            </a:extLst>
          </p:cNvPr>
          <p:cNvSpPr/>
          <p:nvPr/>
        </p:nvSpPr>
        <p:spPr>
          <a:xfrm>
            <a:off x="2359535" y="2510835"/>
            <a:ext cx="538226" cy="533400"/>
          </a:xfrm>
          <a:prstGeom prst="rect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300" dirty="0">
                <a:latin typeface="Nunito Sans" panose="020B0604020202020204" charset="0"/>
              </a:rPr>
              <a:t>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3B70D7-DB32-F2CB-0794-EEDFD8076F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7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" grpId="0" animBg="1"/>
      <p:bldP spid="413" grpId="0" animBg="1"/>
      <p:bldP spid="414" grpId="0" animBg="1"/>
      <p:bldP spid="415" grpId="0" animBg="1"/>
      <p:bldP spid="416" grpId="0" animBg="1"/>
      <p:bldP spid="417" grpId="0" animBg="1"/>
      <p:bldP spid="418" grpId="0" animBg="1"/>
      <p:bldP spid="419" grpId="0" animBg="1"/>
      <p:bldP spid="420" grpId="0" animBg="1"/>
      <p:bldP spid="421" grpId="0" animBg="1"/>
      <p:bldP spid="422" grpId="0" animBg="1"/>
      <p:bldP spid="423" grpId="0" animBg="1"/>
      <p:bldP spid="424" grpId="0" animBg="1"/>
      <p:bldP spid="425" grpId="0" animBg="1"/>
      <p:bldP spid="427" grpId="0" animBg="1"/>
      <p:bldP spid="428" grpId="0" animBg="1"/>
      <p:bldP spid="429" grpId="0" animBg="1"/>
      <p:bldP spid="430" grpId="0" animBg="1"/>
      <p:bldP spid="431" grpId="0" animBg="1"/>
      <p:bldP spid="432" grpId="0" animBg="1"/>
      <p:bldP spid="433" grpId="0" animBg="1"/>
      <p:bldP spid="434" grpId="0" animBg="1"/>
      <p:bldP spid="435" grpId="0" animBg="1"/>
      <p:bldP spid="436" grpId="0" animBg="1"/>
      <p:bldP spid="437" grpId="0" animBg="1"/>
      <p:bldP spid="438" grpId="0" animBg="1"/>
      <p:bldP spid="439" grpId="0" animBg="1"/>
      <p:bldP spid="440" grpId="0" animBg="1"/>
      <p:bldP spid="442" grpId="0" animBg="1"/>
      <p:bldP spid="443" grpId="0" animBg="1"/>
      <p:bldP spid="444" grpId="0" animBg="1"/>
      <p:bldP spid="445" grpId="0" animBg="1"/>
      <p:bldP spid="446" grpId="0" animBg="1"/>
      <p:bldP spid="447" grpId="0" animBg="1"/>
      <p:bldP spid="448" grpId="0" animBg="1"/>
      <p:bldP spid="449" grpId="0" animBg="1"/>
      <p:bldP spid="450" grpId="0" animBg="1"/>
      <p:bldP spid="451" grpId="0" animBg="1"/>
      <p:bldP spid="452" grpId="0" animBg="1"/>
      <p:bldP spid="453" grpId="0" animBg="1"/>
      <p:bldP spid="454" grpId="0" animBg="1"/>
      <p:bldP spid="455" grpId="0" animBg="1"/>
      <p:bldP spid="457" grpId="0" animBg="1"/>
      <p:bldP spid="458" grpId="0" animBg="1"/>
      <p:bldP spid="459" grpId="0" animBg="1"/>
      <p:bldP spid="460" grpId="0" animBg="1"/>
      <p:bldP spid="461" grpId="0" animBg="1"/>
      <p:bldP spid="462" grpId="0" animBg="1"/>
      <p:bldP spid="463" grpId="0" animBg="1"/>
      <p:bldP spid="464" grpId="0" animBg="1"/>
      <p:bldP spid="465" grpId="0" animBg="1"/>
      <p:bldP spid="466" grpId="0" animBg="1"/>
      <p:bldP spid="467" grpId="0" animBg="1"/>
      <p:bldP spid="468" grpId="0" animBg="1"/>
      <p:bldP spid="469" grpId="0" animBg="1"/>
      <p:bldP spid="470" grpId="0" animBg="1"/>
      <p:bldP spid="472" grpId="0" animBg="1"/>
      <p:bldP spid="473" grpId="0" animBg="1"/>
      <p:bldP spid="474" grpId="0" animBg="1"/>
      <p:bldP spid="475" grpId="0" animBg="1"/>
      <p:bldP spid="476" grpId="0" animBg="1"/>
      <p:bldP spid="477" grpId="0" animBg="1"/>
      <p:bldP spid="478" grpId="0" animBg="1"/>
      <p:bldP spid="479" grpId="0" animBg="1"/>
      <p:bldP spid="480" grpId="0" animBg="1"/>
      <p:bldP spid="481" grpId="0" animBg="1"/>
      <p:bldP spid="482" grpId="0" animBg="1"/>
      <p:bldP spid="483" grpId="0" animBg="1"/>
      <p:bldP spid="484" grpId="0" animBg="1"/>
      <p:bldP spid="485" grpId="0" animBg="1"/>
      <p:bldP spid="495" grpId="0" animBg="1"/>
      <p:bldP spid="496" grpId="0" animBg="1"/>
      <p:bldP spid="497" grpId="0" animBg="1"/>
      <p:bldP spid="498" grpId="0" animBg="1"/>
      <p:bldP spid="499" grpId="0" animBg="1"/>
      <p:bldP spid="500" grpId="0" animBg="1"/>
      <p:bldP spid="50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java.util.Scanner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isSubsetSum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set[], int n, int sum){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(sum == 0)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true;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(n == 0)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false;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(set[n - 1] &gt; sum)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isSubsetSum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(set, n - 1, sum);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isSubsetSum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(set, n - 1, sum) ||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isSubsetSum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(set, n - 1, sum - set[n - 1]);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Scanner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n 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sum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set[]= 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n;i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set[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isSubsetSum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(set, n, sum) == true)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("yes");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("no");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472</Words>
  <Application>Microsoft Office PowerPoint</Application>
  <PresentationFormat>Widescreen</PresentationFormat>
  <Paragraphs>209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2024-01-12T07:00:41Z</dcterms:created>
  <dcterms:modified xsi:type="dcterms:W3CDTF">2024-01-12T07:11:41Z</dcterms:modified>
</cp:coreProperties>
</file>