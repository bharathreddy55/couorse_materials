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744" r:id="rId2"/>
    <p:sldId id="260" r:id="rId3"/>
    <p:sldId id="794" r:id="rId4"/>
    <p:sldId id="798" r:id="rId5"/>
    <p:sldId id="358" r:id="rId6"/>
    <p:sldId id="745" r:id="rId7"/>
    <p:sldId id="28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ABEEDE-E0CB-4E24-9719-065A482FBB27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343C6-6192-4537-B488-7DFC2B4B278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00210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77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Title + 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AB6876-1BF1-4B88-890A-0B4E4620150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49816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8C7CC-C2B2-A1FD-5D90-4E4763A4A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D148D-2836-421D-1311-4832DDB7B3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FB521-7A4B-C1EC-073F-FC908AF75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C59CFA-9DD4-C9F9-B257-0ADB216FD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AF2F1-A257-3F13-D7C5-5571331E7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336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DE31C-0A04-2A6B-3EEA-BADCCBD3B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FB39CE-A193-23D5-0977-AEBCA8607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04F964-E417-5C7B-678B-862D6163E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E0D5F-A353-553B-9C4F-1DAF67D63F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0005B-D553-CD2F-6070-2092F4AD2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880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2F3501-DCA7-B200-21DF-197E48E1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A112E1-5A4C-AF7F-AD46-182BD252E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A6B6F1-A1EC-4162-AF94-75B929290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E16B3-6C51-AF98-3BEF-20C9852B1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41F7B-B254-27BE-3926-EE1A4A541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95233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F4E67-4DA0-6738-EA55-BAC4E440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799-F827-E670-799A-0258538101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6B3AE7-BC27-9F8E-1AA5-D6338BAE5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041DA4-86E2-E6CC-75FC-4305603C1D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F948E-EBC9-EF3B-A99D-F3E707AF9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EE7E10-6C8A-D39F-E9A0-3C727EC18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26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92DC8-F686-82E5-A432-296CA7144E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C9710C-363A-756C-3CA4-9A159D5EF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103B09-B172-A356-64A9-922F2C2495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4605-D62F-F764-DFA1-4B2C0B318B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0194D6-1566-1F01-CC1D-3431CE7CAA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A3B379-0CF7-E4BC-88E9-CAE3D9969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D83E8D-EF13-7223-62F7-824D73455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F3BF25-EC3B-A6E8-E26F-B37B02F48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811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93222-7B08-FC7C-9A19-930605ACD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85FE21-C523-6A6A-7D0E-7C734B08B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3D1821-D69A-6676-D522-DA7E356B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02401E-8876-2513-E45D-C50018D49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6117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70B7CD-901B-4509-62A4-03AFE4922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059DA0-ECB0-6D2B-3FA3-F05978D2F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1659E-03EA-BF5E-8364-9EDAAAE6B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075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28B8E-D97E-4356-DCED-22FD9BC80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1365E-9B84-939E-1BE4-EF4CC63A1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BD58C9-6A5B-5BBD-7E46-1B0EA9129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966A6-61CD-541A-1AC3-ABD7F933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970C1-4297-E37F-BDD0-D4D54CDA8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AE5AF1-B6F3-056B-1BCB-74687627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6353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448F1-721E-7117-00DC-3518D82C5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9DAB3-5696-864B-C5CB-E003938AA6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68D59-F607-9045-6FE5-FB0EFE878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BBFA26-BAF3-0432-01DC-BF498C03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57DA53-4BC6-220A-C0A7-1F9580BFB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86A2BD-9EFE-6914-7CCA-A58AEED1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641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F933A-2D37-9013-EE75-40FE0184A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F3B58E-E0FC-562A-3D8B-DFB9A8536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3B998-03A5-8EEC-C2F9-6BE20DD1F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83ECE-5B6D-D1A4-0BD2-279E87BFD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D93293-BC37-01DD-1D59-0232F5342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5471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4D0C11-AB76-5B79-E001-1A2DBE0AC0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CF2CAE-F386-567B-2BA9-5F4EAAC3B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8F498-A761-1876-5E95-16993659F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6B0B0-5EBC-E848-A318-5326266B9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6E67-47F7-D50E-AAEC-33B0FE3B7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744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E6ED9D-2064-84EB-AA88-47D5EBE32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2CC76-30FA-86E4-1F98-1BFB25917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F51306-D136-99FE-D099-F69C6A566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AB3D2-13FB-440E-944F-CDC03E7E3B01}" type="datetimeFigureOut">
              <a:rPr lang="en-IN" smtClean="0"/>
              <a:t>12-01-2024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6E69E-2792-1566-9C65-C7E5E655CF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C06-BF90-53C8-359C-1E741CB245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A0F9A-DEA5-4AB7-AD7C-607E94B666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70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Longest </a:t>
            </a:r>
            <a:r>
              <a:rPr lang="en-US" sz="5400" b="1" i="0" u="none" strike="noStrike" cap="none" dirty="0" err="1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Bitonic</a:t>
            </a: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 Subsequence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A7F68C4-5FDD-4C5B-B60C-E1BF3B5AB820}"/>
              </a:ext>
            </a:extLst>
          </p:cNvPr>
          <p:cNvSpPr txBox="1"/>
          <p:nvPr/>
        </p:nvSpPr>
        <p:spPr>
          <a:xfrm>
            <a:off x="456960" y="1496220"/>
            <a:ext cx="1110448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Create </a:t>
            </a:r>
            <a:r>
              <a:rPr lang="en-US" sz="2000" noProof="0" dirty="0">
                <a:solidFill>
                  <a:prstClr val="black"/>
                </a:solidFill>
                <a:latin typeface="Nunito Sans" panose="00000500000000000000" pitchFamily="2" charset="0"/>
              </a:rPr>
              <a:t>two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arrays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“</a:t>
            </a:r>
            <a:r>
              <a:rPr kumimoji="0" lang="en-US" sz="2000" b="0" i="0" u="none" strike="noStrike" kern="1200" cap="none" spc="0" normalizeH="0" noProof="0" dirty="0" err="1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lis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[ n ]”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&amp;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Nunito Sans" panose="00000500000000000000" pitchFamily="2" charset="0"/>
              </a:rPr>
              <a:t>“</a:t>
            </a:r>
            <a:r>
              <a:rPr lang="en-US" sz="2000" dirty="0" err="1">
                <a:solidFill>
                  <a:schemeClr val="accent3">
                    <a:lumMod val="75000"/>
                  </a:schemeClr>
                </a:solidFill>
                <a:latin typeface="Nunito Sans" panose="00000500000000000000" pitchFamily="2" charset="0"/>
              </a:rPr>
              <a:t>lds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Nunito Sans" panose="00000500000000000000" pitchFamily="2" charset="0"/>
              </a:rPr>
              <a:t>[ n ]” of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3">
                    <a:lumMod val="75000"/>
                  </a:schemeClr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size n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(</a:t>
            </a:r>
            <a:r>
              <a:rPr lang="en-US" sz="2000" noProof="0" dirty="0">
                <a:latin typeface="Nunito Sans" panose="00000500000000000000" pitchFamily="2" charset="0"/>
              </a:rPr>
              <a:t>input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) </a:t>
            </a:r>
          </a:p>
          <a:p>
            <a:pPr marL="457200" lvl="0" indent="-4572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noProof="0" dirty="0">
              <a:ln>
                <a:noFill/>
              </a:ln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457200" indent="-4572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Traverse</a:t>
            </a:r>
            <a:endParaRPr lang="en-US" sz="2000" dirty="0">
              <a:solidFill>
                <a:prstClr val="black"/>
              </a:solidFill>
              <a:latin typeface="Nunito Sans" panose="00000500000000000000" pitchFamily="2" charset="0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latin typeface="Nunito Sans" panose="00000500000000000000" pitchFamily="2" charset="0"/>
              </a:rPr>
              <a:t>T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o store the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maximum number </a:t>
            </a:r>
            <a:r>
              <a:rPr kumimoji="0" lang="en-US" sz="2000" b="0" i="0" u="none" strike="noStrike" kern="1200" cap="none" spc="0" normalizeH="0" noProof="0" dirty="0">
                <a:ln>
                  <a:noFill/>
                </a:ln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of sequences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 err="1">
                <a:latin typeface="Nunito Sans" panose="00000500000000000000" pitchFamily="2" charset="0"/>
              </a:rPr>
              <a:t>lis</a:t>
            </a:r>
            <a:r>
              <a:rPr lang="en-US" sz="2000" dirty="0">
                <a:latin typeface="Nunito Sans" panose="00000500000000000000" pitchFamily="2" charset="0"/>
              </a:rPr>
              <a:t>[ n ] -&gt; Stores the number of sequences in </a:t>
            </a:r>
            <a:r>
              <a:rPr lang="en-US" sz="2000" dirty="0">
                <a:solidFill>
                  <a:srgbClr val="00B050"/>
                </a:solidFill>
                <a:latin typeface="Nunito Sans" panose="00000500000000000000" pitchFamily="2" charset="0"/>
              </a:rPr>
              <a:t>ascending order from start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noProof="0" dirty="0" err="1">
                <a:latin typeface="Nunito Sans" panose="00000500000000000000" pitchFamily="2" charset="0"/>
              </a:rPr>
              <a:t>lds</a:t>
            </a:r>
            <a:r>
              <a:rPr lang="en-US" sz="2000" dirty="0">
                <a:latin typeface="Nunito Sans" panose="00000500000000000000" pitchFamily="2" charset="0"/>
              </a:rPr>
              <a:t>[ n ] -&gt; Stores the number of sequences in </a:t>
            </a:r>
            <a:r>
              <a:rPr lang="en-US" sz="2000" dirty="0">
                <a:solidFill>
                  <a:srgbClr val="FF0000"/>
                </a:solidFill>
                <a:latin typeface="Nunito Sans" panose="00000500000000000000" pitchFamily="2" charset="0"/>
              </a:rPr>
              <a:t>ascending order from end</a:t>
            </a:r>
            <a:endParaRPr kumimoji="0" lang="en-US" sz="2000" b="0" i="0" u="none" strike="noStrike" kern="1200" cap="none" spc="0" normalizeH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Nunito Sans" panose="00000500000000000000" pitchFamily="2" charset="0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dirty="0">
              <a:solidFill>
                <a:srgbClr val="FFC000"/>
              </a:solidFill>
              <a:latin typeface="Nunito Sans" panose="00000500000000000000" pitchFamily="2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srgbClr val="FFC000"/>
                </a:solidFill>
                <a:latin typeface="Nunito Sans" panose="00000500000000000000" pitchFamily="2" charset="0"/>
              </a:rPr>
              <a:t>Find the max, 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>
                <a:solidFill>
                  <a:srgbClr val="0070C0"/>
                </a:solidFill>
                <a:latin typeface="Nunito Sans" panose="00000500000000000000" pitchFamily="2" charset="0"/>
              </a:rPr>
              <a:t>Initially, max = </a:t>
            </a:r>
            <a:r>
              <a:rPr lang="en-US" sz="2000" dirty="0" err="1">
                <a:solidFill>
                  <a:srgbClr val="0070C0"/>
                </a:solidFill>
                <a:latin typeface="Nunito Sans" panose="00000500000000000000" pitchFamily="2" charset="0"/>
              </a:rPr>
              <a:t>lis</a:t>
            </a:r>
            <a:r>
              <a:rPr lang="en-US" sz="2000" dirty="0">
                <a:solidFill>
                  <a:srgbClr val="0070C0"/>
                </a:solidFill>
                <a:latin typeface="Nunito Sans" panose="00000500000000000000" pitchFamily="2" charset="0"/>
              </a:rPr>
              <a:t>[0] + </a:t>
            </a:r>
            <a:r>
              <a:rPr lang="en-US" sz="2000" dirty="0" err="1">
                <a:solidFill>
                  <a:srgbClr val="0070C0"/>
                </a:solidFill>
                <a:latin typeface="Nunito Sans" panose="00000500000000000000" pitchFamily="2" charset="0"/>
              </a:rPr>
              <a:t>lds</a:t>
            </a:r>
            <a:r>
              <a:rPr lang="en-US" sz="2000" dirty="0">
                <a:solidFill>
                  <a:srgbClr val="0070C0"/>
                </a:solidFill>
                <a:latin typeface="Nunito Sans" panose="00000500000000000000" pitchFamily="2" charset="0"/>
              </a:rPr>
              <a:t>[0] – 1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US" sz="2000" dirty="0">
                <a:solidFill>
                  <a:schemeClr val="tx2"/>
                </a:solidFill>
                <a:latin typeface="Nunito Sans" panose="00000500000000000000" pitchFamily="2" charset="0"/>
              </a:rPr>
              <a:t>Traverse the lists for the maximum number of sequence</a:t>
            </a:r>
          </a:p>
          <a:p>
            <a:pPr marL="1714500" lvl="3" indent="-342900">
              <a:buFont typeface="Arial" panose="020B0604020202020204" pitchFamily="34" charset="0"/>
              <a:buChar char="•"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75000"/>
                </a:srgbClr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Print the </a:t>
            </a:r>
            <a:r>
              <a:rPr lang="en-US" sz="2000" noProof="0" dirty="0">
                <a:solidFill>
                  <a:srgbClr val="00B050"/>
                </a:solidFill>
                <a:latin typeface="Nunito Sans" panose="00000500000000000000" pitchFamily="2" charset="0"/>
              </a:rPr>
              <a:t>max value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Nunito Sans" panose="00000500000000000000" pitchFamily="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67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AA635DAA-35C4-4438-9D75-515C2C193139}"/>
              </a:ext>
            </a:extLst>
          </p:cNvPr>
          <p:cNvSpPr txBox="1"/>
          <p:nvPr/>
        </p:nvSpPr>
        <p:spPr>
          <a:xfrm>
            <a:off x="456960" y="711390"/>
            <a:ext cx="11136326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unito Sans" panose="00000500000000000000" pitchFamily="2" charset="0"/>
                <a:ea typeface="+mn-ea"/>
                <a:cs typeface="+mn-cs"/>
              </a:rPr>
              <a:t>Key idea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767CAB-1FA5-494A-96EC-9E612067A695}"/>
              </a:ext>
            </a:extLst>
          </p:cNvPr>
          <p:cNvSpPr/>
          <p:nvPr/>
        </p:nvSpPr>
        <p:spPr>
          <a:xfrm>
            <a:off x="598714" y="711390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AA7921-5D20-4289-9841-C99FE76476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0D5FD32-5FC4-48B5-AD49-C43E40D16802}"/>
              </a:ext>
            </a:extLst>
          </p:cNvPr>
          <p:cNvSpPr/>
          <p:nvPr/>
        </p:nvSpPr>
        <p:spPr>
          <a:xfrm>
            <a:off x="3502653" y="18638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B711FD-48E6-40F2-94F8-8FFAD2420D38}"/>
              </a:ext>
            </a:extLst>
          </p:cNvPr>
          <p:cNvSpPr/>
          <p:nvPr/>
        </p:nvSpPr>
        <p:spPr>
          <a:xfrm>
            <a:off x="4340853" y="18638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C5CE7EF-4D61-48D6-905F-35D771FA684F}"/>
              </a:ext>
            </a:extLst>
          </p:cNvPr>
          <p:cNvSpPr/>
          <p:nvPr/>
        </p:nvSpPr>
        <p:spPr>
          <a:xfrm>
            <a:off x="5179053" y="18638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5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97F2B5E-C30C-48C0-A8C7-F14B201EFC92}"/>
              </a:ext>
            </a:extLst>
          </p:cNvPr>
          <p:cNvSpPr/>
          <p:nvPr/>
        </p:nvSpPr>
        <p:spPr>
          <a:xfrm>
            <a:off x="6025123" y="18638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3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5152DF-7175-4AFA-B4CC-2D2CC370554D}"/>
              </a:ext>
            </a:extLst>
          </p:cNvPr>
          <p:cNvSpPr/>
          <p:nvPr/>
        </p:nvSpPr>
        <p:spPr>
          <a:xfrm>
            <a:off x="6871193" y="18638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5D6D687-6ED3-4730-BCD7-BC9C1ACCEF05}"/>
              </a:ext>
            </a:extLst>
          </p:cNvPr>
          <p:cNvSpPr/>
          <p:nvPr/>
        </p:nvSpPr>
        <p:spPr>
          <a:xfrm>
            <a:off x="350265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EC31140-F9AD-4A1C-A19F-EF74996ECAD9}"/>
              </a:ext>
            </a:extLst>
          </p:cNvPr>
          <p:cNvSpPr/>
          <p:nvPr/>
        </p:nvSpPr>
        <p:spPr>
          <a:xfrm>
            <a:off x="434085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95190E5-542A-4215-B80A-6817B35B3603}"/>
              </a:ext>
            </a:extLst>
          </p:cNvPr>
          <p:cNvSpPr/>
          <p:nvPr/>
        </p:nvSpPr>
        <p:spPr>
          <a:xfrm>
            <a:off x="517905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15D9F38-357F-4999-AB94-F2C47C3D2535}"/>
              </a:ext>
            </a:extLst>
          </p:cNvPr>
          <p:cNvSpPr/>
          <p:nvPr/>
        </p:nvSpPr>
        <p:spPr>
          <a:xfrm>
            <a:off x="602512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34E049-23D4-4837-BAAB-9D745D60C133}"/>
              </a:ext>
            </a:extLst>
          </p:cNvPr>
          <p:cNvSpPr/>
          <p:nvPr/>
        </p:nvSpPr>
        <p:spPr>
          <a:xfrm>
            <a:off x="687119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AA260CD-FFDE-43ED-8E7D-E881AF494051}"/>
              </a:ext>
            </a:extLst>
          </p:cNvPr>
          <p:cNvSpPr/>
          <p:nvPr/>
        </p:nvSpPr>
        <p:spPr>
          <a:xfrm>
            <a:off x="350265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E745BB4-2751-4FA0-ADF4-76EE60DD9D35}"/>
              </a:ext>
            </a:extLst>
          </p:cNvPr>
          <p:cNvSpPr/>
          <p:nvPr/>
        </p:nvSpPr>
        <p:spPr>
          <a:xfrm>
            <a:off x="434085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C2730EC-3505-4EB0-972F-892D7ABCC31B}"/>
              </a:ext>
            </a:extLst>
          </p:cNvPr>
          <p:cNvSpPr/>
          <p:nvPr/>
        </p:nvSpPr>
        <p:spPr>
          <a:xfrm>
            <a:off x="517905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014652A-A256-46E1-997E-435ABD0A3874}"/>
              </a:ext>
            </a:extLst>
          </p:cNvPr>
          <p:cNvSpPr/>
          <p:nvPr/>
        </p:nvSpPr>
        <p:spPr>
          <a:xfrm>
            <a:off x="602512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F495C34-8C5B-4EC2-BE0D-311EF999197D}"/>
              </a:ext>
            </a:extLst>
          </p:cNvPr>
          <p:cNvSpPr/>
          <p:nvPr/>
        </p:nvSpPr>
        <p:spPr>
          <a:xfrm>
            <a:off x="687119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C442A4E-C3A7-4051-A79F-AFDA84B7CE18}"/>
              </a:ext>
            </a:extLst>
          </p:cNvPr>
          <p:cNvCxnSpPr>
            <a:cxnSpLocks/>
          </p:cNvCxnSpPr>
          <p:nvPr/>
        </p:nvCxnSpPr>
        <p:spPr>
          <a:xfrm flipV="1">
            <a:off x="4741439" y="2549623"/>
            <a:ext cx="0" cy="3736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A4F8942-9FA9-46D2-8BFF-2629167F2E80}"/>
              </a:ext>
            </a:extLst>
          </p:cNvPr>
          <p:cNvCxnSpPr>
            <a:cxnSpLocks/>
          </p:cNvCxnSpPr>
          <p:nvPr/>
        </p:nvCxnSpPr>
        <p:spPr>
          <a:xfrm flipV="1">
            <a:off x="3903247" y="2549623"/>
            <a:ext cx="0" cy="373605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FF38F32-1648-43D4-BD22-93EA8F6A5A93}"/>
              </a:ext>
            </a:extLst>
          </p:cNvPr>
          <p:cNvSpPr/>
          <p:nvPr/>
        </p:nvSpPr>
        <p:spPr>
          <a:xfrm>
            <a:off x="8955347" y="1424928"/>
            <a:ext cx="766623" cy="685800"/>
          </a:xfrm>
          <a:prstGeom prst="roundRect">
            <a:avLst/>
          </a:prstGeom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5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Nunito Sans" panose="020B0604020202020204" charset="0"/>
                <a:ea typeface="+mn-ea"/>
                <a:cs typeface="+mn-cs"/>
              </a:rPr>
              <a:t>i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C5B164A-E688-457B-9D0B-3F9E1C352D9E}"/>
              </a:ext>
            </a:extLst>
          </p:cNvPr>
          <p:cNvSpPr/>
          <p:nvPr/>
        </p:nvSpPr>
        <p:spPr>
          <a:xfrm>
            <a:off x="8955347" y="2453628"/>
            <a:ext cx="766623" cy="685800"/>
          </a:xfrm>
          <a:prstGeom prst="roundRect">
            <a:avLst/>
          </a:prstGeom>
          <a:solidFill>
            <a:srgbClr val="FF0000"/>
          </a:solidFill>
          <a:ln/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500" kern="0" dirty="0">
                <a:solidFill>
                  <a:prstClr val="white"/>
                </a:solidFill>
                <a:latin typeface="Nunito Sans" panose="020B0604020202020204" charset="0"/>
              </a:rPr>
              <a:t>j</a:t>
            </a:r>
            <a:endParaRPr kumimoji="0" lang="en-IN" sz="25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970BBB37-FCA9-4525-904F-429081442C8D}"/>
              </a:ext>
            </a:extLst>
          </p:cNvPr>
          <p:cNvSpPr/>
          <p:nvPr/>
        </p:nvSpPr>
        <p:spPr>
          <a:xfrm>
            <a:off x="1719988" y="3538946"/>
            <a:ext cx="1618600" cy="685800"/>
          </a:xfrm>
          <a:prstGeom prst="roundRect">
            <a:avLst/>
          </a:prstGeom>
          <a:solidFill>
            <a:schemeClr val="accent6">
              <a:lumMod val="50000"/>
            </a:scheme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 noProof="0" dirty="0" err="1">
                <a:solidFill>
                  <a:prstClr val="white"/>
                </a:solidFill>
                <a:latin typeface="Nunito Sans" panose="020B0604020202020204" charset="0"/>
              </a:rPr>
              <a:t>lis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72C75E-630C-4038-9EE5-53A8EB4EDF9F}"/>
              </a:ext>
            </a:extLst>
          </p:cNvPr>
          <p:cNvSpPr/>
          <p:nvPr/>
        </p:nvSpPr>
        <p:spPr>
          <a:xfrm>
            <a:off x="1719988" y="4761223"/>
            <a:ext cx="1618600" cy="685800"/>
          </a:xfrm>
          <a:prstGeom prst="roundRect">
            <a:avLst/>
          </a:prstGeom>
          <a:solidFill>
            <a:srgbClr val="002060"/>
          </a:solidFill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kern="0" dirty="0" err="1">
                <a:solidFill>
                  <a:prstClr val="white"/>
                </a:solidFill>
                <a:latin typeface="Nunito Sans" panose="020B0604020202020204" charset="0"/>
              </a:rPr>
              <a:t>lds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87C1603-4D08-4BF3-B420-B734E7CA4F1D}"/>
              </a:ext>
            </a:extLst>
          </p:cNvPr>
          <p:cNvSpPr/>
          <p:nvPr/>
        </p:nvSpPr>
        <p:spPr>
          <a:xfrm>
            <a:off x="4322339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7799CE9-07D7-48C5-A553-A5000C5496E4}"/>
              </a:ext>
            </a:extLst>
          </p:cNvPr>
          <p:cNvSpPr/>
          <p:nvPr/>
        </p:nvSpPr>
        <p:spPr>
          <a:xfrm>
            <a:off x="5197567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111C68-43C1-4C4B-AA51-07594750FD2A}"/>
              </a:ext>
            </a:extLst>
          </p:cNvPr>
          <p:cNvSpPr/>
          <p:nvPr/>
        </p:nvSpPr>
        <p:spPr>
          <a:xfrm>
            <a:off x="518692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3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A35B651-E598-4502-B0C9-D1AB57E67FFB}"/>
              </a:ext>
            </a:extLst>
          </p:cNvPr>
          <p:cNvSpPr/>
          <p:nvPr/>
        </p:nvSpPr>
        <p:spPr>
          <a:xfrm>
            <a:off x="6043637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B28C45B-1E70-46D0-BB81-011D21D61892}"/>
              </a:ext>
            </a:extLst>
          </p:cNvPr>
          <p:cNvSpPr/>
          <p:nvPr/>
        </p:nvSpPr>
        <p:spPr>
          <a:xfrm>
            <a:off x="6043637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3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3B3A53E-2F72-43A2-9531-CEAEF527F505}"/>
              </a:ext>
            </a:extLst>
          </p:cNvPr>
          <p:cNvSpPr/>
          <p:nvPr/>
        </p:nvSpPr>
        <p:spPr>
          <a:xfrm>
            <a:off x="6871193" y="3538946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510414C4-22A1-4D71-A023-BF191DD67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0800000">
            <a:off x="7038134" y="1469635"/>
            <a:ext cx="481626" cy="615749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439BC7D-1B62-4801-A401-270657B39E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0800000">
            <a:off x="6214053" y="1469635"/>
            <a:ext cx="481626" cy="615749"/>
          </a:xfrm>
          <a:prstGeom prst="rect">
            <a:avLst/>
          </a:prstGeom>
        </p:spPr>
      </p:pic>
      <p:sp>
        <p:nvSpPr>
          <p:cNvPr id="41" name="Rectangle 40">
            <a:extLst>
              <a:ext uri="{FF2B5EF4-FFF2-40B4-BE49-F238E27FC236}">
                <a16:creationId xmlns:a16="http://schemas.microsoft.com/office/drawing/2014/main" id="{EA8F9F87-FFC4-4E84-A92E-E779B5B80172}"/>
              </a:ext>
            </a:extLst>
          </p:cNvPr>
          <p:cNvSpPr/>
          <p:nvPr/>
        </p:nvSpPr>
        <p:spPr>
          <a:xfrm>
            <a:off x="6017253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1B7AE04-D29B-439E-9F5D-292E29CCD99F}"/>
              </a:ext>
            </a:extLst>
          </p:cNvPr>
          <p:cNvSpPr/>
          <p:nvPr/>
        </p:nvSpPr>
        <p:spPr>
          <a:xfrm>
            <a:off x="5175118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0CAC889-381A-479A-BCF7-ECBFC98CB353}"/>
              </a:ext>
            </a:extLst>
          </p:cNvPr>
          <p:cNvSpPr/>
          <p:nvPr/>
        </p:nvSpPr>
        <p:spPr>
          <a:xfrm>
            <a:off x="5177764" y="4761223"/>
            <a:ext cx="838200" cy="685800"/>
          </a:xfrm>
          <a:prstGeom prst="rect">
            <a:avLst/>
          </a:prstGeom>
          <a:ln/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3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51B641C-87F8-490F-AF90-0B62257159A6}"/>
              </a:ext>
            </a:extLst>
          </p:cNvPr>
          <p:cNvSpPr/>
          <p:nvPr/>
        </p:nvSpPr>
        <p:spPr>
          <a:xfrm>
            <a:off x="4478979" y="4761223"/>
            <a:ext cx="8382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A77C2957-270B-400E-85E8-D971EA0A51D1}"/>
              </a:ext>
            </a:extLst>
          </p:cNvPr>
          <p:cNvSpPr/>
          <p:nvPr/>
        </p:nvSpPr>
        <p:spPr>
          <a:xfrm>
            <a:off x="3903247" y="705047"/>
            <a:ext cx="4023360" cy="6858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b="1" kern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unito Sans" panose="020B0604020202020204" charset="0"/>
              </a:rPr>
              <a:t>Max = </a:t>
            </a:r>
            <a:r>
              <a:rPr lang="en-US" sz="3600" b="1" kern="0" noProof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unito Sans" panose="020B0604020202020204" charset="0"/>
              </a:rPr>
              <a:t>lis</a:t>
            </a:r>
            <a:r>
              <a:rPr lang="en-US" sz="3600" b="1" kern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unito Sans" panose="020B0604020202020204" charset="0"/>
              </a:rPr>
              <a:t> + </a:t>
            </a:r>
            <a:r>
              <a:rPr lang="en-US" sz="3600" b="1" kern="0" noProof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unito Sans" panose="020B0604020202020204" charset="0"/>
              </a:rPr>
              <a:t>lds</a:t>
            </a:r>
            <a:r>
              <a:rPr lang="en-US" sz="3600" b="1" kern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Nunito Sans" panose="020B0604020202020204" charset="0"/>
              </a:rPr>
              <a:t> - 1</a:t>
            </a:r>
            <a:endParaRPr kumimoji="0" lang="en-IN" sz="3600" b="1" i="0" u="none" strike="noStrike" kern="0" normalizeH="0" baseline="0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  <a:uLnTx/>
              <a:uFillTx/>
              <a:latin typeface="Nunito Sans" panose="020B0604020202020204" charset="0"/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2CF5F45-C833-4C6C-AC51-D909C68DD222}"/>
              </a:ext>
            </a:extLst>
          </p:cNvPr>
          <p:cNvSpPr/>
          <p:nvPr/>
        </p:nvSpPr>
        <p:spPr>
          <a:xfrm>
            <a:off x="5317671" y="4767566"/>
            <a:ext cx="8382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2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A746A1C-21D6-4DEB-AFBC-6C53FF2E9016}"/>
              </a:ext>
            </a:extLst>
          </p:cNvPr>
          <p:cNvSpPr/>
          <p:nvPr/>
        </p:nvSpPr>
        <p:spPr>
          <a:xfrm>
            <a:off x="6158517" y="4767566"/>
            <a:ext cx="8382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5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5087324-8770-4F8B-9400-1FD9AEBC038E}"/>
              </a:ext>
            </a:extLst>
          </p:cNvPr>
          <p:cNvSpPr/>
          <p:nvPr/>
        </p:nvSpPr>
        <p:spPr>
          <a:xfrm>
            <a:off x="7004587" y="4767566"/>
            <a:ext cx="8382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4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7582F64-B98A-4C00-AADB-3704914BD6C5}"/>
              </a:ext>
            </a:extLst>
          </p:cNvPr>
          <p:cNvSpPr/>
          <p:nvPr/>
        </p:nvSpPr>
        <p:spPr>
          <a:xfrm>
            <a:off x="7851149" y="4761223"/>
            <a:ext cx="838200" cy="685800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  <a:scene3d>
            <a:camera prst="orthographicFront"/>
            <a:lightRig rig="threePt" dir="t"/>
          </a:scene3d>
          <a:sp3d>
            <a:bevelT w="139700" prst="cross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kern="0" noProof="0" dirty="0">
                <a:solidFill>
                  <a:schemeClr val="bg2"/>
                </a:solidFill>
                <a:latin typeface="Nunito Sans" panose="020B0604020202020204" charset="0"/>
              </a:rPr>
              <a:t>1</a:t>
            </a: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9CE57A98-31B2-4E3B-9DE8-776923AED11E}"/>
              </a:ext>
            </a:extLst>
          </p:cNvPr>
          <p:cNvSpPr/>
          <p:nvPr/>
        </p:nvSpPr>
        <p:spPr>
          <a:xfrm>
            <a:off x="6166387" y="3985308"/>
            <a:ext cx="838200" cy="685800"/>
          </a:xfrm>
          <a:prstGeom prst="roundRect">
            <a:avLst/>
          </a:prstGeom>
          <a:solidFill>
            <a:srgbClr val="7030A0"/>
          </a:solidFill>
          <a:ln/>
          <a:scene3d>
            <a:camera prst="orthographicFront"/>
            <a:lightRig rig="threePt" dir="t"/>
          </a:scene3d>
          <a:sp3d>
            <a:bevelT/>
          </a:sp3d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kern="0" noProof="0" dirty="0">
                <a:solidFill>
                  <a:prstClr val="white"/>
                </a:solidFill>
                <a:latin typeface="Nunito Sans" panose="020B0604020202020204" charset="0"/>
              </a:rPr>
              <a:t>Max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unito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68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104 0.00625 L 0.06888 0.00625 " pathEditMode="relative" ptsTypes="AA">
                                      <p:cBhvr>
                                        <p:cTn id="1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741 L 0.0677 0.00625 " pathEditMode="relative" rAng="0" ptsTypes="AA">
                                      <p:cBhvr>
                                        <p:cTn id="11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90" y="-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71 0.00625 L -0.00013 0.00741 " pathEditMode="relative" rAng="0" ptsTypes="AA">
                                      <p:cBhvr>
                                        <p:cTn id="12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85" y="46"/>
                                    </p:animMotion>
                                  </p:childTnLst>
                                </p:cTn>
                              </p:par>
                              <p:par>
                                <p:cTn id="12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23 0.00625 L 0.14102 0.00625 " pathEditMode="relative" ptsTypes="AA">
                                      <p:cBhvr>
                                        <p:cTn id="13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6 0.00741 L 0.06914 0.00625 " pathEditMode="relative" ptsTypes="AA">
                                      <p:cBhvr>
                                        <p:cTn id="1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836 0.00625 L 0.1362 0.00741 " pathEditMode="relative" ptsTypes="AA">
                                      <p:cBhvr>
                                        <p:cTn id="14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102 0.00625 L 0.20821 0.00486 " pathEditMode="relative" ptsTypes="AA">
                                      <p:cBhvr>
                                        <p:cTn id="15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5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62 0.00741 L 0.0013 0.00741 " pathEditMode="relative" ptsTypes="AA">
                                      <p:cBhvr>
                                        <p:cTn id="15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3 0.00625 L 0.20912 0.00625 " pathEditMode="relative" ptsTypes="AA">
                                      <p:cBhvr>
                                        <p:cTn id="163" dur="10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500"/>
                            </p:stCondLst>
                            <p:childTnLst>
                              <p:par>
                                <p:cTn id="1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07407E-6 L -0.0681 0.00231 " pathEditMode="relative" rAng="0" ptsTypes="AA">
                                      <p:cBhvr>
                                        <p:cTn id="18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438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7.80626E-18 L -0.06653 0.00394 " pathEditMode="relative" rAng="0" ptsTypes="AA">
                                      <p:cBhvr>
                                        <p:cTn id="196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71 0.00116 L -0.00053 0.00116 " pathEditMode="relative" ptsTypes="AA">
                                      <p:cBhvr>
                                        <p:cTn id="205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0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6797 -0.00023 L -0.13802 0.00116 " pathEditMode="relative" ptsTypes="AA">
                                      <p:cBhvr>
                                        <p:cTn id="20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3 0.00116 L -0.13412 -0.00023 " pathEditMode="relative" ptsTypes="AA">
                                      <p:cBhvr>
                                        <p:cTn id="211" dur="8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2" fill="hold">
                      <p:stCondLst>
                        <p:cond delay="indefinite"/>
                      </p:stCondLst>
                      <p:childTnLst>
                        <p:par>
                          <p:cTn id="213" fill="hold">
                            <p:stCondLst>
                              <p:cond delay="0"/>
                            </p:stCondLst>
                            <p:childTnLst>
                              <p:par>
                                <p:cTn id="214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802 0.00231 L -0.20729 0.00231 " pathEditMode="relative" ptsTypes="AA">
                                      <p:cBhvr>
                                        <p:cTn id="21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16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412 -0.00023 L -0.00053 -0.00023 " pathEditMode="relative" ptsTypes="AA">
                                      <p:cBhvr>
                                        <p:cTn id="217" dur="2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3 -0.00278 L -0.20482 0.00231 " pathEditMode="relative" ptsTypes="AA">
                                      <p:cBhvr>
                                        <p:cTn id="221" dur="1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0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5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5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5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5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60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62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6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6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6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6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7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7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7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7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78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7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80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8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84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8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7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88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89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9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1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92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293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793 -0.2463 " pathEditMode="relative" ptsTypes="AA">
                                      <p:cBhvr>
                                        <p:cTn id="294" dur="2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5" fill="hold">
                      <p:stCondLst>
                        <p:cond delay="indefinite"/>
                      </p:stCondLst>
                      <p:childTnLst>
                        <p:par>
                          <p:cTn id="296" fill="hold">
                            <p:stCondLst>
                              <p:cond delay="0"/>
                            </p:stCondLst>
                            <p:childTnLst>
                              <p:par>
                                <p:cTn id="2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9" fill="hold">
                      <p:stCondLst>
                        <p:cond delay="indefinite"/>
                      </p:stCondLst>
                      <p:childTnLst>
                        <p:par>
                          <p:cTn id="300" fill="hold">
                            <p:stCondLst>
                              <p:cond delay="0"/>
                            </p:stCondLst>
                            <p:childTnLst>
                              <p:par>
                                <p:cTn id="3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3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9" fill="hold">
                      <p:stCondLst>
                        <p:cond delay="indefinite"/>
                      </p:stCondLst>
                      <p:childTnLst>
                        <p:par>
                          <p:cTn id="310" fill="hold">
                            <p:stCondLst>
                              <p:cond delay="0"/>
                            </p:stCondLst>
                            <p:childTnLst>
                              <p:par>
                                <p:cTn id="3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4" fill="hold">
                      <p:stCondLst>
                        <p:cond delay="indefinite"/>
                      </p:stCondLst>
                      <p:childTnLst>
                        <p:par>
                          <p:cTn id="315" fill="hold">
                            <p:stCondLst>
                              <p:cond delay="0"/>
                            </p:stCondLst>
                            <p:childTnLst>
                              <p:par>
                                <p:cTn id="3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9" fill="hold">
                      <p:stCondLst>
                        <p:cond delay="indefinite"/>
                      </p:stCondLst>
                      <p:childTnLst>
                        <p:par>
                          <p:cTn id="320" fill="hold">
                            <p:stCondLst>
                              <p:cond delay="0"/>
                            </p:stCondLst>
                            <p:childTnLst>
                              <p:par>
                                <p:cTn id="3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4" fill="hold">
                      <p:stCondLst>
                        <p:cond delay="indefinite"/>
                      </p:stCondLst>
                      <p:childTnLst>
                        <p:par>
                          <p:cTn id="325" fill="hold">
                            <p:stCondLst>
                              <p:cond delay="0"/>
                            </p:stCondLst>
                            <p:childTnLst>
                              <p:par>
                                <p:cTn id="3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9" fill="hold">
                      <p:stCondLst>
                        <p:cond delay="indefinite"/>
                      </p:stCondLst>
                      <p:childTnLst>
                        <p:par>
                          <p:cTn id="330" fill="hold">
                            <p:stCondLst>
                              <p:cond delay="0"/>
                            </p:stCondLst>
                            <p:childTnLst>
                              <p:par>
                                <p:cTn id="3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5" grpId="0" animBg="1"/>
      <p:bldP spid="35" grpId="1" animBg="1"/>
      <p:bldP spid="36" grpId="0" animBg="1"/>
      <p:bldP spid="36" grpId="1" animBg="1"/>
      <p:bldP spid="37" grpId="0" animBg="1"/>
      <p:bldP spid="37" grpId="1" animBg="1"/>
      <p:bldP spid="41" grpId="0" animBg="1"/>
      <p:bldP spid="41" grpId="1" animBg="1"/>
      <p:bldP spid="42" grpId="0" animBg="1"/>
      <p:bldP spid="42" grpId="1" animBg="1"/>
      <p:bldP spid="43" grpId="0" animBg="1"/>
      <p:bldP spid="43" grpId="1" animBg="1"/>
      <p:bldP spid="49" grpId="0" animBg="1"/>
      <p:bldP spid="50" grpId="0" animBg="1"/>
      <p:bldP spid="50" grpId="1" animBg="1"/>
      <p:bldP spid="51" grpId="0" animBg="1"/>
      <p:bldP spid="52" grpId="0" animBg="1"/>
      <p:bldP spid="53" grpId="0" animBg="1"/>
      <p:bldP spid="54" grpId="0" animBg="1"/>
      <p:bldP spid="5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public class Main{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[],int n){ 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int[n];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for(int j=0; j&lt;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 [n];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=n-2;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for(int j=n-1; j&gt;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j--)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]&lt;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[j]+1;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int max=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[0]-1;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=1;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if(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]-1&gt;max)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max=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]+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lds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]-1; 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return max;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public static void main(String args[]){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int a[]=new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a[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lbs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a,n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580</Words>
  <Application>Microsoft Office PowerPoint</Application>
  <PresentationFormat>Widescreen</PresentationFormat>
  <Paragraphs>140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2024-01-12T06:32:59Z</dcterms:created>
  <dcterms:modified xsi:type="dcterms:W3CDTF">2024-01-12T06:46:03Z</dcterms:modified>
</cp:coreProperties>
</file>