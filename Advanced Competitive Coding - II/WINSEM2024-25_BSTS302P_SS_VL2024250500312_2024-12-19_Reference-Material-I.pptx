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744" r:id="rId2"/>
    <p:sldId id="260" r:id="rId3"/>
    <p:sldId id="352" r:id="rId4"/>
    <p:sldId id="317" r:id="rId5"/>
    <p:sldId id="358" r:id="rId6"/>
    <p:sldId id="745" r:id="rId7"/>
    <p:sldId id="746" r:id="rId8"/>
    <p:sldId id="747" r:id="rId9"/>
    <p:sldId id="74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  <a:srgbClr val="F50126"/>
    <a:srgbClr val="F50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25BA1-4116-4721-AD57-DE0F52079DBF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CF5DA-4E6D-4991-A237-2571B7789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09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tx1"/>
                </a:solidFill>
                <a:latin typeface="Nunito Sans" pitchFamily="2" charset="0"/>
              </a:rPr>
              <a:t>Biotonic</a:t>
            </a:r>
            <a:r>
              <a:rPr lang="en-US" sz="1200" b="1" dirty="0">
                <a:solidFill>
                  <a:schemeClr val="tx1"/>
                </a:solidFill>
                <a:latin typeface="Nunito Sans" pitchFamily="2" charset="0"/>
              </a:rPr>
              <a:t> doubly linked list:</a:t>
            </a: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 is </a:t>
            </a:r>
            <a:r>
              <a:rPr lang="en-US" b="0" i="0" dirty="0">
                <a:solidFill>
                  <a:srgbClr val="040C28"/>
                </a:solidFill>
                <a:effectLst/>
                <a:latin typeface="Nunito Sans" pitchFamily="2" charset="0"/>
              </a:rPr>
              <a:t>a doubly-linked list which is first increasing and then decreasing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. A strictly increasing or a strictly decreasing list is also 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list.</a:t>
            </a:r>
            <a:endParaRPr lang="en-US" b="0" i="0" dirty="0">
              <a:solidFill>
                <a:srgbClr val="202124"/>
              </a:solidFill>
              <a:effectLst/>
              <a:latin typeface="Nunito San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6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E104-6349-5D8E-56FC-980FC3B00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50161-9CFA-32FC-E007-2754222DF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99A9F-CADC-6764-8990-325C6BCF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1D61-6FDB-61AA-E5EF-40CBC384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01903-4A53-CF2D-47F9-2717170E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04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511D-DA4E-9F5F-B948-4414FB9B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93457-E5C2-A493-B095-B9009BDC7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D408E-CD1E-70ED-6ED7-194604A37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518BF-5E2F-1DF4-AB04-456F4EE5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7770D-DB94-B715-05AE-368735171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84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5C1C8-8F61-E04F-DDCD-E3514D63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F03B3-46C4-FAE6-A7C4-80142236A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37189-5809-77B9-C58E-7F864669A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BA748-5163-26CD-1575-B1ECAA30D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2E952-9E06-B00A-D388-6234B879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66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24B0-FF0E-7D53-40E9-1222CA81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375F4-1453-82A3-8B29-7BC199E65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BA450-8C26-7546-57E5-C9A05E593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2F5CC-8796-4F8B-6877-31AE6172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E9E41-1AB5-8990-D750-1B5BE215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67713-73A7-4588-CB02-CDE49DE8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42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3EF3-8987-9020-2408-0BC1E4FD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C8AA5-0E82-B2C3-A851-492CCAD7A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1E8CB-8545-10F9-DFC6-7DBEBDE9E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4278D-125B-D14A-2325-F8AF59139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546CD-12B1-2ED5-8146-1C5BC44C8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6D3AC5-4101-EA1F-7430-4E515F46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6E3A07-F181-3A21-DD9D-8F17E8F9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A927A-0723-B14E-7F87-EA64AE8C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383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63B7-B3BB-C970-0EA6-2767CB8F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831C0-2240-F6D3-453D-5B03B64F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6F9B4-54E9-FF8B-8D05-CE1B949A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5DEDD-E847-860C-9061-99E44B6B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658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2A095-5872-6EEE-00FC-9AAFC2BE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BB57C1-B171-5D58-7666-14331FD1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49CC9-0E7D-365A-DB40-5C985F5A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13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87F5-62D6-86F3-C20A-603497B9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71DA-0C9B-F4BA-2972-E0E33A789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AEF67-31DF-1B0F-5565-F0495DE90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40751-7918-05B0-03AD-739F9C956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AFA37-2D88-19D9-FA70-8F7B8214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BCA3F-B143-C6DD-E904-E3BAB8F94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54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C3C3B-5D2A-830F-D523-1081878B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4D6933-7A4C-18DB-2CF4-EA087711C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13898-87B9-38A6-34FC-90DAD402E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868F2-8D42-18E6-E800-267B5FC0F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C52E0-46F8-241A-6D19-EA99A87C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3508C-C307-1261-642D-1B8E6905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11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EBE3-A64D-C7FD-1AB1-D63CB38F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D9CED-3F51-5FA5-5D54-FC8A7795F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B8029-47AA-4E15-CB6B-D4531402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36FBC-AC2E-955C-D673-3BA634020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017AF-0DBB-A5E9-EEC8-DA308B8D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28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8062C9-5B7D-4D79-CEDE-F2BE38CE0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BEC7E-6001-653A-B0FF-456D11958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CBF58-4149-7CE2-2DC9-89D3E435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EC765-B7EB-7E85-C10C-044D5F4D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36345-F53B-66E3-5F6D-3AF040CF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17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EBF0E-7746-4CA0-515C-AD3550D8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AB7A7-A5B6-178C-94D9-45CD37303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32790-BE3F-5AE6-7C7A-F891BA986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B3702-E61E-4235-AABB-AF585956949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9DE4F-B403-7300-722F-73B536CAD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9BAB5-7D4B-A8AE-02EA-D80B3BDCC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7D85A-3727-4CD3-AE78-0119ACB8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5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Merge Sort in DLL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>
                <a:latin typeface="Nunito Sans" panose="00000500000000000000" pitchFamily="2" charset="0"/>
              </a:rPr>
              <a:t>Merge Sort</a:t>
            </a:r>
            <a:endParaRPr lang="en-US" sz="4500" dirty="0">
              <a:latin typeface="Nunito Sa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E9A505B-7C89-45CA-A27C-7AAA79C8B199}"/>
              </a:ext>
            </a:extLst>
          </p:cNvPr>
          <p:cNvGrpSpPr/>
          <p:nvPr/>
        </p:nvGrpSpPr>
        <p:grpSpPr>
          <a:xfrm>
            <a:off x="4627209" y="1332318"/>
            <a:ext cx="2743200" cy="381000"/>
            <a:chOff x="1676400" y="1600200"/>
            <a:chExt cx="2743200" cy="381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2CEC83-A846-4240-93BD-6130394C3A24}"/>
                </a:ext>
              </a:extLst>
            </p:cNvPr>
            <p:cNvSpPr/>
            <p:nvPr/>
          </p:nvSpPr>
          <p:spPr>
            <a:xfrm>
              <a:off x="16764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0FE9471-823B-4499-A707-22902154DA3F}"/>
                </a:ext>
              </a:extLst>
            </p:cNvPr>
            <p:cNvSpPr/>
            <p:nvPr/>
          </p:nvSpPr>
          <p:spPr>
            <a:xfrm>
              <a:off x="21336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1849BA65-2401-4343-8257-87D9A0D75E81}"/>
                </a:ext>
              </a:extLst>
            </p:cNvPr>
            <p:cNvSpPr/>
            <p:nvPr/>
          </p:nvSpPr>
          <p:spPr>
            <a:xfrm>
              <a:off x="25908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26</a:t>
              </a:r>
              <a:endParaRPr lang="en-IN" dirty="0">
                <a:solidFill>
                  <a:srgbClr val="00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4D7F44B-926E-4989-8454-A510C7DA5A6B}"/>
                </a:ext>
              </a:extLst>
            </p:cNvPr>
            <p:cNvSpPr/>
            <p:nvPr/>
          </p:nvSpPr>
          <p:spPr>
            <a:xfrm>
              <a:off x="30480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38</a:t>
              </a:r>
              <a:endParaRPr lang="en-IN" dirty="0">
                <a:solidFill>
                  <a:srgbClr val="000000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A901B850-7813-4C65-BC29-267742977DBA}"/>
                </a:ext>
              </a:extLst>
            </p:cNvPr>
            <p:cNvSpPr/>
            <p:nvPr/>
          </p:nvSpPr>
          <p:spPr>
            <a:xfrm>
              <a:off x="35052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9</a:t>
              </a:r>
              <a:endParaRPr lang="en-IN" dirty="0">
                <a:solidFill>
                  <a:srgbClr val="00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D301F20D-6341-447F-AAFA-309ABB61827A}"/>
                </a:ext>
              </a:extLst>
            </p:cNvPr>
            <p:cNvSpPr/>
            <p:nvPr/>
          </p:nvSpPr>
          <p:spPr>
            <a:xfrm>
              <a:off x="39624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10</a:t>
              </a:r>
              <a:endParaRPr lang="en-IN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3C5F9D-419A-4CAF-A59E-2A1AB3E62921}"/>
              </a:ext>
            </a:extLst>
          </p:cNvPr>
          <p:cNvGrpSpPr/>
          <p:nvPr/>
        </p:nvGrpSpPr>
        <p:grpSpPr>
          <a:xfrm>
            <a:off x="3122283" y="2700087"/>
            <a:ext cx="914400" cy="381000"/>
            <a:chOff x="3588327" y="2743200"/>
            <a:chExt cx="914400" cy="381000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03DF510-520B-4932-BC4A-4585985663C6}"/>
                </a:ext>
              </a:extLst>
            </p:cNvPr>
            <p:cNvSpPr/>
            <p:nvPr/>
          </p:nvSpPr>
          <p:spPr>
            <a:xfrm>
              <a:off x="3588327" y="2743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11</a:t>
              </a:r>
              <a:endParaRPr lang="en-IN" dirty="0">
                <a:solidFill>
                  <a:srgbClr val="000000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736CA47-DEE2-4244-9440-60031E88F78A}"/>
                </a:ext>
              </a:extLst>
            </p:cNvPr>
            <p:cNvSpPr/>
            <p:nvPr/>
          </p:nvSpPr>
          <p:spPr>
            <a:xfrm>
              <a:off x="4045527" y="2743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59735C-D90B-4255-BD2E-F7C7FBE9DA47}"/>
              </a:ext>
            </a:extLst>
          </p:cNvPr>
          <p:cNvGrpSpPr/>
          <p:nvPr/>
        </p:nvGrpSpPr>
        <p:grpSpPr>
          <a:xfrm>
            <a:off x="7268211" y="2015913"/>
            <a:ext cx="1371600" cy="381000"/>
            <a:chOff x="6400800" y="2667000"/>
            <a:chExt cx="1371600" cy="381000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9094E1E-2037-4E69-8EB5-2CB62592CF3C}"/>
                </a:ext>
              </a:extLst>
            </p:cNvPr>
            <p:cNvSpPr/>
            <p:nvPr/>
          </p:nvSpPr>
          <p:spPr>
            <a:xfrm>
              <a:off x="6400800" y="26670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38</a:t>
              </a:r>
              <a:endParaRPr lang="en-IN" dirty="0">
                <a:solidFill>
                  <a:srgbClr val="000000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F327273-D3EF-42A9-9689-7DEFF801A368}"/>
                </a:ext>
              </a:extLst>
            </p:cNvPr>
            <p:cNvSpPr/>
            <p:nvPr/>
          </p:nvSpPr>
          <p:spPr>
            <a:xfrm>
              <a:off x="6858000" y="26670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9</a:t>
              </a:r>
              <a:endParaRPr lang="en-IN" dirty="0">
                <a:solidFill>
                  <a:srgbClr val="000000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81E66CF-D68D-4CB3-92BC-F892FBE980BB}"/>
                </a:ext>
              </a:extLst>
            </p:cNvPr>
            <p:cNvSpPr/>
            <p:nvPr/>
          </p:nvSpPr>
          <p:spPr>
            <a:xfrm>
              <a:off x="7315200" y="26670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10</a:t>
              </a:r>
              <a:endParaRPr lang="en-IN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BD4229-F187-48D3-B55F-F2F9394B13E7}"/>
              </a:ext>
            </a:extLst>
          </p:cNvPr>
          <p:cNvGrpSpPr/>
          <p:nvPr/>
        </p:nvGrpSpPr>
        <p:grpSpPr>
          <a:xfrm>
            <a:off x="3712809" y="2014287"/>
            <a:ext cx="1371600" cy="381000"/>
            <a:chOff x="3588327" y="2733964"/>
            <a:chExt cx="1371600" cy="381000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3B6FC53-0D3C-4FDB-BBA9-C18FAE26B63B}"/>
                </a:ext>
              </a:extLst>
            </p:cNvPr>
            <p:cNvSpPr/>
            <p:nvPr/>
          </p:nvSpPr>
          <p:spPr>
            <a:xfrm>
              <a:off x="4502727" y="2733964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26</a:t>
              </a:r>
              <a:endParaRPr lang="en-IN" dirty="0">
                <a:solidFill>
                  <a:srgbClr val="000000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C05F37C-0CDA-4759-BF08-4260A7FA174B}"/>
                </a:ext>
              </a:extLst>
            </p:cNvPr>
            <p:cNvSpPr/>
            <p:nvPr/>
          </p:nvSpPr>
          <p:spPr>
            <a:xfrm>
              <a:off x="3588327" y="2733964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11</a:t>
              </a:r>
              <a:endParaRPr lang="en-IN" dirty="0">
                <a:solidFill>
                  <a:srgbClr val="000000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AC6E40D0-4E6D-428B-A2F1-84F59FCD0B28}"/>
                </a:ext>
              </a:extLst>
            </p:cNvPr>
            <p:cNvSpPr/>
            <p:nvPr/>
          </p:nvSpPr>
          <p:spPr>
            <a:xfrm>
              <a:off x="4045527" y="2733964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15</a:t>
              </a:r>
              <a:endParaRPr lang="en-IN" dirty="0">
                <a:solidFill>
                  <a:srgbClr val="000000"/>
                </a:solidFill>
              </a:endParaRPr>
            </a:p>
          </p:txBody>
        </p: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952B27C-A9D7-4805-B717-D7B2AE61AC8D}"/>
              </a:ext>
            </a:extLst>
          </p:cNvPr>
          <p:cNvSpPr/>
          <p:nvPr/>
        </p:nvSpPr>
        <p:spPr>
          <a:xfrm>
            <a:off x="4855808" y="2700087"/>
            <a:ext cx="457200" cy="381000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26</a:t>
            </a:r>
            <a:endParaRPr lang="en-IN" dirty="0">
              <a:solidFill>
                <a:srgbClr val="000000"/>
              </a:solidFill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A1A3C93-58E9-4444-9A31-11B1E409B2F9}"/>
              </a:ext>
            </a:extLst>
          </p:cNvPr>
          <p:cNvGrpSpPr/>
          <p:nvPr/>
        </p:nvGrpSpPr>
        <p:grpSpPr>
          <a:xfrm>
            <a:off x="6710205" y="2711553"/>
            <a:ext cx="914400" cy="381000"/>
            <a:chOff x="3588327" y="2743200"/>
            <a:chExt cx="914400" cy="381000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41E9EDE-2FED-4154-8DCE-7994E0069894}"/>
                </a:ext>
              </a:extLst>
            </p:cNvPr>
            <p:cNvSpPr/>
            <p:nvPr/>
          </p:nvSpPr>
          <p:spPr>
            <a:xfrm>
              <a:off x="3588327" y="2743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38</a:t>
              </a:r>
              <a:endParaRPr lang="en-IN" dirty="0">
                <a:solidFill>
                  <a:srgbClr val="000000"/>
                </a:solidFill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4EA6E22-50AD-4061-A610-47A7228BC218}"/>
                </a:ext>
              </a:extLst>
            </p:cNvPr>
            <p:cNvSpPr/>
            <p:nvPr/>
          </p:nvSpPr>
          <p:spPr>
            <a:xfrm>
              <a:off x="4045527" y="2743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9</a:t>
              </a:r>
              <a:endParaRPr lang="en-IN" dirty="0">
                <a:solidFill>
                  <a:srgbClr val="000000"/>
                </a:solidFill>
              </a:endParaRPr>
            </a:p>
          </p:txBody>
        </p:sp>
      </p:grp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DF12F77-D23E-4613-8E5A-CF0E5DC5221E}"/>
              </a:ext>
            </a:extLst>
          </p:cNvPr>
          <p:cNvSpPr/>
          <p:nvPr/>
        </p:nvSpPr>
        <p:spPr>
          <a:xfrm>
            <a:off x="8613880" y="2711553"/>
            <a:ext cx="457200" cy="3810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10</a:t>
            </a: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12C05C9-1A94-40EA-9588-5314F58FFB47}"/>
              </a:ext>
            </a:extLst>
          </p:cNvPr>
          <p:cNvSpPr/>
          <p:nvPr/>
        </p:nvSpPr>
        <p:spPr>
          <a:xfrm>
            <a:off x="2831813" y="3402903"/>
            <a:ext cx="457200" cy="381000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11</a:t>
            </a: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2B8E1BD-EB8E-4D5B-BF12-F675ED8AFA6E}"/>
              </a:ext>
            </a:extLst>
          </p:cNvPr>
          <p:cNvSpPr/>
          <p:nvPr/>
        </p:nvSpPr>
        <p:spPr>
          <a:xfrm>
            <a:off x="4670576" y="3396008"/>
            <a:ext cx="457200" cy="381000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33B5882-4167-46C1-94D3-B2DABD8A6E36}"/>
              </a:ext>
            </a:extLst>
          </p:cNvPr>
          <p:cNvSpPr/>
          <p:nvPr/>
        </p:nvSpPr>
        <p:spPr>
          <a:xfrm>
            <a:off x="3803465" y="3394518"/>
            <a:ext cx="457200" cy="381000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15</a:t>
            </a: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55DDBBF-2921-473D-801D-FD77C7245424}"/>
              </a:ext>
            </a:extLst>
          </p:cNvPr>
          <p:cNvSpPr/>
          <p:nvPr/>
        </p:nvSpPr>
        <p:spPr>
          <a:xfrm>
            <a:off x="8287923" y="3414369"/>
            <a:ext cx="457200" cy="3810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53C01D5D-08DC-411E-9484-6521E1B73033}"/>
              </a:ext>
            </a:extLst>
          </p:cNvPr>
          <p:cNvSpPr/>
          <p:nvPr/>
        </p:nvSpPr>
        <p:spPr>
          <a:xfrm>
            <a:off x="7322514" y="3414369"/>
            <a:ext cx="457200" cy="3810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A185DBD-5408-4B74-B9BB-78DA90CC5E7B}"/>
              </a:ext>
            </a:extLst>
          </p:cNvPr>
          <p:cNvSpPr/>
          <p:nvPr/>
        </p:nvSpPr>
        <p:spPr>
          <a:xfrm>
            <a:off x="6556527" y="3414369"/>
            <a:ext cx="457200" cy="3810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38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A25EBAC-4311-40E4-96A4-DD8025982334}"/>
              </a:ext>
            </a:extLst>
          </p:cNvPr>
          <p:cNvGrpSpPr/>
          <p:nvPr/>
        </p:nvGrpSpPr>
        <p:grpSpPr>
          <a:xfrm>
            <a:off x="3118541" y="4063788"/>
            <a:ext cx="914400" cy="381000"/>
            <a:chOff x="3588327" y="2743200"/>
            <a:chExt cx="914400" cy="381000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64C0AAD-9FCB-4D6B-8F80-BE45E7A255DB}"/>
                </a:ext>
              </a:extLst>
            </p:cNvPr>
            <p:cNvSpPr/>
            <p:nvPr/>
          </p:nvSpPr>
          <p:spPr>
            <a:xfrm>
              <a:off x="3588327" y="2743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7737CBAD-D69B-4A84-B567-64547B0EDBD4}"/>
                </a:ext>
              </a:extLst>
            </p:cNvPr>
            <p:cNvSpPr/>
            <p:nvPr/>
          </p:nvSpPr>
          <p:spPr>
            <a:xfrm>
              <a:off x="4045527" y="2743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0F67007-0DDB-4553-BC9B-0E8175AD27E6}"/>
              </a:ext>
            </a:extLst>
          </p:cNvPr>
          <p:cNvSpPr/>
          <p:nvPr/>
        </p:nvSpPr>
        <p:spPr>
          <a:xfrm>
            <a:off x="4876465" y="4063788"/>
            <a:ext cx="457200" cy="381000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26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C55F230C-D273-4041-8E19-DA9E86E4592D}"/>
              </a:ext>
            </a:extLst>
          </p:cNvPr>
          <p:cNvGrpSpPr/>
          <p:nvPr/>
        </p:nvGrpSpPr>
        <p:grpSpPr>
          <a:xfrm>
            <a:off x="6743516" y="4082549"/>
            <a:ext cx="914400" cy="381000"/>
            <a:chOff x="3588327" y="2743200"/>
            <a:chExt cx="914400" cy="381000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A9502871-A9F7-4738-9E6D-185B6AF0B11F}"/>
                </a:ext>
              </a:extLst>
            </p:cNvPr>
            <p:cNvSpPr/>
            <p:nvPr/>
          </p:nvSpPr>
          <p:spPr>
            <a:xfrm>
              <a:off x="3588327" y="2743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385EB10A-BCCF-438F-86E5-02FA3A8FAC5C}"/>
                </a:ext>
              </a:extLst>
            </p:cNvPr>
            <p:cNvSpPr/>
            <p:nvPr/>
          </p:nvSpPr>
          <p:spPr>
            <a:xfrm>
              <a:off x="4045527" y="2743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38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D34D497-E014-41B8-8A8A-9FCAAEB3D0BF}"/>
              </a:ext>
            </a:extLst>
          </p:cNvPr>
          <p:cNvSpPr/>
          <p:nvPr/>
        </p:nvSpPr>
        <p:spPr>
          <a:xfrm>
            <a:off x="8613880" y="4086498"/>
            <a:ext cx="457200" cy="3810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49A392C-9942-4F7D-BFDB-FEC9F0BE6FD1}"/>
              </a:ext>
            </a:extLst>
          </p:cNvPr>
          <p:cNvGrpSpPr/>
          <p:nvPr/>
        </p:nvGrpSpPr>
        <p:grpSpPr>
          <a:xfrm>
            <a:off x="3579483" y="4763141"/>
            <a:ext cx="1371600" cy="381000"/>
            <a:chOff x="3588327" y="2733964"/>
            <a:chExt cx="1371600" cy="381000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2318CACD-9718-4603-B664-63C0BFDE9585}"/>
                </a:ext>
              </a:extLst>
            </p:cNvPr>
            <p:cNvSpPr/>
            <p:nvPr/>
          </p:nvSpPr>
          <p:spPr>
            <a:xfrm>
              <a:off x="4502727" y="2733964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26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F7487F78-D71B-42D7-8D54-FF3F9F75A1C1}"/>
                </a:ext>
              </a:extLst>
            </p:cNvPr>
            <p:cNvSpPr/>
            <p:nvPr/>
          </p:nvSpPr>
          <p:spPr>
            <a:xfrm>
              <a:off x="3588327" y="2733964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68C519D4-89B6-4AE6-A494-FD8D94DA6B15}"/>
                </a:ext>
              </a:extLst>
            </p:cNvPr>
            <p:cNvSpPr/>
            <p:nvPr/>
          </p:nvSpPr>
          <p:spPr>
            <a:xfrm>
              <a:off x="4045527" y="2733964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37E40E3-86D0-45F1-A3FA-6D52E411989B}"/>
              </a:ext>
            </a:extLst>
          </p:cNvPr>
          <p:cNvGrpSpPr/>
          <p:nvPr/>
        </p:nvGrpSpPr>
        <p:grpSpPr>
          <a:xfrm>
            <a:off x="7373523" y="4777843"/>
            <a:ext cx="1371600" cy="381000"/>
            <a:chOff x="6400800" y="2667000"/>
            <a:chExt cx="1371600" cy="381000"/>
          </a:xfrm>
        </p:grpSpPr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C4B7697E-4AD7-4CF1-B1E0-F0A1031E2AF1}"/>
                </a:ext>
              </a:extLst>
            </p:cNvPr>
            <p:cNvSpPr/>
            <p:nvPr/>
          </p:nvSpPr>
          <p:spPr>
            <a:xfrm>
              <a:off x="6400800" y="26670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60AC5B2-AD99-4448-B3E2-CB61F5410ACE}"/>
                </a:ext>
              </a:extLst>
            </p:cNvPr>
            <p:cNvSpPr/>
            <p:nvPr/>
          </p:nvSpPr>
          <p:spPr>
            <a:xfrm>
              <a:off x="6858000" y="26670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92044B19-0625-4312-B7E6-AC224ADEE0D5}"/>
                </a:ext>
              </a:extLst>
            </p:cNvPr>
            <p:cNvSpPr/>
            <p:nvPr/>
          </p:nvSpPr>
          <p:spPr>
            <a:xfrm>
              <a:off x="7315200" y="26670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38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ACCE2A9-C78F-40DC-A234-58F777F2F342}"/>
              </a:ext>
            </a:extLst>
          </p:cNvPr>
          <p:cNvGrpSpPr/>
          <p:nvPr/>
        </p:nvGrpSpPr>
        <p:grpSpPr>
          <a:xfrm>
            <a:off x="4624045" y="5477423"/>
            <a:ext cx="2743200" cy="381000"/>
            <a:chOff x="1676400" y="1600200"/>
            <a:chExt cx="2743200" cy="381000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F23F0F94-AB81-4F14-8E12-3E4C8EA29351}"/>
                </a:ext>
              </a:extLst>
            </p:cNvPr>
            <p:cNvSpPr/>
            <p:nvPr/>
          </p:nvSpPr>
          <p:spPr>
            <a:xfrm>
              <a:off x="16764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FAC728DC-9166-4573-A22D-191741FB6D70}"/>
                </a:ext>
              </a:extLst>
            </p:cNvPr>
            <p:cNvSpPr/>
            <p:nvPr/>
          </p:nvSpPr>
          <p:spPr>
            <a:xfrm>
              <a:off x="21336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3BD1C840-9CF4-4EF5-A15A-58CAC607FF69}"/>
                </a:ext>
              </a:extLst>
            </p:cNvPr>
            <p:cNvSpPr/>
            <p:nvPr/>
          </p:nvSpPr>
          <p:spPr>
            <a:xfrm>
              <a:off x="25908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BD5F6C50-758B-4EA7-9E36-602453EF6A58}"/>
                </a:ext>
              </a:extLst>
            </p:cNvPr>
            <p:cNvSpPr/>
            <p:nvPr/>
          </p:nvSpPr>
          <p:spPr>
            <a:xfrm>
              <a:off x="30480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3403026-CBAB-40F7-AB50-398F90C4457A}"/>
                </a:ext>
              </a:extLst>
            </p:cNvPr>
            <p:cNvSpPr/>
            <p:nvPr/>
          </p:nvSpPr>
          <p:spPr>
            <a:xfrm>
              <a:off x="35052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26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FA3D91EF-FBF5-4B22-914A-AC97AB5FC628}"/>
                </a:ext>
              </a:extLst>
            </p:cNvPr>
            <p:cNvSpPr/>
            <p:nvPr/>
          </p:nvSpPr>
          <p:spPr>
            <a:xfrm>
              <a:off x="3962400" y="1600200"/>
              <a:ext cx="457200" cy="381000"/>
            </a:xfrm>
            <a:prstGeom prst="rect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38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7C02CD0-31BF-41EF-A4B1-99EF20E6FEB0}"/>
              </a:ext>
            </a:extLst>
          </p:cNvPr>
          <p:cNvCxnSpPr>
            <a:cxnSpLocks/>
            <a:stCxn id="140" idx="2"/>
            <a:endCxn id="155" idx="0"/>
          </p:cNvCxnSpPr>
          <p:nvPr/>
        </p:nvCxnSpPr>
        <p:spPr>
          <a:xfrm flipH="1">
            <a:off x="4398609" y="1713318"/>
            <a:ext cx="914400" cy="300969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141BC49D-6FFC-4CAA-9B07-9E56E8366A37}"/>
              </a:ext>
            </a:extLst>
          </p:cNvPr>
          <p:cNvCxnSpPr>
            <a:cxnSpLocks/>
            <a:stCxn id="155" idx="2"/>
          </p:cNvCxnSpPr>
          <p:nvPr/>
        </p:nvCxnSpPr>
        <p:spPr>
          <a:xfrm flipH="1">
            <a:off x="3586411" y="2395287"/>
            <a:ext cx="812198" cy="289857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A82D7678-E9D2-45CA-AD5C-10627D3B5D22}"/>
              </a:ext>
            </a:extLst>
          </p:cNvPr>
          <p:cNvCxnSpPr>
            <a:cxnSpLocks/>
            <a:stCxn id="147" idx="2"/>
            <a:endCxn id="163" idx="0"/>
          </p:cNvCxnSpPr>
          <p:nvPr/>
        </p:nvCxnSpPr>
        <p:spPr>
          <a:xfrm flipH="1">
            <a:off x="3060413" y="3081087"/>
            <a:ext cx="290470" cy="3218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5B84B8CD-3B6A-4F10-ACEF-88E1EAC8BBEC}"/>
              </a:ext>
            </a:extLst>
          </p:cNvPr>
          <p:cNvCxnSpPr>
            <a:cxnSpLocks/>
            <a:stCxn id="152" idx="2"/>
          </p:cNvCxnSpPr>
          <p:nvPr/>
        </p:nvCxnSpPr>
        <p:spPr>
          <a:xfrm flipH="1">
            <a:off x="7167405" y="2396913"/>
            <a:ext cx="786606" cy="31034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70910F85-AC8D-4687-B9A4-ED31A0E23FCC}"/>
              </a:ext>
            </a:extLst>
          </p:cNvPr>
          <p:cNvCxnSpPr>
            <a:cxnSpLocks/>
            <a:stCxn id="157" idx="2"/>
            <a:endCxn id="164" idx="0"/>
          </p:cNvCxnSpPr>
          <p:nvPr/>
        </p:nvCxnSpPr>
        <p:spPr>
          <a:xfrm flipH="1">
            <a:off x="4899176" y="3081087"/>
            <a:ext cx="185232" cy="314921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F44EF897-A976-439C-9812-7C11E855B3F8}"/>
              </a:ext>
            </a:extLst>
          </p:cNvPr>
          <p:cNvCxnSpPr>
            <a:cxnSpLocks/>
            <a:stCxn id="193" idx="2"/>
            <a:endCxn id="201" idx="3"/>
          </p:cNvCxnSpPr>
          <p:nvPr/>
        </p:nvCxnSpPr>
        <p:spPr>
          <a:xfrm flipH="1">
            <a:off x="7367245" y="5158843"/>
            <a:ext cx="692078" cy="50908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7B21EBEF-E587-4F68-A012-5286D39FDB70}"/>
              </a:ext>
            </a:extLst>
          </p:cNvPr>
          <p:cNvCxnSpPr>
            <a:cxnSpLocks/>
            <a:stCxn id="160" idx="2"/>
            <a:endCxn id="171" idx="0"/>
          </p:cNvCxnSpPr>
          <p:nvPr/>
        </p:nvCxnSpPr>
        <p:spPr>
          <a:xfrm flipH="1">
            <a:off x="6785127" y="3092553"/>
            <a:ext cx="153678" cy="3218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6CC2D482-4A77-49DA-A6D7-104B662780C3}"/>
              </a:ext>
            </a:extLst>
          </p:cNvPr>
          <p:cNvCxnSpPr>
            <a:cxnSpLocks/>
            <a:stCxn id="181" idx="2"/>
            <a:endCxn id="187" idx="0"/>
          </p:cNvCxnSpPr>
          <p:nvPr/>
        </p:nvCxnSpPr>
        <p:spPr>
          <a:xfrm flipH="1">
            <a:off x="4722483" y="4444788"/>
            <a:ext cx="382582" cy="31835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1477A59A-CC4E-4C0D-9523-BAB9FFEA3D8D}"/>
              </a:ext>
            </a:extLst>
          </p:cNvPr>
          <p:cNvCxnSpPr>
            <a:cxnSpLocks/>
            <a:stCxn id="185" idx="2"/>
            <a:endCxn id="194" idx="0"/>
          </p:cNvCxnSpPr>
          <p:nvPr/>
        </p:nvCxnSpPr>
        <p:spPr>
          <a:xfrm flipH="1">
            <a:off x="8516523" y="4467498"/>
            <a:ext cx="325957" cy="31034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6EB6CE6C-DF3F-4615-8F27-392872AE63DD}"/>
              </a:ext>
            </a:extLst>
          </p:cNvPr>
          <p:cNvCxnSpPr>
            <a:cxnSpLocks/>
            <a:stCxn id="143" idx="2"/>
            <a:endCxn id="152" idx="0"/>
          </p:cNvCxnSpPr>
          <p:nvPr/>
        </p:nvCxnSpPr>
        <p:spPr>
          <a:xfrm>
            <a:off x="6684609" y="1713318"/>
            <a:ext cx="1269402" cy="30259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21B6F3DE-B5FC-44BB-A9FD-0337827C0CBA}"/>
              </a:ext>
            </a:extLst>
          </p:cNvPr>
          <p:cNvCxnSpPr>
            <a:cxnSpLocks/>
            <a:stCxn id="155" idx="2"/>
            <a:endCxn id="157" idx="0"/>
          </p:cNvCxnSpPr>
          <p:nvPr/>
        </p:nvCxnSpPr>
        <p:spPr>
          <a:xfrm>
            <a:off x="4398609" y="2395287"/>
            <a:ext cx="685799" cy="30480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54755B69-8C7A-4365-845D-703A2B734382}"/>
              </a:ext>
            </a:extLst>
          </p:cNvPr>
          <p:cNvCxnSpPr>
            <a:cxnSpLocks/>
            <a:stCxn id="152" idx="2"/>
            <a:endCxn id="162" idx="0"/>
          </p:cNvCxnSpPr>
          <p:nvPr/>
        </p:nvCxnSpPr>
        <p:spPr>
          <a:xfrm>
            <a:off x="7954011" y="2396913"/>
            <a:ext cx="888469" cy="31464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AFFB42F9-3F0E-4164-8C16-C33D0AE28B43}"/>
              </a:ext>
            </a:extLst>
          </p:cNvPr>
          <p:cNvCxnSpPr>
            <a:cxnSpLocks/>
            <a:stCxn id="148" idx="2"/>
            <a:endCxn id="165" idx="0"/>
          </p:cNvCxnSpPr>
          <p:nvPr/>
        </p:nvCxnSpPr>
        <p:spPr>
          <a:xfrm>
            <a:off x="3808083" y="3081087"/>
            <a:ext cx="223982" cy="313431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10980C33-D5A1-4995-A828-355EC3AA95E7}"/>
              </a:ext>
            </a:extLst>
          </p:cNvPr>
          <p:cNvCxnSpPr>
            <a:cxnSpLocks/>
            <a:stCxn id="161" idx="2"/>
            <a:endCxn id="170" idx="0"/>
          </p:cNvCxnSpPr>
          <p:nvPr/>
        </p:nvCxnSpPr>
        <p:spPr>
          <a:xfrm>
            <a:off x="7396005" y="3092553"/>
            <a:ext cx="155109" cy="3218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0F06B06C-42D6-4363-BAF1-57C87CEE0745}"/>
              </a:ext>
            </a:extLst>
          </p:cNvPr>
          <p:cNvCxnSpPr>
            <a:cxnSpLocks/>
            <a:stCxn id="162" idx="2"/>
            <a:endCxn id="166" idx="0"/>
          </p:cNvCxnSpPr>
          <p:nvPr/>
        </p:nvCxnSpPr>
        <p:spPr>
          <a:xfrm flipH="1">
            <a:off x="8516523" y="3092553"/>
            <a:ext cx="325957" cy="3218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FE713936-598B-467E-A21C-B392C348D280}"/>
              </a:ext>
            </a:extLst>
          </p:cNvPr>
          <p:cNvCxnSpPr>
            <a:cxnSpLocks/>
            <a:stCxn id="163" idx="2"/>
            <a:endCxn id="174" idx="0"/>
          </p:cNvCxnSpPr>
          <p:nvPr/>
        </p:nvCxnSpPr>
        <p:spPr>
          <a:xfrm>
            <a:off x="3060413" y="3783903"/>
            <a:ext cx="286728" cy="27988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8A260595-650D-4498-825D-D67AD264073D}"/>
              </a:ext>
            </a:extLst>
          </p:cNvPr>
          <p:cNvCxnSpPr>
            <a:cxnSpLocks/>
          </p:cNvCxnSpPr>
          <p:nvPr/>
        </p:nvCxnSpPr>
        <p:spPr>
          <a:xfrm>
            <a:off x="3674155" y="4451231"/>
            <a:ext cx="383862" cy="31514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7ACEA7D0-4F52-46D4-B4E7-D2A333E4F8D5}"/>
              </a:ext>
            </a:extLst>
          </p:cNvPr>
          <p:cNvCxnSpPr>
            <a:cxnSpLocks/>
            <a:stCxn id="164" idx="2"/>
            <a:endCxn id="181" idx="0"/>
          </p:cNvCxnSpPr>
          <p:nvPr/>
        </p:nvCxnSpPr>
        <p:spPr>
          <a:xfrm>
            <a:off x="4899176" y="3777008"/>
            <a:ext cx="205889" cy="28678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D759E446-6186-4608-AF00-506837842AD2}"/>
              </a:ext>
            </a:extLst>
          </p:cNvPr>
          <p:cNvCxnSpPr>
            <a:cxnSpLocks/>
            <a:stCxn id="171" idx="2"/>
            <a:endCxn id="183" idx="0"/>
          </p:cNvCxnSpPr>
          <p:nvPr/>
        </p:nvCxnSpPr>
        <p:spPr>
          <a:xfrm>
            <a:off x="6785127" y="3795369"/>
            <a:ext cx="186989" cy="28718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D5480CA6-DEBE-4F96-9E07-CD1C4BBC230B}"/>
              </a:ext>
            </a:extLst>
          </p:cNvPr>
          <p:cNvCxnSpPr>
            <a:cxnSpLocks/>
            <a:endCxn id="192" idx="0"/>
          </p:cNvCxnSpPr>
          <p:nvPr/>
        </p:nvCxnSpPr>
        <p:spPr>
          <a:xfrm>
            <a:off x="7222050" y="4453514"/>
            <a:ext cx="380073" cy="324329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DD5AE897-4004-4A00-80C3-F74CBFBCE635}"/>
              </a:ext>
            </a:extLst>
          </p:cNvPr>
          <p:cNvCxnSpPr>
            <a:cxnSpLocks/>
            <a:endCxn id="196" idx="1"/>
          </p:cNvCxnSpPr>
          <p:nvPr/>
        </p:nvCxnSpPr>
        <p:spPr>
          <a:xfrm>
            <a:off x="4023681" y="5193583"/>
            <a:ext cx="600364" cy="47434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2D32AFB9-9D58-4B96-AAE2-E6BC82DA0A70}"/>
              </a:ext>
            </a:extLst>
          </p:cNvPr>
          <p:cNvCxnSpPr>
            <a:cxnSpLocks/>
            <a:stCxn id="166" idx="2"/>
            <a:endCxn id="185" idx="0"/>
          </p:cNvCxnSpPr>
          <p:nvPr/>
        </p:nvCxnSpPr>
        <p:spPr>
          <a:xfrm>
            <a:off x="8516523" y="3795369"/>
            <a:ext cx="325957" cy="291129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69B8CF05-E117-4970-AB5B-8B556B758613}"/>
              </a:ext>
            </a:extLst>
          </p:cNvPr>
          <p:cNvCxnSpPr>
            <a:cxnSpLocks/>
            <a:stCxn id="170" idx="2"/>
            <a:endCxn id="184" idx="0"/>
          </p:cNvCxnSpPr>
          <p:nvPr/>
        </p:nvCxnSpPr>
        <p:spPr>
          <a:xfrm flipH="1">
            <a:off x="7429316" y="3795369"/>
            <a:ext cx="121798" cy="28718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F72DA147-EA14-4B04-8154-192E125F4F0A}"/>
              </a:ext>
            </a:extLst>
          </p:cNvPr>
          <p:cNvCxnSpPr>
            <a:cxnSpLocks/>
            <a:stCxn id="165" idx="2"/>
            <a:endCxn id="175" idx="0"/>
          </p:cNvCxnSpPr>
          <p:nvPr/>
        </p:nvCxnSpPr>
        <p:spPr>
          <a:xfrm flipH="1">
            <a:off x="3804341" y="3775518"/>
            <a:ext cx="227724" cy="28827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C184BF-568F-43C6-92B7-D2CF6EADE56E}"/>
              </a:ext>
            </a:extLst>
          </p:cNvPr>
          <p:cNvCxnSpPr>
            <a:cxnSpLocks/>
          </p:cNvCxnSpPr>
          <p:nvPr/>
        </p:nvCxnSpPr>
        <p:spPr>
          <a:xfrm>
            <a:off x="2831813" y="3891390"/>
            <a:ext cx="2295963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55FD136-A8BD-45F2-94A9-B6C69A2E13A2}"/>
              </a:ext>
            </a:extLst>
          </p:cNvPr>
          <p:cNvCxnSpPr>
            <a:cxnSpLocks/>
          </p:cNvCxnSpPr>
          <p:nvPr/>
        </p:nvCxnSpPr>
        <p:spPr>
          <a:xfrm>
            <a:off x="6556527" y="3891390"/>
            <a:ext cx="218859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90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70" grpId="0" animBg="1"/>
      <p:bldP spid="171" grpId="0" animBg="1"/>
      <p:bldP spid="181" grpId="0" animBg="1"/>
      <p:bldP spid="18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8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Merg</a:t>
            </a:r>
            <a:r>
              <a:rPr lang="en-US" sz="4800" b="1" dirty="0">
                <a:solidFill>
                  <a:srgbClr val="273239"/>
                </a:solidFill>
                <a:latin typeface="Nunito Sans" pitchFamily="2" charset="0"/>
              </a:rPr>
              <a:t>e Sort in Doubly Linked List</a:t>
            </a:r>
            <a:endParaRPr lang="en-US" sz="4800" b="1" i="0" dirty="0">
              <a:solidFill>
                <a:srgbClr val="273239"/>
              </a:solidFill>
              <a:effectLst/>
              <a:latin typeface="Nunito Sans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681207" y="1496333"/>
            <a:ext cx="11104481" cy="3699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b="1" dirty="0">
              <a:latin typeface="Nunito Sans" pitchFamily="2" charset="0"/>
            </a:endParaRPr>
          </a:p>
          <a:p>
            <a:r>
              <a:rPr lang="en-US" sz="2500" b="1" dirty="0">
                <a:latin typeface="Nunito Sans" pitchFamily="2" charset="0"/>
              </a:rPr>
              <a:t>Problem: </a:t>
            </a:r>
          </a:p>
          <a:p>
            <a:r>
              <a:rPr lang="en-US" sz="2500" b="1" dirty="0">
                <a:latin typeface="Nunito Sans" pitchFamily="2" charset="0"/>
              </a:rPr>
              <a:t>	</a:t>
            </a:r>
          </a:p>
          <a:p>
            <a:r>
              <a:rPr lang="en-US" sz="2500" b="1" dirty="0">
                <a:latin typeface="Nunito Sans" pitchFamily="2" charset="0"/>
              </a:rPr>
              <a:t>	</a:t>
            </a:r>
            <a:r>
              <a:rPr lang="en-US" sz="2500" dirty="0">
                <a:latin typeface="Nunito Sans" pitchFamily="2" charset="0"/>
              </a:rPr>
              <a:t>Sort the given doubly linked list</a:t>
            </a:r>
          </a:p>
          <a:p>
            <a:endParaRPr lang="en-US" sz="2500" dirty="0">
              <a:latin typeface="Nunito Sans" pitchFamily="2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itchFamily="2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9BD579-EAF9-24E8-9F2D-CCBAA4889F93}"/>
              </a:ext>
            </a:extLst>
          </p:cNvPr>
          <p:cNvSpPr/>
          <p:nvPr/>
        </p:nvSpPr>
        <p:spPr>
          <a:xfrm>
            <a:off x="1546827" y="3526867"/>
            <a:ext cx="994277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DD0C21-4D29-02E7-7D2A-F18289812685}"/>
              </a:ext>
            </a:extLst>
          </p:cNvPr>
          <p:cNvSpPr/>
          <p:nvPr/>
        </p:nvSpPr>
        <p:spPr>
          <a:xfrm>
            <a:off x="3363010" y="3541769"/>
            <a:ext cx="1006894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2F26B5-2CA6-5289-061B-45CA4CDA5496}"/>
              </a:ext>
            </a:extLst>
          </p:cNvPr>
          <p:cNvSpPr/>
          <p:nvPr/>
        </p:nvSpPr>
        <p:spPr>
          <a:xfrm>
            <a:off x="5210081" y="3525851"/>
            <a:ext cx="1006894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95C32D-08D9-388F-2EBA-AC84AD492B91}"/>
              </a:ext>
            </a:extLst>
          </p:cNvPr>
          <p:cNvSpPr/>
          <p:nvPr/>
        </p:nvSpPr>
        <p:spPr>
          <a:xfrm>
            <a:off x="7036904" y="3544591"/>
            <a:ext cx="115233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8026D1-3DF6-B94B-39AE-9CE070827F4C}"/>
              </a:ext>
            </a:extLst>
          </p:cNvPr>
          <p:cNvSpPr/>
          <p:nvPr/>
        </p:nvSpPr>
        <p:spPr>
          <a:xfrm>
            <a:off x="9042774" y="3544591"/>
            <a:ext cx="816234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EAE186-DCEC-F52E-19AF-16BC1144138A}"/>
              </a:ext>
            </a:extLst>
          </p:cNvPr>
          <p:cNvSpPr txBox="1"/>
          <p:nvPr/>
        </p:nvSpPr>
        <p:spPr>
          <a:xfrm>
            <a:off x="1617508" y="3585662"/>
            <a:ext cx="83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10</a:t>
            </a:r>
            <a:endParaRPr lang="en-IN" sz="28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79F034-665B-BFEF-174D-D79B8BD3ABD5}"/>
              </a:ext>
            </a:extLst>
          </p:cNvPr>
          <p:cNvCxnSpPr/>
          <p:nvPr/>
        </p:nvCxnSpPr>
        <p:spPr>
          <a:xfrm>
            <a:off x="2575848" y="3770369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012564-30D7-AF66-291C-97B2B5A6BE92}"/>
              </a:ext>
            </a:extLst>
          </p:cNvPr>
          <p:cNvCxnSpPr/>
          <p:nvPr/>
        </p:nvCxnSpPr>
        <p:spPr>
          <a:xfrm>
            <a:off x="4404648" y="3770369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0FA9ED4-38B5-D948-B981-B82C8374E67C}"/>
              </a:ext>
            </a:extLst>
          </p:cNvPr>
          <p:cNvCxnSpPr/>
          <p:nvPr/>
        </p:nvCxnSpPr>
        <p:spPr>
          <a:xfrm>
            <a:off x="6233448" y="3763711"/>
            <a:ext cx="8034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5CC1C82-9FC7-F06A-E093-EA11852AB496}"/>
              </a:ext>
            </a:extLst>
          </p:cNvPr>
          <p:cNvCxnSpPr>
            <a:cxnSpLocks/>
          </p:cNvCxnSpPr>
          <p:nvPr/>
        </p:nvCxnSpPr>
        <p:spPr>
          <a:xfrm>
            <a:off x="8189234" y="3763711"/>
            <a:ext cx="828870" cy="6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E28C220-81B1-5A62-B07F-63DF6B5DB331}"/>
              </a:ext>
            </a:extLst>
          </p:cNvPr>
          <p:cNvSpPr txBox="1"/>
          <p:nvPr/>
        </p:nvSpPr>
        <p:spPr>
          <a:xfrm>
            <a:off x="3463800" y="3571840"/>
            <a:ext cx="825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</a:t>
            </a:r>
            <a:endParaRPr lang="en-IN" sz="2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DA9B75-5AAE-59D8-4BE5-0C1D9075696A}"/>
              </a:ext>
            </a:extLst>
          </p:cNvPr>
          <p:cNvSpPr txBox="1"/>
          <p:nvPr/>
        </p:nvSpPr>
        <p:spPr>
          <a:xfrm>
            <a:off x="5248054" y="3591909"/>
            <a:ext cx="824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90</a:t>
            </a:r>
            <a:endParaRPr lang="en-IN" sz="2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7BE735-1466-8D1E-6DF0-EFC3F4634A7B}"/>
              </a:ext>
            </a:extLst>
          </p:cNvPr>
          <p:cNvSpPr txBox="1"/>
          <p:nvPr/>
        </p:nvSpPr>
        <p:spPr>
          <a:xfrm>
            <a:off x="7198185" y="3551949"/>
            <a:ext cx="838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107</a:t>
            </a:r>
            <a:endParaRPr lang="en-IN" sz="2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B88F5F-B4BD-9B19-6D6C-1D3EFBBC3BA9}"/>
              </a:ext>
            </a:extLst>
          </p:cNvPr>
          <p:cNvSpPr txBox="1"/>
          <p:nvPr/>
        </p:nvSpPr>
        <p:spPr>
          <a:xfrm>
            <a:off x="9200457" y="3598859"/>
            <a:ext cx="503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5</a:t>
            </a:r>
            <a:endParaRPr lang="en-IN" sz="2800" b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434F22-7BF8-136B-83FA-B2E73B6620ED}"/>
              </a:ext>
            </a:extLst>
          </p:cNvPr>
          <p:cNvCxnSpPr>
            <a:cxnSpLocks/>
          </p:cNvCxnSpPr>
          <p:nvPr/>
        </p:nvCxnSpPr>
        <p:spPr>
          <a:xfrm flipH="1">
            <a:off x="4369904" y="3922769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EB90F2A-6EA3-B2AF-7C73-0853AAA2F080}"/>
              </a:ext>
            </a:extLst>
          </p:cNvPr>
          <p:cNvCxnSpPr>
            <a:cxnSpLocks/>
          </p:cNvCxnSpPr>
          <p:nvPr/>
        </p:nvCxnSpPr>
        <p:spPr>
          <a:xfrm flipH="1">
            <a:off x="6233448" y="3922769"/>
            <a:ext cx="7878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AE62573-2B55-410F-A2D2-E558428E5348}"/>
              </a:ext>
            </a:extLst>
          </p:cNvPr>
          <p:cNvCxnSpPr>
            <a:cxnSpLocks/>
          </p:cNvCxnSpPr>
          <p:nvPr/>
        </p:nvCxnSpPr>
        <p:spPr>
          <a:xfrm flipH="1">
            <a:off x="8189234" y="3922769"/>
            <a:ext cx="8162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3B60E9-A10A-0BFE-F494-3F9A06555F4D}"/>
              </a:ext>
            </a:extLst>
          </p:cNvPr>
          <p:cNvCxnSpPr>
            <a:cxnSpLocks/>
          </p:cNvCxnSpPr>
          <p:nvPr/>
        </p:nvCxnSpPr>
        <p:spPr>
          <a:xfrm flipH="1">
            <a:off x="2541104" y="3922769"/>
            <a:ext cx="7804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9B32488-0EE1-C760-C9DD-9FC2575C23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util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Node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data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Node next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Node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data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next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Solution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Node split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 head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Node fast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head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slow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head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fast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fast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fast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fast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slow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slow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Node temp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slow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slow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temp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5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rgbClr val="569C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Node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 node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node</a:t>
            </a:r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Node second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split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node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second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merge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second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Node merge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 first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Node second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first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second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second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first</a:t>
            </a:r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merge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second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first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first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IN" sz="2000" b="1" dirty="0">
              <a:solidFill>
                <a:srgbClr val="DCDCD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5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3"/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3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merge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3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second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3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second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second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IN" sz="2000" b="1" dirty="0">
              <a:solidFill>
                <a:srgbClr val="D4D4D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Main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printList_left_right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Node head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 "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head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5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/>
            <a:r>
              <a:rPr lang="en-IN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printList_right_left</a:t>
            </a:r>
            <a:r>
              <a:rPr lang="en-IN" sz="2000" b="1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Node head</a:t>
            </a:r>
            <a:r>
              <a:rPr lang="en-IN" sz="2000" b="1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){</a:t>
            </a:r>
            <a:endParaRPr lang="en-IN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Node tail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head</a:t>
            </a:r>
            <a:r>
              <a:rPr lang="en-IN" sz="2000" b="1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2000" b="1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    tail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000" b="1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tail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 "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tail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tail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main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Scanner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Scanner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Node head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Node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Node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Node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head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head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6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Solution g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Solution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Node res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printList_left_right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printList_right_left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649357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33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886</Words>
  <Application>Microsoft Office PowerPoint</Application>
  <PresentationFormat>Widescreen</PresentationFormat>
  <Paragraphs>266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5</cp:revision>
  <dcterms:created xsi:type="dcterms:W3CDTF">2023-12-27T11:15:54Z</dcterms:created>
  <dcterms:modified xsi:type="dcterms:W3CDTF">2023-12-30T07:26:19Z</dcterms:modified>
</cp:coreProperties>
</file>