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69" r:id="rId3"/>
  </p:sldMasterIdLst>
  <p:notesMasterIdLst>
    <p:notesMasterId r:id="rId20"/>
  </p:notesMasterIdLst>
  <p:sldIdLst>
    <p:sldId id="256" r:id="rId4"/>
    <p:sldId id="257" r:id="rId5"/>
    <p:sldId id="333" r:id="rId6"/>
    <p:sldId id="258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03" r:id="rId1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iHiSzDa0vTNjS1xHGCbJH/tB5Z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15" y="672"/>
      </p:cViewPr>
      <p:guideLst>
        <p:guide pos="454"/>
        <p:guide orient="horz" pos="2755"/>
        <p:guide orient="horz" pos="907"/>
        <p:guide pos="5272"/>
        <p:guide orient="horz" pos="737"/>
        <p:guide orient="horz" pos="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5.fntdata"/><Relationship Id="rId6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4.fntdata"/><Relationship Id="rId66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69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5672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5643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51543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87694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9990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582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07870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4735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3125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5246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0290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4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4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2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4" name="Google Shape;104;p6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5" name="Google Shape;105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6" name="Google Shape;116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1" name="Google Shape;121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1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1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3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1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1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1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1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f1834e442a_2_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g2f1834e442a_2_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2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6" name="Google Shape;56;p2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2" name="Google Shape;92;p2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9e9Xk6RhCqE37aTZ8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1" name="Google Shape;141;p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2" name="Google Shape;14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50" name="Google Shape;150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51" name="Google Shape;151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1;p2">
            <a:extLst>
              <a:ext uri="{FF2B5EF4-FFF2-40B4-BE49-F238E27FC236}">
                <a16:creationId xmlns:a16="http://schemas.microsoft.com/office/drawing/2014/main" id="{74F5A9E9-A124-5078-F843-3D7422BA848E}"/>
              </a:ext>
            </a:extLst>
          </p:cNvPr>
          <p:cNvSpPr/>
          <p:nvPr/>
        </p:nvSpPr>
        <p:spPr>
          <a:xfrm>
            <a:off x="-632866" y="2504263"/>
            <a:ext cx="6346277" cy="779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2925" rIns="81625" bIns="82925" anchor="ctr" anchorCtr="0">
            <a:noAutofit/>
          </a:bodyPr>
          <a:lstStyle/>
          <a:p>
            <a:pPr algn="ctr"/>
            <a:r>
              <a:rPr lang="en-US" sz="4000" b="1" dirty="0">
                <a:solidFill>
                  <a:schemeClr val="lt1"/>
                </a:solidFill>
              </a:rPr>
              <a:t>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C6958-10E2-6F8B-E0D8-2F70CCFD01A1}"/>
              </a:ext>
            </a:extLst>
          </p:cNvPr>
          <p:cNvSpPr txBox="1"/>
          <p:nvPr/>
        </p:nvSpPr>
        <p:spPr>
          <a:xfrm>
            <a:off x="99051" y="2004403"/>
            <a:ext cx="48824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JOSEPHUS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F1693BF-D89B-DA4C-9C76-28515AE7D608}"/>
              </a:ext>
            </a:extLst>
          </p:cNvPr>
          <p:cNvSpPr txBox="1"/>
          <p:nvPr/>
        </p:nvSpPr>
        <p:spPr>
          <a:xfrm>
            <a:off x="1932432" y="742188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                   TEST TIME ON COMBI</a:t>
            </a:r>
            <a:r>
              <a:rPr lang="en-US" b="1" dirty="0">
                <a:latin typeface="Roboto" panose="02000000000000000000" pitchFamily="2" charset="0"/>
              </a:rPr>
              <a:t>NATION</a:t>
            </a:r>
            <a:endParaRPr lang="en-US" b="0" dirty="0">
              <a:effectLst/>
            </a:endParaRPr>
          </a:p>
          <a:p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endParaRPr lang="en-IN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21DECAB-EF54-D145-A5BF-018C484B7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253" y="2495347"/>
            <a:ext cx="2047494" cy="203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9F90D6-54C6-A557-F3BA-DD9E9E159BE2}"/>
              </a:ext>
            </a:extLst>
          </p:cNvPr>
          <p:cNvSpPr txBox="1"/>
          <p:nvPr/>
        </p:nvSpPr>
        <p:spPr>
          <a:xfrm>
            <a:off x="2054352" y="169629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URL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 </a:t>
            </a:r>
            <a:r>
              <a:rPr lang="en-IN" sz="1400" b="1" i="0" u="sng" strike="noStrike" dirty="0">
                <a:solidFill>
                  <a:srgbClr val="0097A7"/>
                </a:solidFill>
                <a:effectLst/>
                <a:latin typeface="Roboto" panose="02000000000000000000" pitchFamily="2" charset="0"/>
                <a:hlinkClick r:id="rId3"/>
              </a:rPr>
              <a:t>https://forms.gle/9e9Xk6RhCqE37aTZ8</a:t>
            </a:r>
            <a:endParaRPr lang="en-IN" b="0" dirty="0">
              <a:effectLst/>
            </a:endParaRPr>
          </a:p>
          <a:p>
            <a:br>
              <a:rPr lang="en-IN" b="0" dirty="0">
                <a:effectLst/>
              </a:rPr>
            </a:b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QR CODE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3711067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;g2576e1d6f80_0_14">
            <a:extLst>
              <a:ext uri="{FF2B5EF4-FFF2-40B4-BE49-F238E27FC236}">
                <a16:creationId xmlns:a16="http://schemas.microsoft.com/office/drawing/2014/main" id="{ECB71E2F-9D56-AC1C-C05E-B06FF0DE9960}"/>
              </a:ext>
            </a:extLst>
          </p:cNvPr>
          <p:cNvSpPr/>
          <p:nvPr/>
        </p:nvSpPr>
        <p:spPr>
          <a:xfrm>
            <a:off x="2598905" y="441174"/>
            <a:ext cx="3741615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Josephus Problem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68;g2576e1d6f80_0_0">
            <a:extLst>
              <a:ext uri="{FF2B5EF4-FFF2-40B4-BE49-F238E27FC236}">
                <a16:creationId xmlns:a16="http://schemas.microsoft.com/office/drawing/2014/main" id="{4A36817B-80D3-CD5C-4628-A4C825D16E11}"/>
              </a:ext>
            </a:extLst>
          </p:cNvPr>
          <p:cNvSpPr txBox="1"/>
          <p:nvPr/>
        </p:nvSpPr>
        <p:spPr>
          <a:xfrm>
            <a:off x="480612" y="972900"/>
            <a:ext cx="79782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 problem goes back to Josephus Flavius, a 1st century Roman historian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41 rebels are trapped in a cave, surrounded by enemy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troops.They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decide to commit suicide: they line up in a circle and systematically kill every other one, going around and around, until only one rebel is left -- who supposedly kills himself  (fat chance). 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;g2576e1d6f80_0_14">
            <a:extLst>
              <a:ext uri="{FF2B5EF4-FFF2-40B4-BE49-F238E27FC236}">
                <a16:creationId xmlns:a16="http://schemas.microsoft.com/office/drawing/2014/main" id="{ECB71E2F-9D56-AC1C-C05E-B06FF0DE9960}"/>
              </a:ext>
            </a:extLst>
          </p:cNvPr>
          <p:cNvSpPr/>
          <p:nvPr/>
        </p:nvSpPr>
        <p:spPr>
          <a:xfrm>
            <a:off x="2598905" y="441174"/>
            <a:ext cx="3741615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Josephus Problem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g2576e1d6f80_0_14">
            <a:extLst>
              <a:ext uri="{FF2B5EF4-FFF2-40B4-BE49-F238E27FC236}">
                <a16:creationId xmlns:a16="http://schemas.microsoft.com/office/drawing/2014/main" id="{5F9E84AE-DB4F-6C84-1B44-5E1471ACB0C9}"/>
              </a:ext>
            </a:extLst>
          </p:cNvPr>
          <p:cNvSpPr txBox="1"/>
          <p:nvPr/>
        </p:nvSpPr>
        <p:spPr>
          <a:xfrm>
            <a:off x="582900" y="1332006"/>
            <a:ext cx="79782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Task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Given the total number of persons n and a number k which indicates that k-1 persons are skipped and kth person is killed in circle.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task is to choose the place in the initial circle so that you are the last one remaining and so survive.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99942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;g2576e1d6f80_0_14">
            <a:extLst>
              <a:ext uri="{FF2B5EF4-FFF2-40B4-BE49-F238E27FC236}">
                <a16:creationId xmlns:a16="http://schemas.microsoft.com/office/drawing/2014/main" id="{ECB71E2F-9D56-AC1C-C05E-B06FF0DE9960}"/>
              </a:ext>
            </a:extLst>
          </p:cNvPr>
          <p:cNvSpPr/>
          <p:nvPr/>
        </p:nvSpPr>
        <p:spPr>
          <a:xfrm>
            <a:off x="2598905" y="441174"/>
            <a:ext cx="3741615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Josephus Problem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82;g2576e1d6f80_0_21">
            <a:extLst>
              <a:ext uri="{FF2B5EF4-FFF2-40B4-BE49-F238E27FC236}">
                <a16:creationId xmlns:a16="http://schemas.microsoft.com/office/drawing/2014/main" id="{148BADA4-D368-5D5D-625C-C9750E88A682}"/>
              </a:ext>
            </a:extLst>
          </p:cNvPr>
          <p:cNvSpPr txBox="1"/>
          <p:nvPr/>
        </p:nvSpPr>
        <p:spPr>
          <a:xfrm>
            <a:off x="582900" y="1066038"/>
            <a:ext cx="7978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Examples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5 and k = 2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safe position is 3. Firstly, the person at position 2 is killed, then person at position 4 is killed, then person at position 1 is killed. Finally, the person at position 5 is killed. So the person at position 3 survives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7 and k = 3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safe position is 4. The persons at positions 3, 6, 2, 7, 5, 1 are killed in order, and person at position 4 survives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997540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;g2576e1d6f80_0_14">
            <a:extLst>
              <a:ext uri="{FF2B5EF4-FFF2-40B4-BE49-F238E27FC236}">
                <a16:creationId xmlns:a16="http://schemas.microsoft.com/office/drawing/2014/main" id="{ECB71E2F-9D56-AC1C-C05E-B06FF0DE9960}"/>
              </a:ext>
            </a:extLst>
          </p:cNvPr>
          <p:cNvSpPr/>
          <p:nvPr/>
        </p:nvSpPr>
        <p:spPr>
          <a:xfrm>
            <a:off x="2598905" y="441174"/>
            <a:ext cx="3741615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Josephus Problem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89;g2576e1d6f80_0_28">
            <a:extLst>
              <a:ext uri="{FF2B5EF4-FFF2-40B4-BE49-F238E27FC236}">
                <a16:creationId xmlns:a16="http://schemas.microsoft.com/office/drawing/2014/main" id="{7A1611D3-0CC3-36BD-6856-8CD2367FCB91}"/>
              </a:ext>
            </a:extLst>
          </p:cNvPr>
          <p:cNvSpPr txBox="1"/>
          <p:nvPr/>
        </p:nvSpPr>
        <p:spPr>
          <a:xfrm>
            <a:off x="582900" y="1066038"/>
            <a:ext cx="7978200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Thinking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Clearly, we can represent the rebels by a list of numbers {1,2,...,41}  and we can simulate the demise of the corresponding rebel by manipulating this list. 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example, we could just mark the dead rebels by switching item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to -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(a standard hack, and a true abuse of negative numbers).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Actually, it will be more interesting to generalize slightly: let us deal with the problem for an arbitrary number n of rebels.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So, our original list is   {1,2,...,n} , and we have to make a n-1 deletions in the right place to find the survivor.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63318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;g2576e1d6f80_0_14">
            <a:extLst>
              <a:ext uri="{FF2B5EF4-FFF2-40B4-BE49-F238E27FC236}">
                <a16:creationId xmlns:a16="http://schemas.microsoft.com/office/drawing/2014/main" id="{ECB71E2F-9D56-AC1C-C05E-B06FF0DE9960}"/>
              </a:ext>
            </a:extLst>
          </p:cNvPr>
          <p:cNvSpPr/>
          <p:nvPr/>
        </p:nvSpPr>
        <p:spPr>
          <a:xfrm>
            <a:off x="2598905" y="368022"/>
            <a:ext cx="3741615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Josephus Problem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96;g2576e1d6f80_0_35">
            <a:extLst>
              <a:ext uri="{FF2B5EF4-FFF2-40B4-BE49-F238E27FC236}">
                <a16:creationId xmlns:a16="http://schemas.microsoft.com/office/drawing/2014/main" id="{19C069EF-38FC-00B2-D4DF-84BD054F47CF}"/>
              </a:ext>
            </a:extLst>
          </p:cNvPr>
          <p:cNvSpPr txBox="1"/>
          <p:nvPr/>
        </p:nvSpPr>
        <p:spPr>
          <a:xfrm>
            <a:off x="133815" y="810006"/>
            <a:ext cx="9010185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Structure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problem has following recursive structure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josephus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(n, k) = (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josephus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 - 1, k) + k-1 ) % n + 1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josephus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(1, k) = 1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After the first person (kth from beginning) is killed, n-1 persons are left.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 we call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josephus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 – 1, k) to get the position with n-1 persons.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 the position returned by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josephus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 – 1, k) will consider the position starting from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k%n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+ 1.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So, we must make adjustments to the position returned by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josephus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 – 1, k).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4169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;g2576e1d6f80_0_14">
            <a:extLst>
              <a:ext uri="{FF2B5EF4-FFF2-40B4-BE49-F238E27FC236}">
                <a16:creationId xmlns:a16="http://schemas.microsoft.com/office/drawing/2014/main" id="{ECB71E2F-9D56-AC1C-C05E-B06FF0DE9960}"/>
              </a:ext>
            </a:extLst>
          </p:cNvPr>
          <p:cNvSpPr/>
          <p:nvPr/>
        </p:nvSpPr>
        <p:spPr>
          <a:xfrm>
            <a:off x="2598905" y="441174"/>
            <a:ext cx="3741615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Josephus Problem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103;g2576e1d6f80_0_42">
            <a:extLst>
              <a:ext uri="{FF2B5EF4-FFF2-40B4-BE49-F238E27FC236}">
                <a16:creationId xmlns:a16="http://schemas.microsoft.com/office/drawing/2014/main" id="{D9D24744-E9DF-5C20-940C-269A64734FBD}"/>
              </a:ext>
            </a:extLst>
          </p:cNvPr>
          <p:cNvSpPr txBox="1"/>
          <p:nvPr/>
        </p:nvSpPr>
        <p:spPr>
          <a:xfrm>
            <a:off x="582930" y="895350"/>
            <a:ext cx="79782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 the above image the execution starts from 2 and finally the free person will be 11.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" name="Google Shape;104;g2576e1d6f80_0_42">
            <a:extLst>
              <a:ext uri="{FF2B5EF4-FFF2-40B4-BE49-F238E27FC236}">
                <a16:creationId xmlns:a16="http://schemas.microsoft.com/office/drawing/2014/main" id="{7F48C5E8-BC74-A88A-CEEE-66E80C0937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8045" y="1829435"/>
            <a:ext cx="2700020" cy="26650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5203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;g2576e1d6f80_0_14">
            <a:extLst>
              <a:ext uri="{FF2B5EF4-FFF2-40B4-BE49-F238E27FC236}">
                <a16:creationId xmlns:a16="http://schemas.microsoft.com/office/drawing/2014/main" id="{ECB71E2F-9D56-AC1C-C05E-B06FF0DE9960}"/>
              </a:ext>
            </a:extLst>
          </p:cNvPr>
          <p:cNvSpPr/>
          <p:nvPr/>
        </p:nvSpPr>
        <p:spPr>
          <a:xfrm>
            <a:off x="2598905" y="355830"/>
            <a:ext cx="3741615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Josephus Problem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111;g2576e1d6f80_0_50">
            <a:extLst>
              <a:ext uri="{FF2B5EF4-FFF2-40B4-BE49-F238E27FC236}">
                <a16:creationId xmlns:a16="http://schemas.microsoft.com/office/drawing/2014/main" id="{F007CD6E-A634-D7B1-B9D1-654442A71062}"/>
              </a:ext>
            </a:extLst>
          </p:cNvPr>
          <p:cNvSpPr txBox="1"/>
          <p:nvPr/>
        </p:nvSpPr>
        <p:spPr>
          <a:xfrm>
            <a:off x="582900" y="1002059"/>
            <a:ext cx="7978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josephus1.java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IO Format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14; k = 2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Explanation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chosen place is 13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 Complexity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941753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;g2576e1d6f80_0_14">
            <a:extLst>
              <a:ext uri="{FF2B5EF4-FFF2-40B4-BE49-F238E27FC236}">
                <a16:creationId xmlns:a16="http://schemas.microsoft.com/office/drawing/2014/main" id="{ECB71E2F-9D56-AC1C-C05E-B06FF0DE9960}"/>
              </a:ext>
            </a:extLst>
          </p:cNvPr>
          <p:cNvSpPr/>
          <p:nvPr/>
        </p:nvSpPr>
        <p:spPr>
          <a:xfrm>
            <a:off x="2598905" y="343638"/>
            <a:ext cx="3741615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Josephus Problem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" name="Google Shape;121;g2576e1d6f80_0_167">
            <a:extLst>
              <a:ext uri="{FF2B5EF4-FFF2-40B4-BE49-F238E27FC236}">
                <a16:creationId xmlns:a16="http://schemas.microsoft.com/office/drawing/2014/main" id="{D7DF95B0-BF4E-95E7-7AF9-11B28FB563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6116069"/>
              </p:ext>
            </p:extLst>
          </p:nvPr>
        </p:nvGraphicFramePr>
        <p:xfrm>
          <a:off x="413493" y="806972"/>
          <a:ext cx="8112437" cy="393193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112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71010">
                <a:tc>
                  <a:txBody>
                    <a:bodyPr/>
                    <a:lstStyle/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java.io.*;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EthCOde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static int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josephus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(int n, int k)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{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if (n == 1)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return 1;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else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/* The position returned by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josephus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 - 1, k) is adjusted because the recursive call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josephus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 - 1, k) considers the original position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k%n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+ 1 as position 1 */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return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josephus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 - 1, k) + k - 1) % n + 1;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}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public static void main(String[]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args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dirty="0"/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{</a:t>
                      </a:r>
                      <a:endParaRPr dirty="0"/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int n = 14;</a:t>
                      </a:r>
                      <a:endParaRPr dirty="0"/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int k = 2;</a:t>
                      </a:r>
                      <a:endParaRPr dirty="0"/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System.out.println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josephus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(n, k));</a:t>
                      </a:r>
                      <a:endParaRPr dirty="0"/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}</a:t>
                      </a:r>
                      <a:endParaRPr dirty="0"/>
                    </a:p>
                    <a:p>
                      <a:pPr marL="0" marR="0" lvl="3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1827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;g2576e1d6f80_0_14">
            <a:extLst>
              <a:ext uri="{FF2B5EF4-FFF2-40B4-BE49-F238E27FC236}">
                <a16:creationId xmlns:a16="http://schemas.microsoft.com/office/drawing/2014/main" id="{ECB71E2F-9D56-AC1C-C05E-B06FF0DE9960}"/>
              </a:ext>
            </a:extLst>
          </p:cNvPr>
          <p:cNvSpPr/>
          <p:nvPr/>
        </p:nvSpPr>
        <p:spPr>
          <a:xfrm>
            <a:off x="2598905" y="441174"/>
            <a:ext cx="3741615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Josephus Problem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127;g2576e1d6f80_0_57">
            <a:extLst>
              <a:ext uri="{FF2B5EF4-FFF2-40B4-BE49-F238E27FC236}">
                <a16:creationId xmlns:a16="http://schemas.microsoft.com/office/drawing/2014/main" id="{51A69C94-CF02-9449-7118-762CC01D18AD}"/>
              </a:ext>
            </a:extLst>
          </p:cNvPr>
          <p:cNvSpPr txBox="1"/>
          <p:nvPr/>
        </p:nvSpPr>
        <p:spPr>
          <a:xfrm>
            <a:off x="582900" y="1248918"/>
            <a:ext cx="7978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Another Solution</a:t>
            </a:r>
            <a:endParaRPr sz="16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Let’s take an example of there are 5 people in a circle and execution starts clockwise at position 3</a:t>
            </a:r>
            <a:endParaRPr sz="16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 there are five people – 1 2 3 4 5 and execution starts clockwise at position 3. Therefore if you kill 3 then are left with the list something like – 1 2 4 5.</a:t>
            </a:r>
            <a:endParaRPr sz="16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Now again you have to kill the person at position 3 clockwise counting from the last killed person.</a:t>
            </a:r>
            <a:endParaRPr sz="16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166086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;g2576e1d6f80_0_14">
            <a:extLst>
              <a:ext uri="{FF2B5EF4-FFF2-40B4-BE49-F238E27FC236}">
                <a16:creationId xmlns:a16="http://schemas.microsoft.com/office/drawing/2014/main" id="{ECB71E2F-9D56-AC1C-C05E-B06FF0DE9960}"/>
              </a:ext>
            </a:extLst>
          </p:cNvPr>
          <p:cNvSpPr/>
          <p:nvPr/>
        </p:nvSpPr>
        <p:spPr>
          <a:xfrm>
            <a:off x="2598905" y="441174"/>
            <a:ext cx="3741615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Josephus Problem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134;g2576e1d6f80_0_64">
            <a:extLst>
              <a:ext uri="{FF2B5EF4-FFF2-40B4-BE49-F238E27FC236}">
                <a16:creationId xmlns:a16="http://schemas.microsoft.com/office/drawing/2014/main" id="{062F1543-693E-3D46-BFF1-C7D91C0D47D1}"/>
              </a:ext>
            </a:extLst>
          </p:cNvPr>
          <p:cNvSpPr txBox="1"/>
          <p:nvPr/>
        </p:nvSpPr>
        <p:spPr>
          <a:xfrm>
            <a:off x="582900" y="995070"/>
            <a:ext cx="7978200" cy="387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Another Solution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Now you need to execute the person at position 1. So executing the person at 1 you are left with the list 2 4 5.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After executing another person you get list 2 4.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Now you are left with 2 persons in the list. So you have to calculate the position wisely to execute the person.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Therefore the calculated position would be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(starting position of the execution)%(no of people remaining in the list less than starting position)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i.e. 3%2 = 1.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 finally the winner is 4.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354571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;g2576e1d6f80_0_14">
            <a:extLst>
              <a:ext uri="{FF2B5EF4-FFF2-40B4-BE49-F238E27FC236}">
                <a16:creationId xmlns:a16="http://schemas.microsoft.com/office/drawing/2014/main" id="{ECB71E2F-9D56-AC1C-C05E-B06FF0DE9960}"/>
              </a:ext>
            </a:extLst>
          </p:cNvPr>
          <p:cNvSpPr/>
          <p:nvPr/>
        </p:nvSpPr>
        <p:spPr>
          <a:xfrm>
            <a:off x="2598905" y="441174"/>
            <a:ext cx="3741615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Josephus Problem</a:t>
            </a:r>
            <a:endParaRPr sz="1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142;g2576e1d6f80_0_71">
            <a:extLst>
              <a:ext uri="{FF2B5EF4-FFF2-40B4-BE49-F238E27FC236}">
                <a16:creationId xmlns:a16="http://schemas.microsoft.com/office/drawing/2014/main" id="{57E9212F-769B-2FED-4083-2DE6D154B2C9}"/>
              </a:ext>
            </a:extLst>
          </p:cNvPr>
          <p:cNvSpPr txBox="1"/>
          <p:nvPr/>
        </p:nvSpPr>
        <p:spPr>
          <a:xfrm>
            <a:off x="717042" y="803274"/>
            <a:ext cx="7978200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josephus2.java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IO Format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14; k = 2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Explanation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chosen place is 13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 Complexity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62903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;g2576e1d6f80_0_14">
            <a:extLst>
              <a:ext uri="{FF2B5EF4-FFF2-40B4-BE49-F238E27FC236}">
                <a16:creationId xmlns:a16="http://schemas.microsoft.com/office/drawing/2014/main" id="{ECB71E2F-9D56-AC1C-C05E-B06FF0DE9960}"/>
              </a:ext>
            </a:extLst>
          </p:cNvPr>
          <p:cNvSpPr/>
          <p:nvPr/>
        </p:nvSpPr>
        <p:spPr>
          <a:xfrm>
            <a:off x="2623289" y="331446"/>
            <a:ext cx="3741615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Josephus Problem</a:t>
            </a:r>
            <a:endParaRPr sz="1600" b="0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" name="Google Shape;152;g2579f505a81_0_0">
            <a:extLst>
              <a:ext uri="{FF2B5EF4-FFF2-40B4-BE49-F238E27FC236}">
                <a16:creationId xmlns:a16="http://schemas.microsoft.com/office/drawing/2014/main" id="{816FD22F-F34C-6ED3-BCFE-B2A82E398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076119"/>
              </p:ext>
            </p:extLst>
          </p:nvPr>
        </p:nvGraphicFramePr>
        <p:xfrm>
          <a:off x="193754" y="798526"/>
          <a:ext cx="8593800" cy="396393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292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7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java.util.List;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java.util.stream.Collectors;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java.util.stream.IntStream;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 class JosephProblem {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public static void main(String[] args) {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int winner = joseph(5, 3);		System.out.println(winner);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}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public static int joseph(int noOfPeople, int remPosition) {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int tempPos = remPosition - 1;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int[] people = new int[noOfPeople];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for (int i = 0; i &lt; noOfPeople; i++) {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people[i] = i + 1;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	}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int iteration = noOfPeople - 1;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List&lt;Integer&gt; list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IntStream.of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(people).boxed().collect(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Collectors.toList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());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while (iteration &gt; 0) {		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list.remove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tempPos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tempPos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+=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remPosition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- 1;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if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tempPos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&gt;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list.size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- 1) {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tempPos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tempPos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%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list.size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iteration--;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	}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return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list.get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(0);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}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453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462" name="Google Shape;462;p6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463" name="Google Shape;46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3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37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5" name="Google Shape;465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" name="Google Shape;468;p6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9" name="Google Shape;469;p6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0" name="Google Shape;470;p6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6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1128</Words>
  <Application>Microsoft Office PowerPoint</Application>
  <PresentationFormat>On-screen Show (16:9)</PresentationFormat>
  <Paragraphs>158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Roboto</vt:lpstr>
      <vt:lpstr>Arial</vt:lpstr>
      <vt:lpstr>Consolas</vt:lpstr>
      <vt:lpstr>Simple Light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  <cp:lastModifiedBy>dheebanrajips@gmail.com</cp:lastModifiedBy>
  <cp:revision>3</cp:revision>
  <dcterms:created xsi:type="dcterms:W3CDTF">2022-10-05T06:20:26Z</dcterms:created>
  <dcterms:modified xsi:type="dcterms:W3CDTF">2024-09-04T05:13:20Z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5AF2CBCEB9C44D759E6C7127A2DBAAD4</vt:lpwstr>
  </property>
  <property fmtid="{D5CDD505-2E9C-101B-9397-08002B2CF9AE}" pid="3" name="KSOProductBuildVer">
    <vt:lpwstr>1033-11.2.0.11341</vt:lpwstr>
  </property>
</Properties>
</file>