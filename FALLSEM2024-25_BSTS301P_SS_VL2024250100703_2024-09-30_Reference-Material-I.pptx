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2"/>
    <p:sldMasterId id="2147483669" r:id="rId3"/>
  </p:sldMasterIdLst>
  <p:notesMasterIdLst>
    <p:notesMasterId r:id="rId35"/>
  </p:notesMasterIdLst>
  <p:sldIdLst>
    <p:sldId id="256" r:id="rId4"/>
    <p:sldId id="257" r:id="rId5"/>
    <p:sldId id="333" r:id="rId6"/>
    <p:sldId id="258" r:id="rId7"/>
    <p:sldId id="304" r:id="rId8"/>
    <p:sldId id="305" r:id="rId9"/>
    <p:sldId id="259" r:id="rId10"/>
    <p:sldId id="260" r:id="rId11"/>
    <p:sldId id="261" r:id="rId12"/>
    <p:sldId id="334" r:id="rId13"/>
    <p:sldId id="262" r:id="rId14"/>
    <p:sldId id="263" r:id="rId15"/>
    <p:sldId id="335" r:id="rId16"/>
    <p:sldId id="336" r:id="rId17"/>
    <p:sldId id="337" r:id="rId18"/>
    <p:sldId id="338" r:id="rId19"/>
    <p:sldId id="339" r:id="rId20"/>
    <p:sldId id="340" r:id="rId21"/>
    <p:sldId id="341" r:id="rId22"/>
    <p:sldId id="343" r:id="rId23"/>
    <p:sldId id="342" r:id="rId24"/>
    <p:sldId id="344" r:id="rId25"/>
    <p:sldId id="345" r:id="rId26"/>
    <p:sldId id="346" r:id="rId27"/>
    <p:sldId id="347" r:id="rId28"/>
    <p:sldId id="348" r:id="rId29"/>
    <p:sldId id="349" r:id="rId30"/>
    <p:sldId id="350" r:id="rId31"/>
    <p:sldId id="351" r:id="rId32"/>
    <p:sldId id="352" r:id="rId33"/>
    <p:sldId id="303" r:id="rId34"/>
  </p:sldIdLst>
  <p:sldSz cx="9144000" cy="5143500" type="screen16x9"/>
  <p:notesSz cx="6858000" cy="9144000"/>
  <p:embeddedFontLst>
    <p:embeddedFont>
      <p:font typeface="Consolas" panose="020B0609020204030204" pitchFamily="49" charset="0"/>
      <p:regular r:id="rId36"/>
      <p:bold r:id="rId37"/>
      <p:italic r:id="rId38"/>
      <p:boldItalic r:id="rId39"/>
    </p:embeddedFont>
    <p:embeddedFont>
      <p:font typeface="Roboto" panose="02000000000000000000" pitchFamily="2" charset="0"/>
      <p:regular r:id="rId40"/>
      <p:bold r:id="rId41"/>
      <p:italic r:id="rId42"/>
      <p:boldItalic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454">
          <p15:clr>
            <a:srgbClr val="FF00FF"/>
          </p15:clr>
        </p15:guide>
        <p15:guide id="2" orient="horz" pos="2755">
          <p15:clr>
            <a:srgbClr val="FF0000"/>
          </p15:clr>
        </p15:guide>
        <p15:guide id="3" orient="horz" pos="907">
          <p15:clr>
            <a:srgbClr val="FF0000"/>
          </p15:clr>
        </p15:guide>
        <p15:guide id="4" pos="5272">
          <p15:clr>
            <a:srgbClr val="FF00FF"/>
          </p15:clr>
        </p15:guide>
        <p15:guide id="5" orient="horz" pos="737">
          <p15:clr>
            <a:srgbClr val="00FF00"/>
          </p15:clr>
        </p15:guide>
        <p15:guide id="6" orient="horz" pos="397">
          <p15:clr>
            <a:srgbClr val="00FF00"/>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6" roundtripDataSignature="AMtx7miHiSzDa0vTNjS1xHGCbJH/tB5ZD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120" y="590"/>
      </p:cViewPr>
      <p:guideLst>
        <p:guide pos="454"/>
        <p:guide orient="horz" pos="2755"/>
        <p:guide orient="horz" pos="907"/>
        <p:guide pos="5272"/>
        <p:guide orient="horz" pos="737"/>
        <p:guide orient="horz" pos="39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font" Target="fonts/font4.fntdata"/><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font" Target="fonts/font7.fntdata"/><Relationship Id="rId68" Type="http://schemas.openxmlformats.org/officeDocument/2006/relationships/viewProps" Target="view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font" Target="fonts/font2.fntdata"/><Relationship Id="rId40" Type="http://schemas.openxmlformats.org/officeDocument/2006/relationships/font" Target="fonts/font5.fntdata"/><Relationship Id="rId66" Type="http://customschemas.google.com/relationships/presentationmetadata" Target="metadata"/><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font" Target="fonts/font1.fntdata"/><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notesMaster" Target="notesMasters/notesMaster1.xml"/><Relationship Id="rId43" Type="http://schemas.openxmlformats.org/officeDocument/2006/relationships/font" Target="fonts/font8.fntdata"/><Relationship Id="rId69" Type="http://schemas.openxmlformats.org/officeDocument/2006/relationships/theme" Target="theme/theme1.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font" Target="fonts/font3.fntdata"/><Relationship Id="rId67" Type="http://schemas.openxmlformats.org/officeDocument/2006/relationships/presProps" Target="presProps.xml"/><Relationship Id="rId20" Type="http://schemas.openxmlformats.org/officeDocument/2006/relationships/slide" Target="slides/slide17.xml"/><Relationship Id="rId41" Type="http://schemas.openxmlformats.org/officeDocument/2006/relationships/font" Target="fonts/font6.fntdata"/><Relationship Id="rId7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8" name="Google Shape;138;p6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latin typeface="Roboto"/>
              <a:ea typeface="Roboto"/>
              <a:cs typeface="Roboto"/>
              <a:sym typeface="Roboto"/>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7" name="Google Shape;147;p6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latin typeface="Roboto"/>
              <a:ea typeface="Roboto"/>
              <a:cs typeface="Roboto"/>
              <a:sym typeface="Roboto"/>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800"/>
              </a:spcBef>
              <a:spcAft>
                <a:spcPts val="0"/>
              </a:spcAft>
              <a:buSzPts val="1100"/>
              <a:buNone/>
            </a:pPr>
            <a:endParaRPr sz="1100" b="0" i="0" u="none" strike="noStrike" cap="none">
              <a:solidFill>
                <a:srgbClr val="000000"/>
              </a:solidFill>
              <a:latin typeface="Arial"/>
              <a:ea typeface="Arial"/>
              <a:cs typeface="Arial"/>
              <a:sym typeface="Arial"/>
            </a:endParaRPr>
          </a:p>
        </p:txBody>
      </p:sp>
      <p:sp>
        <p:nvSpPr>
          <p:cNvPr id="155" name="Google Shape;155;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800"/>
              </a:spcBef>
              <a:spcAft>
                <a:spcPts val="0"/>
              </a:spcAft>
              <a:buSzPts val="1100"/>
              <a:buNone/>
            </a:pPr>
            <a:endParaRPr sz="1100" b="0" i="0" u="none" strike="noStrike" cap="none">
              <a:solidFill>
                <a:srgbClr val="000000"/>
              </a:solidFill>
              <a:latin typeface="Arial"/>
              <a:ea typeface="Arial"/>
              <a:cs typeface="Arial"/>
              <a:sym typeface="Arial"/>
            </a:endParaRPr>
          </a:p>
        </p:txBody>
      </p:sp>
      <p:sp>
        <p:nvSpPr>
          <p:cNvPr id="155" name="Google Shape;155;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529098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800"/>
              </a:spcBef>
              <a:spcAft>
                <a:spcPts val="0"/>
              </a:spcAft>
              <a:buSzPts val="1100"/>
              <a:buNone/>
            </a:pPr>
            <a:endParaRPr sz="1100" b="0" i="0" u="none" strike="noStrike" cap="none">
              <a:solidFill>
                <a:srgbClr val="000000"/>
              </a:solidFill>
              <a:latin typeface="Arial"/>
              <a:ea typeface="Arial"/>
              <a:cs typeface="Arial"/>
              <a:sym typeface="Arial"/>
            </a:endParaRPr>
          </a:p>
        </p:txBody>
      </p:sp>
      <p:sp>
        <p:nvSpPr>
          <p:cNvPr id="155" name="Google Shape;155;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993705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800"/>
              </a:spcBef>
              <a:spcAft>
                <a:spcPts val="0"/>
              </a:spcAft>
              <a:buSzPts val="1100"/>
              <a:buNone/>
            </a:pPr>
            <a:endParaRPr sz="1100" b="0" i="0" u="none" strike="noStrike" cap="none">
              <a:solidFill>
                <a:srgbClr val="000000"/>
              </a:solidFill>
              <a:latin typeface="Arial"/>
              <a:ea typeface="Arial"/>
              <a:cs typeface="Arial"/>
              <a:sym typeface="Arial"/>
            </a:endParaRPr>
          </a:p>
        </p:txBody>
      </p:sp>
      <p:sp>
        <p:nvSpPr>
          <p:cNvPr id="161" name="Google Shape;16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2f1834e442a_2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0" name="Google Shape;170;g2f1834e442a_2_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lnSpc>
                <a:spcPct val="100000"/>
              </a:lnSpc>
              <a:spcBef>
                <a:spcPts val="0"/>
              </a:spcBef>
              <a:spcAft>
                <a:spcPts val="0"/>
              </a:spcAft>
              <a:buSzPts val="1100"/>
              <a:buNone/>
            </a:pPr>
            <a:r>
              <a:rPr lang="en-IN">
                <a:solidFill>
                  <a:schemeClr val="dk1"/>
                </a:solidFill>
              </a:rPr>
              <a:t>Answer: C</a:t>
            </a:r>
            <a:endParaRPr>
              <a:solidFill>
                <a:schemeClr val="dk1"/>
              </a:solidFill>
            </a:endParaRPr>
          </a:p>
          <a:p>
            <a:pPr marL="158750" lvl="0" indent="0" algn="l" rtl="0">
              <a:lnSpc>
                <a:spcPct val="100000"/>
              </a:lnSpc>
              <a:spcBef>
                <a:spcPts val="0"/>
              </a:spcBef>
              <a:spcAft>
                <a:spcPts val="0"/>
              </a:spcAft>
              <a:buSzPts val="1100"/>
              <a:buNone/>
            </a:pPr>
            <a:endParaRPr>
              <a:solidFill>
                <a:schemeClr val="dk1"/>
              </a:solidFill>
            </a:endParaRPr>
          </a:p>
          <a:p>
            <a:pPr marL="158750" lvl="0" indent="0" algn="l" rtl="0">
              <a:lnSpc>
                <a:spcPct val="100000"/>
              </a:lnSpc>
              <a:spcBef>
                <a:spcPts val="0"/>
              </a:spcBef>
              <a:spcAft>
                <a:spcPts val="0"/>
              </a:spcAft>
              <a:buSzPts val="1100"/>
              <a:buNone/>
            </a:pPr>
            <a:r>
              <a:rPr lang="en-IN">
                <a:solidFill>
                  <a:schemeClr val="dk1"/>
                </a:solidFill>
              </a:rPr>
              <a:t>Explanation:</a:t>
            </a:r>
            <a:endParaRPr>
              <a:solidFill>
                <a:schemeClr val="dk1"/>
              </a:solidFill>
            </a:endParaRPr>
          </a:p>
          <a:p>
            <a:pPr marL="0" lvl="0" indent="0" algn="l" rtl="0">
              <a:lnSpc>
                <a:spcPct val="115000"/>
              </a:lnSpc>
              <a:spcBef>
                <a:spcPts val="0"/>
              </a:spcBef>
              <a:spcAft>
                <a:spcPts val="0"/>
              </a:spcAft>
              <a:buSzPts val="1100"/>
              <a:buNone/>
            </a:pPr>
            <a:r>
              <a:rPr lang="en-IN">
                <a:solidFill>
                  <a:schemeClr val="dk1"/>
                </a:solidFill>
              </a:rPr>
              <a:t>    Each letter in the word is moved one step backward to obtain the corresponding letter of the code.</a:t>
            </a:r>
            <a:endParaRPr>
              <a:solidFill>
                <a:schemeClr val="dk1"/>
              </a:solidFill>
            </a:endParaRPr>
          </a:p>
          <a:p>
            <a:pPr marL="158750" lvl="0" indent="0" algn="l" rtl="0">
              <a:lnSpc>
                <a:spcPct val="100000"/>
              </a:lnSpc>
              <a:spcBef>
                <a:spcPts val="0"/>
              </a:spcBef>
              <a:spcAft>
                <a:spcPts val="0"/>
              </a:spcAft>
              <a:buSzPts val="1100"/>
              <a:buNone/>
            </a:pPr>
            <a:endParaRPr>
              <a:solidFill>
                <a:schemeClr val="dk1"/>
              </a:solidFill>
            </a:endParaRPr>
          </a:p>
          <a:p>
            <a:pPr marL="0" lvl="0" indent="0" algn="l" rtl="0">
              <a:lnSpc>
                <a:spcPct val="100000"/>
              </a:lnSpc>
              <a:spcBef>
                <a:spcPts val="0"/>
              </a:spcBef>
              <a:spcAft>
                <a:spcPts val="0"/>
              </a:spcAft>
              <a:buSzPts val="1100"/>
              <a:buNone/>
            </a:pPr>
            <a:endParaRPr sz="1200">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2f1834e442a_2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5" name="Google Shape;175;g2f1834e442a_2_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lnSpc>
                <a:spcPct val="100000"/>
              </a:lnSpc>
              <a:spcBef>
                <a:spcPts val="0"/>
              </a:spcBef>
              <a:spcAft>
                <a:spcPts val="0"/>
              </a:spcAft>
              <a:buSzPts val="1100"/>
              <a:buNone/>
            </a:pPr>
            <a:r>
              <a:rPr lang="en-IN">
                <a:solidFill>
                  <a:schemeClr val="dk1"/>
                </a:solidFill>
              </a:rPr>
              <a:t>Answer: C</a:t>
            </a:r>
            <a:endParaRPr>
              <a:solidFill>
                <a:schemeClr val="dk1"/>
              </a:solidFill>
            </a:endParaRPr>
          </a:p>
          <a:p>
            <a:pPr marL="158750" lvl="0" indent="0" algn="l" rtl="0">
              <a:lnSpc>
                <a:spcPct val="100000"/>
              </a:lnSpc>
              <a:spcBef>
                <a:spcPts val="0"/>
              </a:spcBef>
              <a:spcAft>
                <a:spcPts val="0"/>
              </a:spcAft>
              <a:buSzPts val="1100"/>
              <a:buNone/>
            </a:pPr>
            <a:endParaRPr>
              <a:solidFill>
                <a:schemeClr val="dk1"/>
              </a:solidFill>
            </a:endParaRPr>
          </a:p>
          <a:p>
            <a:pPr marL="158750" lvl="0" indent="0" algn="l" rtl="0">
              <a:lnSpc>
                <a:spcPct val="100000"/>
              </a:lnSpc>
              <a:spcBef>
                <a:spcPts val="0"/>
              </a:spcBef>
              <a:spcAft>
                <a:spcPts val="0"/>
              </a:spcAft>
              <a:buSzPts val="1100"/>
              <a:buNone/>
            </a:pPr>
            <a:r>
              <a:rPr lang="en-IN">
                <a:solidFill>
                  <a:schemeClr val="dk1"/>
                </a:solidFill>
              </a:rPr>
              <a:t>Explanation:</a:t>
            </a:r>
            <a:endParaRPr>
              <a:solidFill>
                <a:schemeClr val="dk1"/>
              </a:solidFill>
            </a:endParaRPr>
          </a:p>
          <a:p>
            <a:pPr marL="0" lvl="0" indent="0" algn="l" rtl="0">
              <a:lnSpc>
                <a:spcPct val="115000"/>
              </a:lnSpc>
              <a:spcBef>
                <a:spcPts val="0"/>
              </a:spcBef>
              <a:spcAft>
                <a:spcPts val="0"/>
              </a:spcAft>
              <a:buSzPts val="1100"/>
              <a:buNone/>
            </a:pPr>
            <a:r>
              <a:rPr lang="en-IN">
                <a:solidFill>
                  <a:schemeClr val="dk1"/>
                </a:solidFill>
              </a:rPr>
              <a:t>    Each letter in the word is moved one step backward to obtain the corresponding letter of the code.</a:t>
            </a:r>
            <a:endParaRPr>
              <a:solidFill>
                <a:schemeClr val="dk1"/>
              </a:solidFill>
            </a:endParaRPr>
          </a:p>
          <a:p>
            <a:pPr marL="158750" lvl="0" indent="0" algn="l" rtl="0">
              <a:lnSpc>
                <a:spcPct val="100000"/>
              </a:lnSpc>
              <a:spcBef>
                <a:spcPts val="0"/>
              </a:spcBef>
              <a:spcAft>
                <a:spcPts val="0"/>
              </a:spcAft>
              <a:buSzPts val="1100"/>
              <a:buNone/>
            </a:pPr>
            <a:endParaRPr>
              <a:solidFill>
                <a:schemeClr val="dk1"/>
              </a:solidFill>
            </a:endParaRPr>
          </a:p>
          <a:p>
            <a:pPr marL="0" lvl="0" indent="0" algn="l" rtl="0">
              <a:lnSpc>
                <a:spcPct val="100000"/>
              </a:lnSpc>
              <a:spcBef>
                <a:spcPts val="0"/>
              </a:spcBef>
              <a:spcAft>
                <a:spcPts val="0"/>
              </a:spcAft>
              <a:buSzPts val="1100"/>
              <a:buNone/>
            </a:pPr>
            <a:endParaRPr sz="1200">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2f1834e442a_2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2" name="Google Shape;182;g2f1834e442a_2_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lnSpc>
                <a:spcPct val="100000"/>
              </a:lnSpc>
              <a:spcBef>
                <a:spcPts val="0"/>
              </a:spcBef>
              <a:spcAft>
                <a:spcPts val="0"/>
              </a:spcAft>
              <a:buSzPts val="1100"/>
              <a:buNone/>
            </a:pPr>
            <a:r>
              <a:rPr lang="en-IN">
                <a:solidFill>
                  <a:schemeClr val="dk1"/>
                </a:solidFill>
              </a:rPr>
              <a:t>Answer: C</a:t>
            </a:r>
            <a:endParaRPr>
              <a:solidFill>
                <a:schemeClr val="dk1"/>
              </a:solidFill>
            </a:endParaRPr>
          </a:p>
          <a:p>
            <a:pPr marL="158750" lvl="0" indent="0" algn="l" rtl="0">
              <a:lnSpc>
                <a:spcPct val="100000"/>
              </a:lnSpc>
              <a:spcBef>
                <a:spcPts val="0"/>
              </a:spcBef>
              <a:spcAft>
                <a:spcPts val="0"/>
              </a:spcAft>
              <a:buSzPts val="1100"/>
              <a:buNone/>
            </a:pPr>
            <a:endParaRPr>
              <a:solidFill>
                <a:schemeClr val="dk1"/>
              </a:solidFill>
            </a:endParaRPr>
          </a:p>
          <a:p>
            <a:pPr marL="158750" lvl="0" indent="0" algn="l" rtl="0">
              <a:lnSpc>
                <a:spcPct val="100000"/>
              </a:lnSpc>
              <a:spcBef>
                <a:spcPts val="0"/>
              </a:spcBef>
              <a:spcAft>
                <a:spcPts val="0"/>
              </a:spcAft>
              <a:buSzPts val="1100"/>
              <a:buNone/>
            </a:pPr>
            <a:r>
              <a:rPr lang="en-IN">
                <a:solidFill>
                  <a:schemeClr val="dk1"/>
                </a:solidFill>
              </a:rPr>
              <a:t>Explanation:</a:t>
            </a:r>
            <a:endParaRPr>
              <a:solidFill>
                <a:schemeClr val="dk1"/>
              </a:solidFill>
            </a:endParaRPr>
          </a:p>
          <a:p>
            <a:pPr marL="0" lvl="0" indent="0" algn="l" rtl="0">
              <a:lnSpc>
                <a:spcPct val="115000"/>
              </a:lnSpc>
              <a:spcBef>
                <a:spcPts val="0"/>
              </a:spcBef>
              <a:spcAft>
                <a:spcPts val="0"/>
              </a:spcAft>
              <a:buSzPts val="1100"/>
              <a:buNone/>
            </a:pPr>
            <a:r>
              <a:rPr lang="en-IN">
                <a:solidFill>
                  <a:schemeClr val="dk1"/>
                </a:solidFill>
              </a:rPr>
              <a:t>    Each letter in the word is moved one step backward to obtain the corresponding letter of the code.</a:t>
            </a:r>
            <a:endParaRPr>
              <a:solidFill>
                <a:schemeClr val="dk1"/>
              </a:solidFill>
            </a:endParaRPr>
          </a:p>
          <a:p>
            <a:pPr marL="158750" lvl="0" indent="0" algn="l" rtl="0">
              <a:lnSpc>
                <a:spcPct val="100000"/>
              </a:lnSpc>
              <a:spcBef>
                <a:spcPts val="0"/>
              </a:spcBef>
              <a:spcAft>
                <a:spcPts val="0"/>
              </a:spcAft>
              <a:buSzPts val="1100"/>
              <a:buNone/>
            </a:pPr>
            <a:endParaRPr>
              <a:solidFill>
                <a:schemeClr val="dk1"/>
              </a:solidFill>
            </a:endParaRPr>
          </a:p>
          <a:p>
            <a:pPr marL="0" lvl="0" indent="0" algn="l" rtl="0">
              <a:lnSpc>
                <a:spcPct val="100000"/>
              </a:lnSpc>
              <a:spcBef>
                <a:spcPts val="0"/>
              </a:spcBef>
              <a:spcAft>
                <a:spcPts val="0"/>
              </a:spcAft>
              <a:buSzPts val="1100"/>
              <a:buNone/>
            </a:pPr>
            <a:endParaRPr sz="1200">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2f1834e442a_2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7" name="Google Shape;187;g2f1834e442a_2_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lnSpc>
                <a:spcPct val="100000"/>
              </a:lnSpc>
              <a:spcBef>
                <a:spcPts val="0"/>
              </a:spcBef>
              <a:spcAft>
                <a:spcPts val="0"/>
              </a:spcAft>
              <a:buSzPts val="1100"/>
              <a:buNone/>
            </a:pPr>
            <a:r>
              <a:rPr lang="en-IN">
                <a:solidFill>
                  <a:schemeClr val="dk1"/>
                </a:solidFill>
              </a:rPr>
              <a:t>Answer: C</a:t>
            </a:r>
            <a:endParaRPr>
              <a:solidFill>
                <a:schemeClr val="dk1"/>
              </a:solidFill>
            </a:endParaRPr>
          </a:p>
          <a:p>
            <a:pPr marL="158750" lvl="0" indent="0" algn="l" rtl="0">
              <a:lnSpc>
                <a:spcPct val="100000"/>
              </a:lnSpc>
              <a:spcBef>
                <a:spcPts val="0"/>
              </a:spcBef>
              <a:spcAft>
                <a:spcPts val="0"/>
              </a:spcAft>
              <a:buSzPts val="1100"/>
              <a:buNone/>
            </a:pPr>
            <a:endParaRPr>
              <a:solidFill>
                <a:schemeClr val="dk1"/>
              </a:solidFill>
            </a:endParaRPr>
          </a:p>
          <a:p>
            <a:pPr marL="158750" lvl="0" indent="0" algn="l" rtl="0">
              <a:lnSpc>
                <a:spcPct val="100000"/>
              </a:lnSpc>
              <a:spcBef>
                <a:spcPts val="0"/>
              </a:spcBef>
              <a:spcAft>
                <a:spcPts val="0"/>
              </a:spcAft>
              <a:buSzPts val="1100"/>
              <a:buNone/>
            </a:pPr>
            <a:r>
              <a:rPr lang="en-IN">
                <a:solidFill>
                  <a:schemeClr val="dk1"/>
                </a:solidFill>
              </a:rPr>
              <a:t>Explanation:</a:t>
            </a:r>
            <a:endParaRPr>
              <a:solidFill>
                <a:schemeClr val="dk1"/>
              </a:solidFill>
            </a:endParaRPr>
          </a:p>
          <a:p>
            <a:pPr marL="0" lvl="0" indent="0" algn="l" rtl="0">
              <a:lnSpc>
                <a:spcPct val="115000"/>
              </a:lnSpc>
              <a:spcBef>
                <a:spcPts val="0"/>
              </a:spcBef>
              <a:spcAft>
                <a:spcPts val="0"/>
              </a:spcAft>
              <a:buSzPts val="1100"/>
              <a:buNone/>
            </a:pPr>
            <a:r>
              <a:rPr lang="en-IN">
                <a:solidFill>
                  <a:schemeClr val="dk1"/>
                </a:solidFill>
              </a:rPr>
              <a:t>    Each letter in the word is moved one step backward to obtain the corresponding letter of the code.</a:t>
            </a:r>
            <a:endParaRPr>
              <a:solidFill>
                <a:schemeClr val="dk1"/>
              </a:solidFill>
            </a:endParaRPr>
          </a:p>
          <a:p>
            <a:pPr marL="158750" lvl="0" indent="0" algn="l" rtl="0">
              <a:lnSpc>
                <a:spcPct val="100000"/>
              </a:lnSpc>
              <a:spcBef>
                <a:spcPts val="0"/>
              </a:spcBef>
              <a:spcAft>
                <a:spcPts val="0"/>
              </a:spcAft>
              <a:buSzPts val="1100"/>
              <a:buNone/>
            </a:pPr>
            <a:endParaRPr>
              <a:solidFill>
                <a:schemeClr val="dk1"/>
              </a:solidFill>
            </a:endParaRPr>
          </a:p>
          <a:p>
            <a:pPr marL="0" lvl="0" indent="0" algn="l" rtl="0">
              <a:lnSpc>
                <a:spcPct val="100000"/>
              </a:lnSpc>
              <a:spcBef>
                <a:spcPts val="0"/>
              </a:spcBef>
              <a:spcAft>
                <a:spcPts val="0"/>
              </a:spcAft>
              <a:buSzPts val="1100"/>
              <a:buNone/>
            </a:pPr>
            <a:endParaRPr sz="1200">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p:cNvGrpSpPr/>
        <p:nvPr/>
      </p:nvGrpSpPr>
      <p:grpSpPr>
        <a:xfrm>
          <a:off x="0" y="0"/>
          <a:ext cx="0" cy="0"/>
          <a:chOff x="0" y="0"/>
          <a:chExt cx="0" cy="0"/>
        </a:xfrm>
      </p:grpSpPr>
      <p:sp>
        <p:nvSpPr>
          <p:cNvPr id="458" name="Google Shape;458;p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9" name="Google Shape;459;p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latin typeface="Roboto"/>
              <a:ea typeface="Roboto"/>
              <a:cs typeface="Roboto"/>
              <a:sym typeface="Roboto"/>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66"/>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2" name="Google Shape;12;p66"/>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3" name="Google Shape;13;p6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pic>
        <p:nvPicPr>
          <p:cNvPr id="14" name="Google Shape;14;p66"/>
          <p:cNvPicPr preferRelativeResize="0"/>
          <p:nvPr/>
        </p:nvPicPr>
        <p:blipFill rotWithShape="1">
          <a:blip r:embed="rId2">
            <a:alphaModFix/>
          </a:blip>
          <a:srcRect/>
          <a:stretch/>
        </p:blipFill>
        <p:spPr>
          <a:xfrm>
            <a:off x="-1" y="7219"/>
            <a:ext cx="9144001" cy="5136281"/>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5"/>
        <p:cNvGrpSpPr/>
        <p:nvPr/>
      </p:nvGrpSpPr>
      <p:grpSpPr>
        <a:xfrm>
          <a:off x="0" y="0"/>
          <a:ext cx="0" cy="0"/>
          <a:chOff x="0" y="0"/>
          <a:chExt cx="0" cy="0"/>
        </a:xfrm>
      </p:grpSpPr>
      <p:sp>
        <p:nvSpPr>
          <p:cNvPr id="16" name="Google Shape;16;p5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7" name="Google Shape;17;p5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18" name="Google Shape;18;p5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transition spd="slow">
    <p:push/>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9"/>
        <p:cNvGrpSpPr/>
        <p:nvPr/>
      </p:nvGrpSpPr>
      <p:grpSpPr>
        <a:xfrm>
          <a:off x="0" y="0"/>
          <a:ext cx="0" cy="0"/>
          <a:chOff x="0" y="0"/>
          <a:chExt cx="0" cy="0"/>
        </a:xfrm>
      </p:grpSpPr>
      <p:sp>
        <p:nvSpPr>
          <p:cNvPr id="20" name="Google Shape;20;p53"/>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1" name="Google Shape;21;p5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transition spd="slow">
    <p:push/>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2"/>
        <p:cNvGrpSpPr/>
        <p:nvPr/>
      </p:nvGrpSpPr>
      <p:grpSpPr>
        <a:xfrm>
          <a:off x="0" y="0"/>
          <a:ext cx="0" cy="0"/>
          <a:chOff x="0" y="0"/>
          <a:chExt cx="0" cy="0"/>
        </a:xfrm>
      </p:grpSpPr>
      <p:sp>
        <p:nvSpPr>
          <p:cNvPr id="23" name="Google Shape;23;p5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4" name="Google Shape;24;p54"/>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25" name="Google Shape;25;p54"/>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26" name="Google Shape;26;p5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transition spd="slow">
    <p:push/>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7"/>
        <p:cNvGrpSpPr/>
        <p:nvPr/>
      </p:nvGrpSpPr>
      <p:grpSpPr>
        <a:xfrm>
          <a:off x="0" y="0"/>
          <a:ext cx="0" cy="0"/>
          <a:chOff x="0" y="0"/>
          <a:chExt cx="0" cy="0"/>
        </a:xfrm>
      </p:grpSpPr>
      <p:sp>
        <p:nvSpPr>
          <p:cNvPr id="28" name="Google Shape;28;p5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9" name="Google Shape;29;p5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transition spd="slow">
    <p:push/>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0"/>
        <p:cNvGrpSpPr/>
        <p:nvPr/>
      </p:nvGrpSpPr>
      <p:grpSpPr>
        <a:xfrm>
          <a:off x="0" y="0"/>
          <a:ext cx="0" cy="0"/>
          <a:chOff x="0" y="0"/>
          <a:chExt cx="0" cy="0"/>
        </a:xfrm>
      </p:grpSpPr>
      <p:sp>
        <p:nvSpPr>
          <p:cNvPr id="31" name="Google Shape;31;p56"/>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2" name="Google Shape;32;p56"/>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3" name="Google Shape;33;p5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transition spd="slow">
    <p:push/>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4"/>
        <p:cNvGrpSpPr/>
        <p:nvPr/>
      </p:nvGrpSpPr>
      <p:grpSpPr>
        <a:xfrm>
          <a:off x="0" y="0"/>
          <a:ext cx="0" cy="0"/>
          <a:chOff x="0" y="0"/>
          <a:chExt cx="0" cy="0"/>
        </a:xfrm>
      </p:grpSpPr>
      <p:sp>
        <p:nvSpPr>
          <p:cNvPr id="35" name="Google Shape;35;p57"/>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6" name="Google Shape;36;p5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transition spd="slow">
    <p:push/>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7"/>
        <p:cNvGrpSpPr/>
        <p:nvPr/>
      </p:nvGrpSpPr>
      <p:grpSpPr>
        <a:xfrm>
          <a:off x="0" y="0"/>
          <a:ext cx="0" cy="0"/>
          <a:chOff x="0" y="0"/>
          <a:chExt cx="0" cy="0"/>
        </a:xfrm>
      </p:grpSpPr>
      <p:sp>
        <p:nvSpPr>
          <p:cNvPr id="38" name="Google Shape;38;p58"/>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 name="Google Shape;39;p58"/>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40" name="Google Shape;40;p58"/>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1" name="Google Shape;41;p58"/>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42" name="Google Shape;42;p5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transition spd="slow">
    <p:push/>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3"/>
        <p:cNvGrpSpPr/>
        <p:nvPr/>
      </p:nvGrpSpPr>
      <p:grpSpPr>
        <a:xfrm>
          <a:off x="0" y="0"/>
          <a:ext cx="0" cy="0"/>
          <a:chOff x="0" y="0"/>
          <a:chExt cx="0" cy="0"/>
        </a:xfrm>
      </p:grpSpPr>
      <p:sp>
        <p:nvSpPr>
          <p:cNvPr id="44" name="Google Shape;44;p59"/>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SzPts val="1800"/>
              <a:buNone/>
              <a:defRPr/>
            </a:lvl1pPr>
          </a:lstStyle>
          <a:p>
            <a:endParaRPr/>
          </a:p>
        </p:txBody>
      </p:sp>
      <p:sp>
        <p:nvSpPr>
          <p:cNvPr id="45" name="Google Shape;45;p5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transition spd="slow">
    <p:push/>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6"/>
        <p:cNvGrpSpPr/>
        <p:nvPr/>
      </p:nvGrpSpPr>
      <p:grpSpPr>
        <a:xfrm>
          <a:off x="0" y="0"/>
          <a:ext cx="0" cy="0"/>
          <a:chOff x="0" y="0"/>
          <a:chExt cx="0" cy="0"/>
        </a:xfrm>
      </p:grpSpPr>
      <p:sp>
        <p:nvSpPr>
          <p:cNvPr id="47" name="Google Shape;47;p60"/>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8" name="Google Shape;48;p60"/>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600"/>
              </a:spcBef>
              <a:spcAft>
                <a:spcPts val="0"/>
              </a:spcAft>
              <a:buSzPts val="1400"/>
              <a:buChar char="○"/>
              <a:defRPr/>
            </a:lvl2pPr>
            <a:lvl3pPr marL="1371600" lvl="2" indent="-317500" algn="ctr">
              <a:lnSpc>
                <a:spcPct val="115000"/>
              </a:lnSpc>
              <a:spcBef>
                <a:spcPts val="1600"/>
              </a:spcBef>
              <a:spcAft>
                <a:spcPts val="0"/>
              </a:spcAft>
              <a:buSzPts val="1400"/>
              <a:buChar char="■"/>
              <a:defRPr/>
            </a:lvl3pPr>
            <a:lvl4pPr marL="1828800" lvl="3" indent="-317500" algn="ctr">
              <a:lnSpc>
                <a:spcPct val="115000"/>
              </a:lnSpc>
              <a:spcBef>
                <a:spcPts val="1600"/>
              </a:spcBef>
              <a:spcAft>
                <a:spcPts val="0"/>
              </a:spcAft>
              <a:buSzPts val="1400"/>
              <a:buChar char="●"/>
              <a:defRPr/>
            </a:lvl4pPr>
            <a:lvl5pPr marL="2286000" lvl="4" indent="-317500" algn="ctr">
              <a:lnSpc>
                <a:spcPct val="115000"/>
              </a:lnSpc>
              <a:spcBef>
                <a:spcPts val="1600"/>
              </a:spcBef>
              <a:spcAft>
                <a:spcPts val="0"/>
              </a:spcAft>
              <a:buSzPts val="1400"/>
              <a:buChar char="○"/>
              <a:defRPr/>
            </a:lvl5pPr>
            <a:lvl6pPr marL="2743200" lvl="5" indent="-317500" algn="ctr">
              <a:lnSpc>
                <a:spcPct val="115000"/>
              </a:lnSpc>
              <a:spcBef>
                <a:spcPts val="1600"/>
              </a:spcBef>
              <a:spcAft>
                <a:spcPts val="0"/>
              </a:spcAft>
              <a:buSzPts val="1400"/>
              <a:buChar char="■"/>
              <a:defRPr/>
            </a:lvl6pPr>
            <a:lvl7pPr marL="3200400" lvl="6" indent="-317500" algn="ctr">
              <a:lnSpc>
                <a:spcPct val="115000"/>
              </a:lnSpc>
              <a:spcBef>
                <a:spcPts val="1600"/>
              </a:spcBef>
              <a:spcAft>
                <a:spcPts val="0"/>
              </a:spcAft>
              <a:buSzPts val="1400"/>
              <a:buChar char="●"/>
              <a:defRPr/>
            </a:lvl7pPr>
            <a:lvl8pPr marL="3657600" lvl="7" indent="-317500" algn="ctr">
              <a:lnSpc>
                <a:spcPct val="115000"/>
              </a:lnSpc>
              <a:spcBef>
                <a:spcPts val="1600"/>
              </a:spcBef>
              <a:spcAft>
                <a:spcPts val="0"/>
              </a:spcAft>
              <a:buSzPts val="1400"/>
              <a:buChar char="○"/>
              <a:defRPr/>
            </a:lvl8pPr>
            <a:lvl9pPr marL="4114800" lvl="8" indent="-317500" algn="ctr">
              <a:lnSpc>
                <a:spcPct val="115000"/>
              </a:lnSpc>
              <a:spcBef>
                <a:spcPts val="1600"/>
              </a:spcBef>
              <a:spcAft>
                <a:spcPts val="1600"/>
              </a:spcAft>
              <a:buSzPts val="1400"/>
              <a:buChar char="■"/>
              <a:defRPr/>
            </a:lvl9pPr>
          </a:lstStyle>
          <a:p>
            <a:endParaRPr/>
          </a:p>
        </p:txBody>
      </p:sp>
      <p:sp>
        <p:nvSpPr>
          <p:cNvPr id="49" name="Google Shape;49;p6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transition spd="slow">
    <p:push/>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6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transition spd="slow">
    <p:push/>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57"/>
        <p:cNvGrpSpPr/>
        <p:nvPr/>
      </p:nvGrpSpPr>
      <p:grpSpPr>
        <a:xfrm>
          <a:off x="0" y="0"/>
          <a:ext cx="0" cy="0"/>
          <a:chOff x="0" y="0"/>
          <a:chExt cx="0" cy="0"/>
        </a:xfrm>
      </p:grpSpPr>
      <p:sp>
        <p:nvSpPr>
          <p:cNvPr id="58" name="Google Shape;58;p2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59" name="Google Shape;59;p27"/>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60" name="Google Shape;60;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61"/>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2"/>
        <p:cNvGrpSpPr/>
        <p:nvPr/>
      </p:nvGrpSpPr>
      <p:grpSpPr>
        <a:xfrm>
          <a:off x="0" y="0"/>
          <a:ext cx="0" cy="0"/>
          <a:chOff x="0" y="0"/>
          <a:chExt cx="0" cy="0"/>
        </a:xfrm>
      </p:grpSpPr>
      <p:sp>
        <p:nvSpPr>
          <p:cNvPr id="63" name="Google Shape;63;p3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4" name="Google Shape;64;p3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65"/>
        <p:cNvGrpSpPr/>
        <p:nvPr/>
      </p:nvGrpSpPr>
      <p:grpSpPr>
        <a:xfrm>
          <a:off x="0" y="0"/>
          <a:ext cx="0" cy="0"/>
          <a:chOff x="0" y="0"/>
          <a:chExt cx="0" cy="0"/>
        </a:xfrm>
      </p:grpSpPr>
      <p:sp>
        <p:nvSpPr>
          <p:cNvPr id="66" name="Google Shape;66;p40"/>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67" name="Google Shape;67;p4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8"/>
        <p:cNvGrpSpPr/>
        <p:nvPr/>
      </p:nvGrpSpPr>
      <p:grpSpPr>
        <a:xfrm>
          <a:off x="0" y="0"/>
          <a:ext cx="0" cy="0"/>
          <a:chOff x="0" y="0"/>
          <a:chExt cx="0" cy="0"/>
        </a:xfrm>
      </p:grpSpPr>
      <p:sp>
        <p:nvSpPr>
          <p:cNvPr id="69" name="Google Shape;69;p4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 name="Google Shape;70;p4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71" name="Google Shape;71;p4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72" name="Google Shape;72;p4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73" name="Google Shape;73;p4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4"/>
        <p:cNvGrpSpPr/>
        <p:nvPr/>
      </p:nvGrpSpPr>
      <p:grpSpPr>
        <a:xfrm>
          <a:off x="0" y="0"/>
          <a:ext cx="0" cy="0"/>
          <a:chOff x="0" y="0"/>
          <a:chExt cx="0" cy="0"/>
        </a:xfrm>
      </p:grpSpPr>
      <p:sp>
        <p:nvSpPr>
          <p:cNvPr id="75" name="Google Shape;75;p42"/>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SzPts val="1800"/>
              <a:buNone/>
              <a:defRPr/>
            </a:lvl1pPr>
          </a:lstStyle>
          <a:p>
            <a:endParaRPr/>
          </a:p>
        </p:txBody>
      </p:sp>
      <p:sp>
        <p:nvSpPr>
          <p:cNvPr id="76" name="Google Shape;76;p4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77"/>
        <p:cNvGrpSpPr/>
        <p:nvPr/>
      </p:nvGrpSpPr>
      <p:grpSpPr>
        <a:xfrm>
          <a:off x="0" y="0"/>
          <a:ext cx="0" cy="0"/>
          <a:chOff x="0" y="0"/>
          <a:chExt cx="0" cy="0"/>
        </a:xfrm>
      </p:grpSpPr>
      <p:sp>
        <p:nvSpPr>
          <p:cNvPr id="78" name="Google Shape;78;p4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79" name="Google Shape;79;p43"/>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600"/>
              </a:spcBef>
              <a:spcAft>
                <a:spcPts val="0"/>
              </a:spcAft>
              <a:buSzPts val="1400"/>
              <a:buChar char="○"/>
              <a:defRPr/>
            </a:lvl2pPr>
            <a:lvl3pPr marL="1371600" lvl="2" indent="-317500" algn="ctr">
              <a:lnSpc>
                <a:spcPct val="115000"/>
              </a:lnSpc>
              <a:spcBef>
                <a:spcPts val="1600"/>
              </a:spcBef>
              <a:spcAft>
                <a:spcPts val="0"/>
              </a:spcAft>
              <a:buSzPts val="1400"/>
              <a:buChar char="■"/>
              <a:defRPr/>
            </a:lvl3pPr>
            <a:lvl4pPr marL="1828800" lvl="3" indent="-317500" algn="ctr">
              <a:lnSpc>
                <a:spcPct val="115000"/>
              </a:lnSpc>
              <a:spcBef>
                <a:spcPts val="1600"/>
              </a:spcBef>
              <a:spcAft>
                <a:spcPts val="0"/>
              </a:spcAft>
              <a:buSzPts val="1400"/>
              <a:buChar char="●"/>
              <a:defRPr/>
            </a:lvl4pPr>
            <a:lvl5pPr marL="2286000" lvl="4" indent="-317500" algn="ctr">
              <a:lnSpc>
                <a:spcPct val="115000"/>
              </a:lnSpc>
              <a:spcBef>
                <a:spcPts val="1600"/>
              </a:spcBef>
              <a:spcAft>
                <a:spcPts val="0"/>
              </a:spcAft>
              <a:buSzPts val="1400"/>
              <a:buChar char="○"/>
              <a:defRPr/>
            </a:lvl5pPr>
            <a:lvl6pPr marL="2743200" lvl="5" indent="-317500" algn="ctr">
              <a:lnSpc>
                <a:spcPct val="115000"/>
              </a:lnSpc>
              <a:spcBef>
                <a:spcPts val="1600"/>
              </a:spcBef>
              <a:spcAft>
                <a:spcPts val="0"/>
              </a:spcAft>
              <a:buSzPts val="1400"/>
              <a:buChar char="■"/>
              <a:defRPr/>
            </a:lvl6pPr>
            <a:lvl7pPr marL="3200400" lvl="6" indent="-317500" algn="ctr">
              <a:lnSpc>
                <a:spcPct val="115000"/>
              </a:lnSpc>
              <a:spcBef>
                <a:spcPts val="1600"/>
              </a:spcBef>
              <a:spcAft>
                <a:spcPts val="0"/>
              </a:spcAft>
              <a:buSzPts val="1400"/>
              <a:buChar char="●"/>
              <a:defRPr/>
            </a:lvl7pPr>
            <a:lvl8pPr marL="3657600" lvl="7" indent="-317500" algn="ctr">
              <a:lnSpc>
                <a:spcPct val="115000"/>
              </a:lnSpc>
              <a:spcBef>
                <a:spcPts val="1600"/>
              </a:spcBef>
              <a:spcAft>
                <a:spcPts val="0"/>
              </a:spcAft>
              <a:buSzPts val="1400"/>
              <a:buChar char="○"/>
              <a:defRPr/>
            </a:lvl8pPr>
            <a:lvl9pPr marL="4114800" lvl="8" indent="-317500" algn="ctr">
              <a:lnSpc>
                <a:spcPct val="115000"/>
              </a:lnSpc>
              <a:spcBef>
                <a:spcPts val="1600"/>
              </a:spcBef>
              <a:spcAft>
                <a:spcPts val="1600"/>
              </a:spcAft>
              <a:buSzPts val="1400"/>
              <a:buChar char="■"/>
              <a:defRPr/>
            </a:lvl9pPr>
          </a:lstStyle>
          <a:p>
            <a:endParaRPr/>
          </a:p>
        </p:txBody>
      </p:sp>
      <p:sp>
        <p:nvSpPr>
          <p:cNvPr id="80" name="Google Shape;80;p4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4">
  <p:cSld name="4">
    <p:spTree>
      <p:nvGrpSpPr>
        <p:cNvPr id="1" name="Shape 81"/>
        <p:cNvGrpSpPr/>
        <p:nvPr/>
      </p:nvGrpSpPr>
      <p:grpSpPr>
        <a:xfrm>
          <a:off x="0" y="0"/>
          <a:ext cx="0" cy="0"/>
          <a:chOff x="0" y="0"/>
          <a:chExt cx="0" cy="0"/>
        </a:xfrm>
      </p:grpSpPr>
      <p:pic>
        <p:nvPicPr>
          <p:cNvPr id="82" name="Google Shape;82;p44" descr="A close up of a logo&#10;&#10;Description generated with high confidence"/>
          <p:cNvPicPr preferRelativeResize="0"/>
          <p:nvPr/>
        </p:nvPicPr>
        <p:blipFill rotWithShape="1">
          <a:blip r:embed="rId2">
            <a:alphaModFix/>
          </a:blip>
          <a:srcRect/>
          <a:stretch/>
        </p:blipFill>
        <p:spPr>
          <a:xfrm>
            <a:off x="7876800" y="183600"/>
            <a:ext cx="1022401" cy="766801"/>
          </a:xfrm>
          <a:prstGeom prst="rect">
            <a:avLst/>
          </a:prstGeom>
          <a:noFill/>
          <a:ln>
            <a:noFill/>
          </a:ln>
        </p:spPr>
      </p:pic>
      <p:pic>
        <p:nvPicPr>
          <p:cNvPr id="83" name="Google Shape;83;p44" descr="A picture containing colorful, colored&#10;&#10;Description generated with very high confidence"/>
          <p:cNvPicPr preferRelativeResize="0"/>
          <p:nvPr/>
        </p:nvPicPr>
        <p:blipFill rotWithShape="1">
          <a:blip r:embed="rId3">
            <a:alphaModFix/>
          </a:blip>
          <a:srcRect t="55602" b="37530"/>
          <a:stretch/>
        </p:blipFill>
        <p:spPr>
          <a:xfrm>
            <a:off x="0" y="4849200"/>
            <a:ext cx="9144000" cy="294300"/>
          </a:xfrm>
          <a:prstGeom prst="rect">
            <a:avLst/>
          </a:prstGeom>
          <a:noFill/>
          <a:ln>
            <a:noFill/>
          </a:ln>
        </p:spPr>
      </p:pic>
      <p:sp>
        <p:nvSpPr>
          <p:cNvPr id="84" name="Google Shape;84;p44"/>
          <p:cNvSpPr/>
          <p:nvPr/>
        </p:nvSpPr>
        <p:spPr>
          <a:xfrm>
            <a:off x="8946830" y="4943496"/>
            <a:ext cx="57600" cy="432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85" name="Google Shape;85;p44"/>
          <p:cNvSpPr/>
          <p:nvPr/>
        </p:nvSpPr>
        <p:spPr>
          <a:xfrm>
            <a:off x="8870400" y="4943496"/>
            <a:ext cx="57600" cy="432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86" name="Google Shape;86;p44"/>
          <p:cNvSpPr/>
          <p:nvPr/>
        </p:nvSpPr>
        <p:spPr>
          <a:xfrm>
            <a:off x="8793970" y="4943496"/>
            <a:ext cx="57600" cy="432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87" name="Google Shape;87;p44"/>
          <p:cNvSpPr/>
          <p:nvPr/>
        </p:nvSpPr>
        <p:spPr>
          <a:xfrm>
            <a:off x="8717540" y="4943496"/>
            <a:ext cx="57600" cy="432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93"/>
        <p:cNvGrpSpPr/>
        <p:nvPr/>
      </p:nvGrpSpPr>
      <p:grpSpPr>
        <a:xfrm>
          <a:off x="0" y="0"/>
          <a:ext cx="0" cy="0"/>
          <a:chOff x="0" y="0"/>
          <a:chExt cx="0" cy="0"/>
        </a:xfrm>
      </p:grpSpPr>
      <p:sp>
        <p:nvSpPr>
          <p:cNvPr id="94" name="Google Shape;94;p3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95" name="Google Shape;95;p30"/>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96" name="Google Shape;96;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2"/>
        <p:cNvGrpSpPr/>
        <p:nvPr/>
      </p:nvGrpSpPr>
      <p:grpSpPr>
        <a:xfrm>
          <a:off x="0" y="0"/>
          <a:ext cx="0" cy="0"/>
          <a:chOff x="0" y="0"/>
          <a:chExt cx="0" cy="0"/>
        </a:xfrm>
      </p:grpSpPr>
      <p:sp>
        <p:nvSpPr>
          <p:cNvPr id="103" name="Google Shape;103;p68"/>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04" name="Google Shape;104;p68"/>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05" name="Google Shape;105;p6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slide">
  <p:cSld name="TITLE 2">
    <p:spTree>
      <p:nvGrpSpPr>
        <p:cNvPr id="1" name="Shape 106"/>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07"/>
        <p:cNvGrpSpPr/>
        <p:nvPr/>
      </p:nvGrpSpPr>
      <p:grpSpPr>
        <a:xfrm>
          <a:off x="0" y="0"/>
          <a:ext cx="0" cy="0"/>
          <a:chOff x="0" y="0"/>
          <a:chExt cx="0" cy="0"/>
        </a:xfrm>
      </p:grpSpPr>
      <p:sp>
        <p:nvSpPr>
          <p:cNvPr id="108" name="Google Shape;108;p4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09" name="Google Shape;109;p4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10"/>
        <p:cNvGrpSpPr/>
        <p:nvPr/>
      </p:nvGrpSpPr>
      <p:grpSpPr>
        <a:xfrm>
          <a:off x="0" y="0"/>
          <a:ext cx="0" cy="0"/>
          <a:chOff x="0" y="0"/>
          <a:chExt cx="0" cy="0"/>
        </a:xfrm>
      </p:grpSpPr>
      <p:sp>
        <p:nvSpPr>
          <p:cNvPr id="111" name="Google Shape;111;p47"/>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112" name="Google Shape;112;p4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13"/>
        <p:cNvGrpSpPr/>
        <p:nvPr/>
      </p:nvGrpSpPr>
      <p:grpSpPr>
        <a:xfrm>
          <a:off x="0" y="0"/>
          <a:ext cx="0" cy="0"/>
          <a:chOff x="0" y="0"/>
          <a:chExt cx="0" cy="0"/>
        </a:xfrm>
      </p:grpSpPr>
      <p:sp>
        <p:nvSpPr>
          <p:cNvPr id="114" name="Google Shape;114;p48"/>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 name="Google Shape;115;p48"/>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116" name="Google Shape;116;p48"/>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117" name="Google Shape;117;p48"/>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118" name="Google Shape;118;p4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19"/>
        <p:cNvGrpSpPr/>
        <p:nvPr/>
      </p:nvGrpSpPr>
      <p:grpSpPr>
        <a:xfrm>
          <a:off x="0" y="0"/>
          <a:ext cx="0" cy="0"/>
          <a:chOff x="0" y="0"/>
          <a:chExt cx="0" cy="0"/>
        </a:xfrm>
      </p:grpSpPr>
      <p:sp>
        <p:nvSpPr>
          <p:cNvPr id="120" name="Google Shape;120;p49"/>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SzPts val="1800"/>
              <a:buNone/>
              <a:defRPr/>
            </a:lvl1pPr>
          </a:lstStyle>
          <a:p>
            <a:endParaRPr/>
          </a:p>
        </p:txBody>
      </p:sp>
      <p:sp>
        <p:nvSpPr>
          <p:cNvPr id="121" name="Google Shape;121;p4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22"/>
        <p:cNvGrpSpPr/>
        <p:nvPr/>
      </p:nvGrpSpPr>
      <p:grpSpPr>
        <a:xfrm>
          <a:off x="0" y="0"/>
          <a:ext cx="0" cy="0"/>
          <a:chOff x="0" y="0"/>
          <a:chExt cx="0" cy="0"/>
        </a:xfrm>
      </p:grpSpPr>
      <p:sp>
        <p:nvSpPr>
          <p:cNvPr id="123" name="Google Shape;123;p50"/>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124" name="Google Shape;124;p50"/>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600"/>
              </a:spcBef>
              <a:spcAft>
                <a:spcPts val="0"/>
              </a:spcAft>
              <a:buSzPts val="1400"/>
              <a:buChar char="○"/>
              <a:defRPr/>
            </a:lvl2pPr>
            <a:lvl3pPr marL="1371600" lvl="2" indent="-317500" algn="ctr">
              <a:lnSpc>
                <a:spcPct val="115000"/>
              </a:lnSpc>
              <a:spcBef>
                <a:spcPts val="1600"/>
              </a:spcBef>
              <a:spcAft>
                <a:spcPts val="0"/>
              </a:spcAft>
              <a:buSzPts val="1400"/>
              <a:buChar char="■"/>
              <a:defRPr/>
            </a:lvl3pPr>
            <a:lvl4pPr marL="1828800" lvl="3" indent="-317500" algn="ctr">
              <a:lnSpc>
                <a:spcPct val="115000"/>
              </a:lnSpc>
              <a:spcBef>
                <a:spcPts val="1600"/>
              </a:spcBef>
              <a:spcAft>
                <a:spcPts val="0"/>
              </a:spcAft>
              <a:buSzPts val="1400"/>
              <a:buChar char="●"/>
              <a:defRPr/>
            </a:lvl4pPr>
            <a:lvl5pPr marL="2286000" lvl="4" indent="-317500" algn="ctr">
              <a:lnSpc>
                <a:spcPct val="115000"/>
              </a:lnSpc>
              <a:spcBef>
                <a:spcPts val="1600"/>
              </a:spcBef>
              <a:spcAft>
                <a:spcPts val="0"/>
              </a:spcAft>
              <a:buSzPts val="1400"/>
              <a:buChar char="○"/>
              <a:defRPr/>
            </a:lvl5pPr>
            <a:lvl6pPr marL="2743200" lvl="5" indent="-317500" algn="ctr">
              <a:lnSpc>
                <a:spcPct val="115000"/>
              </a:lnSpc>
              <a:spcBef>
                <a:spcPts val="1600"/>
              </a:spcBef>
              <a:spcAft>
                <a:spcPts val="0"/>
              </a:spcAft>
              <a:buSzPts val="1400"/>
              <a:buChar char="■"/>
              <a:defRPr/>
            </a:lvl6pPr>
            <a:lvl7pPr marL="3200400" lvl="6" indent="-317500" algn="ctr">
              <a:lnSpc>
                <a:spcPct val="115000"/>
              </a:lnSpc>
              <a:spcBef>
                <a:spcPts val="1600"/>
              </a:spcBef>
              <a:spcAft>
                <a:spcPts val="0"/>
              </a:spcAft>
              <a:buSzPts val="1400"/>
              <a:buChar char="●"/>
              <a:defRPr/>
            </a:lvl7pPr>
            <a:lvl8pPr marL="3657600" lvl="7" indent="-317500" algn="ctr">
              <a:lnSpc>
                <a:spcPct val="115000"/>
              </a:lnSpc>
              <a:spcBef>
                <a:spcPts val="1600"/>
              </a:spcBef>
              <a:spcAft>
                <a:spcPts val="0"/>
              </a:spcAft>
              <a:buSzPts val="1400"/>
              <a:buChar char="○"/>
              <a:defRPr/>
            </a:lvl8pPr>
            <a:lvl9pPr marL="4114800" lvl="8" indent="-317500" algn="ctr">
              <a:lnSpc>
                <a:spcPct val="115000"/>
              </a:lnSpc>
              <a:spcBef>
                <a:spcPts val="1600"/>
              </a:spcBef>
              <a:spcAft>
                <a:spcPts val="1600"/>
              </a:spcAft>
              <a:buSzPts val="1400"/>
              <a:buChar char="■"/>
              <a:defRPr/>
            </a:lvl9pPr>
          </a:lstStyle>
          <a:p>
            <a:endParaRPr/>
          </a:p>
        </p:txBody>
      </p:sp>
      <p:sp>
        <p:nvSpPr>
          <p:cNvPr id="125" name="Google Shape;125;p5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4">
  <p:cSld name="4">
    <p:spTree>
      <p:nvGrpSpPr>
        <p:cNvPr id="1" name="Shape 126"/>
        <p:cNvGrpSpPr/>
        <p:nvPr/>
      </p:nvGrpSpPr>
      <p:grpSpPr>
        <a:xfrm>
          <a:off x="0" y="0"/>
          <a:ext cx="0" cy="0"/>
          <a:chOff x="0" y="0"/>
          <a:chExt cx="0" cy="0"/>
        </a:xfrm>
      </p:grpSpPr>
      <p:pic>
        <p:nvPicPr>
          <p:cNvPr id="127" name="Google Shape;127;p51" descr="A close up of a logo&#10;&#10;Description generated with high confidence"/>
          <p:cNvPicPr preferRelativeResize="0"/>
          <p:nvPr/>
        </p:nvPicPr>
        <p:blipFill rotWithShape="1">
          <a:blip r:embed="rId2">
            <a:alphaModFix/>
          </a:blip>
          <a:srcRect/>
          <a:stretch/>
        </p:blipFill>
        <p:spPr>
          <a:xfrm>
            <a:off x="7876800" y="183600"/>
            <a:ext cx="1022401" cy="766801"/>
          </a:xfrm>
          <a:prstGeom prst="rect">
            <a:avLst/>
          </a:prstGeom>
          <a:noFill/>
          <a:ln>
            <a:noFill/>
          </a:ln>
        </p:spPr>
      </p:pic>
      <p:pic>
        <p:nvPicPr>
          <p:cNvPr id="128" name="Google Shape;128;p51" descr="A picture containing colorful, colored&#10;&#10;Description generated with very high confidence"/>
          <p:cNvPicPr preferRelativeResize="0"/>
          <p:nvPr/>
        </p:nvPicPr>
        <p:blipFill rotWithShape="1">
          <a:blip r:embed="rId3">
            <a:alphaModFix/>
          </a:blip>
          <a:srcRect t="55603" b="37530"/>
          <a:stretch/>
        </p:blipFill>
        <p:spPr>
          <a:xfrm>
            <a:off x="0" y="4849200"/>
            <a:ext cx="9144000" cy="294300"/>
          </a:xfrm>
          <a:prstGeom prst="rect">
            <a:avLst/>
          </a:prstGeom>
          <a:noFill/>
          <a:ln>
            <a:noFill/>
          </a:ln>
        </p:spPr>
      </p:pic>
      <p:sp>
        <p:nvSpPr>
          <p:cNvPr id="129" name="Google Shape;129;p51"/>
          <p:cNvSpPr/>
          <p:nvPr/>
        </p:nvSpPr>
        <p:spPr>
          <a:xfrm>
            <a:off x="8946830" y="4943496"/>
            <a:ext cx="57600" cy="432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130" name="Google Shape;130;p51"/>
          <p:cNvSpPr/>
          <p:nvPr/>
        </p:nvSpPr>
        <p:spPr>
          <a:xfrm>
            <a:off x="8870400" y="4943496"/>
            <a:ext cx="57600" cy="432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131" name="Google Shape;131;p51"/>
          <p:cNvSpPr/>
          <p:nvPr/>
        </p:nvSpPr>
        <p:spPr>
          <a:xfrm>
            <a:off x="8793970" y="4943496"/>
            <a:ext cx="57600" cy="432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132" name="Google Shape;132;p51"/>
          <p:cNvSpPr/>
          <p:nvPr/>
        </p:nvSpPr>
        <p:spPr>
          <a:xfrm>
            <a:off x="8717540" y="4943496"/>
            <a:ext cx="57600" cy="432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3"/>
        <p:cNvGrpSpPr/>
        <p:nvPr/>
      </p:nvGrpSpPr>
      <p:grpSpPr>
        <a:xfrm>
          <a:off x="0" y="0"/>
          <a:ext cx="0" cy="0"/>
          <a:chOff x="0" y="0"/>
          <a:chExt cx="0" cy="0"/>
        </a:xfrm>
      </p:grpSpPr>
      <p:sp>
        <p:nvSpPr>
          <p:cNvPr id="134" name="Google Shape;134;g2f1834e442a_2_12"/>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3600"/>
              <a:buNone/>
              <a:defRPr sz="3600"/>
            </a:lvl1pPr>
            <a:lvl2pPr lvl="1" algn="ctr" rtl="0">
              <a:lnSpc>
                <a:spcPct val="100000"/>
              </a:lnSpc>
              <a:spcBef>
                <a:spcPts val="0"/>
              </a:spcBef>
              <a:spcAft>
                <a:spcPts val="0"/>
              </a:spcAft>
              <a:buSzPts val="3600"/>
              <a:buNone/>
              <a:defRPr sz="3600"/>
            </a:lvl2pPr>
            <a:lvl3pPr lvl="2" algn="ctr" rtl="0">
              <a:lnSpc>
                <a:spcPct val="100000"/>
              </a:lnSpc>
              <a:spcBef>
                <a:spcPts val="0"/>
              </a:spcBef>
              <a:spcAft>
                <a:spcPts val="0"/>
              </a:spcAft>
              <a:buSzPts val="3600"/>
              <a:buNone/>
              <a:defRPr sz="3600"/>
            </a:lvl3pPr>
            <a:lvl4pPr lvl="3" algn="ctr" rtl="0">
              <a:lnSpc>
                <a:spcPct val="100000"/>
              </a:lnSpc>
              <a:spcBef>
                <a:spcPts val="0"/>
              </a:spcBef>
              <a:spcAft>
                <a:spcPts val="0"/>
              </a:spcAft>
              <a:buSzPts val="3600"/>
              <a:buNone/>
              <a:defRPr sz="3600"/>
            </a:lvl4pPr>
            <a:lvl5pPr lvl="4" algn="ctr" rtl="0">
              <a:lnSpc>
                <a:spcPct val="100000"/>
              </a:lnSpc>
              <a:spcBef>
                <a:spcPts val="0"/>
              </a:spcBef>
              <a:spcAft>
                <a:spcPts val="0"/>
              </a:spcAft>
              <a:buSzPts val="3600"/>
              <a:buNone/>
              <a:defRPr sz="3600"/>
            </a:lvl5pPr>
            <a:lvl6pPr lvl="5" algn="ctr" rtl="0">
              <a:lnSpc>
                <a:spcPct val="100000"/>
              </a:lnSpc>
              <a:spcBef>
                <a:spcPts val="0"/>
              </a:spcBef>
              <a:spcAft>
                <a:spcPts val="0"/>
              </a:spcAft>
              <a:buSzPts val="3600"/>
              <a:buNone/>
              <a:defRPr sz="3600"/>
            </a:lvl6pPr>
            <a:lvl7pPr lvl="6" algn="ctr" rtl="0">
              <a:lnSpc>
                <a:spcPct val="100000"/>
              </a:lnSpc>
              <a:spcBef>
                <a:spcPts val="0"/>
              </a:spcBef>
              <a:spcAft>
                <a:spcPts val="0"/>
              </a:spcAft>
              <a:buSzPts val="3600"/>
              <a:buNone/>
              <a:defRPr sz="3600"/>
            </a:lvl7pPr>
            <a:lvl8pPr lvl="7" algn="ctr" rtl="0">
              <a:lnSpc>
                <a:spcPct val="100000"/>
              </a:lnSpc>
              <a:spcBef>
                <a:spcPts val="0"/>
              </a:spcBef>
              <a:spcAft>
                <a:spcPts val="0"/>
              </a:spcAft>
              <a:buSzPts val="3600"/>
              <a:buNone/>
              <a:defRPr sz="3600"/>
            </a:lvl8pPr>
            <a:lvl9pPr lvl="8" algn="ctr" rtl="0">
              <a:lnSpc>
                <a:spcPct val="100000"/>
              </a:lnSpc>
              <a:spcBef>
                <a:spcPts val="0"/>
              </a:spcBef>
              <a:spcAft>
                <a:spcPts val="0"/>
              </a:spcAft>
              <a:buSzPts val="3600"/>
              <a:buNone/>
              <a:defRPr sz="3600"/>
            </a:lvl9pPr>
          </a:lstStyle>
          <a:p>
            <a:endParaRPr/>
          </a:p>
        </p:txBody>
      </p:sp>
      <p:sp>
        <p:nvSpPr>
          <p:cNvPr id="135" name="Google Shape;135;g2f1834e442a_2_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10" Type="http://schemas.openxmlformats.org/officeDocument/2006/relationships/image" Target="../media/image1.jpg"/><Relationship Id="rId4" Type="http://schemas.openxmlformats.org/officeDocument/2006/relationships/slideLayout" Target="../slideLayouts/slideLayout15.xml"/><Relationship Id="rId9"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7.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image" Target="../media/image1.jpg"/><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theme" Target="../theme/theme3.xml"/><Relationship Id="rId5" Type="http://schemas.openxmlformats.org/officeDocument/2006/relationships/slideLayout" Target="../slideLayouts/slideLayout24.xml"/><Relationship Id="rId10" Type="http://schemas.openxmlformats.org/officeDocument/2006/relationships/slideLayout" Target="../slideLayouts/slideLayout29.xml"/><Relationship Id="rId4" Type="http://schemas.openxmlformats.org/officeDocument/2006/relationships/slideLayout" Target="../slideLayouts/slideLayout23.xml"/><Relationship Id="rId9"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2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1600"/>
              </a:spcBef>
              <a:spcAft>
                <a:spcPts val="160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pic>
        <p:nvPicPr>
          <p:cNvPr id="9" name="Google Shape;9;p24"/>
          <p:cNvPicPr preferRelativeResize="0"/>
          <p:nvPr/>
        </p:nvPicPr>
        <p:blipFill rotWithShape="1">
          <a:blip r:embed="rId13">
            <a:alphaModFix/>
          </a:blip>
          <a:srcRect/>
          <a:stretch/>
        </p:blipFill>
        <p:spPr>
          <a:xfrm>
            <a:off x="-1" y="7219"/>
            <a:ext cx="9144001" cy="5136281"/>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push/>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2"/>
        <p:cNvGrpSpPr/>
        <p:nvPr/>
      </p:nvGrpSpPr>
      <p:grpSpPr>
        <a:xfrm>
          <a:off x="0" y="0"/>
          <a:ext cx="0" cy="0"/>
          <a:chOff x="0" y="0"/>
          <a:chExt cx="0" cy="0"/>
        </a:xfrm>
      </p:grpSpPr>
      <p:sp>
        <p:nvSpPr>
          <p:cNvPr id="53" name="Google Shape;53;p2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54" name="Google Shape;54;p2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1600"/>
              </a:spcBef>
              <a:spcAft>
                <a:spcPts val="160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55" name="Google Shape;55;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pic>
        <p:nvPicPr>
          <p:cNvPr id="56" name="Google Shape;56;p26"/>
          <p:cNvPicPr preferRelativeResize="0"/>
          <p:nvPr/>
        </p:nvPicPr>
        <p:blipFill rotWithShape="1">
          <a:blip r:embed="rId10">
            <a:alphaModFix/>
          </a:blip>
          <a:srcRect/>
          <a:stretch/>
        </p:blipFill>
        <p:spPr>
          <a:xfrm>
            <a:off x="-1" y="7219"/>
            <a:ext cx="9144001" cy="5136281"/>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8"/>
        <p:cNvGrpSpPr/>
        <p:nvPr/>
      </p:nvGrpSpPr>
      <p:grpSpPr>
        <a:xfrm>
          <a:off x="0" y="0"/>
          <a:ext cx="0" cy="0"/>
          <a:chOff x="0" y="0"/>
          <a:chExt cx="0" cy="0"/>
        </a:xfrm>
      </p:grpSpPr>
      <p:sp>
        <p:nvSpPr>
          <p:cNvPr id="89" name="Google Shape;89;p2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90" name="Google Shape;90;p29"/>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1600"/>
              </a:spcBef>
              <a:spcAft>
                <a:spcPts val="160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91" name="Google Shape;91;p2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pic>
        <p:nvPicPr>
          <p:cNvPr id="92" name="Google Shape;92;p29"/>
          <p:cNvPicPr preferRelativeResize="0"/>
          <p:nvPr/>
        </p:nvPicPr>
        <p:blipFill rotWithShape="1">
          <a:blip r:embed="rId12">
            <a:alphaModFix/>
          </a:blip>
          <a:srcRect/>
          <a:stretch/>
        </p:blipFill>
        <p:spPr>
          <a:xfrm>
            <a:off x="-1" y="7219"/>
            <a:ext cx="9144001" cy="5136281"/>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70"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forms.gle/eaLan5f1DZq9XBVD9" TargetMode="External"/><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1.xml"/><Relationship Id="rId1" Type="http://schemas.openxmlformats.org/officeDocument/2006/relationships/slideLayout" Target="../slideLayouts/slideLayout2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6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p>
            <a:pPr marL="0" lvl="0" indent="0" algn="ctr" rtl="0">
              <a:lnSpc>
                <a:spcPct val="100000"/>
              </a:lnSpc>
              <a:spcBef>
                <a:spcPts val="0"/>
              </a:spcBef>
              <a:spcAft>
                <a:spcPts val="0"/>
              </a:spcAft>
              <a:buSzPts val="5200"/>
              <a:buNone/>
            </a:pPr>
            <a:endParaRPr/>
          </a:p>
        </p:txBody>
      </p:sp>
      <p:sp>
        <p:nvSpPr>
          <p:cNvPr id="141" name="Google Shape;141;p6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p>
            <a:pPr marL="457200" lvl="0" indent="-342900" algn="ctr" rtl="0">
              <a:lnSpc>
                <a:spcPct val="100000"/>
              </a:lnSpc>
              <a:spcBef>
                <a:spcPts val="0"/>
              </a:spcBef>
              <a:spcAft>
                <a:spcPts val="0"/>
              </a:spcAft>
              <a:buSzPts val="2800"/>
              <a:buNone/>
            </a:pPr>
            <a:endParaRPr/>
          </a:p>
        </p:txBody>
      </p:sp>
      <p:pic>
        <p:nvPicPr>
          <p:cNvPr id="142" name="Google Shape;142;p62"/>
          <p:cNvPicPr preferRelativeResize="0"/>
          <p:nvPr/>
        </p:nvPicPr>
        <p:blipFill rotWithShape="1">
          <a:blip r:embed="rId3">
            <a:alphaModFix/>
          </a:blip>
          <a:srcRect/>
          <a:stretch/>
        </p:blipFill>
        <p:spPr>
          <a:xfrm>
            <a:off x="2" y="4"/>
            <a:ext cx="9144003" cy="5143501"/>
          </a:xfrm>
          <a:prstGeom prst="rect">
            <a:avLst/>
          </a:prstGeom>
          <a:noFill/>
          <a:ln>
            <a:noFill/>
          </a:ln>
        </p:spPr>
      </p:pic>
      <p:pic>
        <p:nvPicPr>
          <p:cNvPr id="143" name="Google Shape;143;p62"/>
          <p:cNvPicPr preferRelativeResize="0"/>
          <p:nvPr/>
        </p:nvPicPr>
        <p:blipFill rotWithShape="1">
          <a:blip r:embed="rId4">
            <a:alphaModFix/>
          </a:blip>
          <a:srcRect/>
          <a:stretch/>
        </p:blipFill>
        <p:spPr>
          <a:xfrm>
            <a:off x="2504604" y="600291"/>
            <a:ext cx="4134799" cy="2923400"/>
          </a:xfrm>
          <a:prstGeom prst="rect">
            <a:avLst/>
          </a:prstGeom>
          <a:noFill/>
          <a:ln>
            <a:noFill/>
          </a:ln>
        </p:spPr>
      </p:pic>
      <p:pic>
        <p:nvPicPr>
          <p:cNvPr id="144" name="Google Shape;144;p62"/>
          <p:cNvPicPr preferRelativeResize="0"/>
          <p:nvPr/>
        </p:nvPicPr>
        <p:blipFill rotWithShape="1">
          <a:blip r:embed="rId5">
            <a:alphaModFix/>
          </a:blip>
          <a:srcRect/>
          <a:stretch/>
        </p:blipFill>
        <p:spPr>
          <a:xfrm>
            <a:off x="2200054" y="3386141"/>
            <a:ext cx="4743901" cy="1157050"/>
          </a:xfrm>
          <a:prstGeom prst="rect">
            <a:avLst/>
          </a:prstGeom>
          <a:noFill/>
          <a:ln>
            <a:noFill/>
          </a:ln>
        </p:spPr>
      </p:pic>
    </p:spTree>
  </p:cSld>
  <p:clrMapOvr>
    <a:masterClrMapping/>
  </p:clrMapOvr>
  <p:transition spd="slow">
    <p:push/>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6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endParaRPr/>
          </a:p>
        </p:txBody>
      </p:sp>
      <p:sp>
        <p:nvSpPr>
          <p:cNvPr id="150" name="Google Shape;150;p6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SzPts val="1800"/>
              <a:buNone/>
            </a:pPr>
            <a:endParaRPr/>
          </a:p>
        </p:txBody>
      </p:sp>
      <p:pic>
        <p:nvPicPr>
          <p:cNvPr id="151" name="Google Shape;151;p63"/>
          <p:cNvPicPr preferRelativeResize="0"/>
          <p:nvPr/>
        </p:nvPicPr>
        <p:blipFill rotWithShape="1">
          <a:blip r:embed="rId3">
            <a:alphaModFix/>
          </a:blip>
          <a:srcRect/>
          <a:stretch/>
        </p:blipFill>
        <p:spPr>
          <a:xfrm>
            <a:off x="-3" y="0"/>
            <a:ext cx="9144003" cy="5143501"/>
          </a:xfrm>
          <a:prstGeom prst="rect">
            <a:avLst/>
          </a:prstGeom>
          <a:noFill/>
          <a:ln>
            <a:noFill/>
          </a:ln>
        </p:spPr>
      </p:pic>
      <p:sp>
        <p:nvSpPr>
          <p:cNvPr id="2" name="Google Shape;61;p2">
            <a:extLst>
              <a:ext uri="{FF2B5EF4-FFF2-40B4-BE49-F238E27FC236}">
                <a16:creationId xmlns:a16="http://schemas.microsoft.com/office/drawing/2014/main" id="{74F5A9E9-A124-5078-F843-3D7422BA848E}"/>
              </a:ext>
            </a:extLst>
          </p:cNvPr>
          <p:cNvSpPr/>
          <p:nvPr/>
        </p:nvSpPr>
        <p:spPr>
          <a:xfrm>
            <a:off x="-632865" y="2706500"/>
            <a:ext cx="6346277" cy="779347"/>
          </a:xfrm>
          <a:prstGeom prst="rect">
            <a:avLst/>
          </a:prstGeom>
          <a:noFill/>
          <a:ln>
            <a:noFill/>
          </a:ln>
        </p:spPr>
        <p:txBody>
          <a:bodyPr spcFirstLastPara="1" wrap="square" lIns="81625" tIns="82925" rIns="81625" bIns="82925" anchor="ctr" anchorCtr="0">
            <a:noAutofit/>
          </a:bodyPr>
          <a:lstStyle/>
          <a:p>
            <a:pPr algn="ctr"/>
            <a:r>
              <a:rPr lang="en-IN" sz="4000" b="1" dirty="0">
                <a:solidFill>
                  <a:schemeClr val="bg1"/>
                </a:solidFill>
              </a:rPr>
              <a:t>QUICK SORT</a:t>
            </a:r>
          </a:p>
        </p:txBody>
      </p:sp>
      <p:sp>
        <p:nvSpPr>
          <p:cNvPr id="4" name="TextBox 3">
            <a:extLst>
              <a:ext uri="{FF2B5EF4-FFF2-40B4-BE49-F238E27FC236}">
                <a16:creationId xmlns:a16="http://schemas.microsoft.com/office/drawing/2014/main" id="{FFAC6958-10E2-6F8B-E0D8-2F70CCFD01A1}"/>
              </a:ext>
            </a:extLst>
          </p:cNvPr>
          <p:cNvSpPr txBox="1"/>
          <p:nvPr/>
        </p:nvSpPr>
        <p:spPr>
          <a:xfrm>
            <a:off x="99051" y="1017725"/>
            <a:ext cx="4882444" cy="1938992"/>
          </a:xfrm>
          <a:prstGeom prst="rect">
            <a:avLst/>
          </a:prstGeom>
          <a:noFill/>
        </p:spPr>
        <p:txBody>
          <a:bodyPr wrap="square">
            <a:spAutoFit/>
          </a:bodyPr>
          <a:lstStyle/>
          <a:p>
            <a:pPr lvl="0" algn="ctr"/>
            <a:r>
              <a:rPr lang="en-IN" sz="4000" b="1" dirty="0">
                <a:solidFill>
                  <a:schemeClr val="bg1"/>
                </a:solidFill>
              </a:rPr>
              <a:t>SELECTION </a:t>
            </a:r>
          </a:p>
          <a:p>
            <a:pPr lvl="0" algn="ctr"/>
            <a:r>
              <a:rPr lang="en-IN" sz="4000" b="1" dirty="0">
                <a:solidFill>
                  <a:schemeClr val="bg1"/>
                </a:solidFill>
              </a:rPr>
              <a:t>SORT</a:t>
            </a:r>
          </a:p>
          <a:p>
            <a:pPr lvl="0" algn="ctr"/>
            <a:r>
              <a:rPr lang="en-IN" sz="4000" b="1" dirty="0">
                <a:solidFill>
                  <a:schemeClr val="bg1"/>
                </a:solidFill>
              </a:rPr>
              <a:t>&amp;</a:t>
            </a:r>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2000" fill="hold"/>
                                        <p:tgtEl>
                                          <p:spTgt spid="2"/>
                                        </p:tgtEl>
                                        <p:attrNameLst>
                                          <p:attrName>ppt_w</p:attrName>
                                        </p:attrNameLst>
                                      </p:cBhvr>
                                      <p:tavLst>
                                        <p:tav tm="0">
                                          <p:val>
                                            <p:strVal val="#ppt_w*0.70"/>
                                          </p:val>
                                        </p:tav>
                                        <p:tav tm="100000">
                                          <p:val>
                                            <p:strVal val="#ppt_w"/>
                                          </p:val>
                                        </p:tav>
                                      </p:tavLst>
                                    </p:anim>
                                    <p:anim calcmode="lin" valueType="num">
                                      <p:cBhvr>
                                        <p:cTn id="8" dur="2000" fill="hold"/>
                                        <p:tgtEl>
                                          <p:spTgt spid="2"/>
                                        </p:tgtEl>
                                        <p:attrNameLst>
                                          <p:attrName>ppt_h</p:attrName>
                                        </p:attrNameLst>
                                      </p:cBhvr>
                                      <p:tavLst>
                                        <p:tav tm="0">
                                          <p:val>
                                            <p:strVal val="#ppt_h"/>
                                          </p:val>
                                        </p:tav>
                                        <p:tav tm="100000">
                                          <p:val>
                                            <p:strVal val="#ppt_h"/>
                                          </p:val>
                                        </p:tav>
                                      </p:tavLst>
                                    </p:anim>
                                    <p:animEffect transition="in" filter="fade">
                                      <p:cBhvr>
                                        <p:cTn id="9"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F7DC0FE6-1BAE-E635-7AF1-B7F3B99334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0781" y="2279904"/>
            <a:ext cx="2742438" cy="212140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1938D12-10E8-AAF5-43D0-AEDEAED0A888}"/>
              </a:ext>
            </a:extLst>
          </p:cNvPr>
          <p:cNvSpPr txBox="1"/>
          <p:nvPr/>
        </p:nvSpPr>
        <p:spPr>
          <a:xfrm>
            <a:off x="1566672" y="1541240"/>
            <a:ext cx="4572000" cy="738664"/>
          </a:xfrm>
          <a:prstGeom prst="rect">
            <a:avLst/>
          </a:prstGeom>
          <a:noFill/>
        </p:spPr>
        <p:txBody>
          <a:bodyPr wrap="square">
            <a:spAutoFit/>
          </a:bodyPr>
          <a:lstStyle/>
          <a:p>
            <a:pPr rtl="0">
              <a:spcBef>
                <a:spcPts val="0"/>
              </a:spcBef>
              <a:spcAft>
                <a:spcPts val="0"/>
              </a:spcAft>
            </a:pPr>
            <a:r>
              <a:rPr lang="en-IN" sz="1400" b="1" i="0" u="none" strike="noStrike" dirty="0">
                <a:solidFill>
                  <a:srgbClr val="000000"/>
                </a:solidFill>
                <a:effectLst/>
                <a:latin typeface="Roboto" panose="02000000000000000000" pitchFamily="2" charset="0"/>
              </a:rPr>
              <a:t>URL</a:t>
            </a:r>
            <a:r>
              <a:rPr lang="en-IN" sz="1400" b="1" i="0" u="none" strike="noStrike" dirty="0">
                <a:solidFill>
                  <a:srgbClr val="373737"/>
                </a:solidFill>
                <a:effectLst/>
                <a:latin typeface="Roboto" panose="02000000000000000000" pitchFamily="2" charset="0"/>
              </a:rPr>
              <a:t>: </a:t>
            </a:r>
            <a:r>
              <a:rPr lang="en-IN" sz="1400" b="1" i="0" u="sng" strike="noStrike" dirty="0">
                <a:solidFill>
                  <a:srgbClr val="0097A7"/>
                </a:solidFill>
                <a:effectLst/>
                <a:latin typeface="Roboto" panose="02000000000000000000" pitchFamily="2" charset="0"/>
                <a:hlinkClick r:id="rId3"/>
              </a:rPr>
              <a:t>https://forms.gle/eaLan5f1DZq9XBVD9</a:t>
            </a:r>
            <a:endParaRPr lang="en-IN" b="0" dirty="0">
              <a:effectLst/>
            </a:endParaRPr>
          </a:p>
          <a:p>
            <a:br>
              <a:rPr lang="en-IN" b="0" dirty="0">
                <a:effectLst/>
              </a:rPr>
            </a:br>
            <a:r>
              <a:rPr lang="en-IN" sz="1400" b="1" i="0" u="none" strike="noStrike" dirty="0">
                <a:solidFill>
                  <a:srgbClr val="000000"/>
                </a:solidFill>
                <a:effectLst/>
                <a:latin typeface="Roboto" panose="02000000000000000000" pitchFamily="2" charset="0"/>
              </a:rPr>
              <a:t>QR CODE</a:t>
            </a:r>
            <a:r>
              <a:rPr lang="en-IN" sz="1400" b="1" i="0" u="none" strike="noStrike" dirty="0">
                <a:solidFill>
                  <a:srgbClr val="373737"/>
                </a:solidFill>
                <a:effectLst/>
                <a:latin typeface="Roboto" panose="02000000000000000000" pitchFamily="2" charset="0"/>
              </a:rPr>
              <a:t>:</a:t>
            </a:r>
            <a:endParaRPr lang="en-IN" dirty="0"/>
          </a:p>
        </p:txBody>
      </p:sp>
      <p:sp>
        <p:nvSpPr>
          <p:cNvPr id="7" name="TextBox 6">
            <a:extLst>
              <a:ext uri="{FF2B5EF4-FFF2-40B4-BE49-F238E27FC236}">
                <a16:creationId xmlns:a16="http://schemas.microsoft.com/office/drawing/2014/main" id="{5F1693BF-D89B-DA4C-9C76-28515AE7D608}"/>
              </a:ext>
            </a:extLst>
          </p:cNvPr>
          <p:cNvSpPr txBox="1"/>
          <p:nvPr/>
        </p:nvSpPr>
        <p:spPr>
          <a:xfrm>
            <a:off x="1932432" y="742188"/>
            <a:ext cx="4572000" cy="954107"/>
          </a:xfrm>
          <a:prstGeom prst="rect">
            <a:avLst/>
          </a:prstGeom>
          <a:noFill/>
        </p:spPr>
        <p:txBody>
          <a:bodyPr wrap="square">
            <a:spAutoFit/>
          </a:bodyPr>
          <a:lstStyle/>
          <a:p>
            <a:pPr algn="ctr" rtl="0">
              <a:spcBef>
                <a:spcPts val="0"/>
              </a:spcBef>
              <a:spcAft>
                <a:spcPts val="0"/>
              </a:spcAft>
            </a:pPr>
            <a:r>
              <a:rPr lang="en-US" sz="1400" b="1" i="0" u="none" strike="noStrike" dirty="0">
                <a:solidFill>
                  <a:srgbClr val="000000"/>
                </a:solidFill>
                <a:effectLst/>
                <a:latin typeface="Roboto" panose="02000000000000000000" pitchFamily="2" charset="0"/>
              </a:rPr>
              <a:t>                    TEST TIME ON NATURAL SORT ORDER</a:t>
            </a:r>
            <a:endParaRPr lang="en-US" b="0" dirty="0">
              <a:effectLst/>
            </a:endParaRPr>
          </a:p>
          <a:p>
            <a:br>
              <a:rPr lang="en-US" b="0" dirty="0">
                <a:effectLst/>
              </a:rPr>
            </a:br>
            <a:br>
              <a:rPr lang="en-US" b="0" dirty="0">
                <a:effectLst/>
              </a:rPr>
            </a:br>
            <a:endParaRPr lang="en-IN" dirty="0"/>
          </a:p>
        </p:txBody>
      </p:sp>
    </p:spTree>
    <p:extLst>
      <p:ext uri="{BB962C8B-B14F-4D97-AF65-F5344CB8AC3E}">
        <p14:creationId xmlns:p14="http://schemas.microsoft.com/office/powerpoint/2010/main" val="2333711067"/>
      </p:ext>
    </p:extLst>
  </p:cSld>
  <p:clrMapOvr>
    <a:masterClrMapping/>
  </p:clrMapOvr>
  <p:transition spd="slow">
    <p:push/>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3" name="Google Shape;71;p13">
            <a:extLst>
              <a:ext uri="{FF2B5EF4-FFF2-40B4-BE49-F238E27FC236}">
                <a16:creationId xmlns:a16="http://schemas.microsoft.com/office/drawing/2014/main" id="{73CEA339-E4FF-36CC-47B4-B7EAAB177B32}"/>
              </a:ext>
            </a:extLst>
          </p:cNvPr>
          <p:cNvSpPr/>
          <p:nvPr/>
        </p:nvSpPr>
        <p:spPr>
          <a:xfrm>
            <a:off x="2111298" y="507211"/>
            <a:ext cx="4921404" cy="449400"/>
          </a:xfrm>
          <a:prstGeom prst="roundRect">
            <a:avLst>
              <a:gd name="adj" fmla="val 16667"/>
            </a:avLst>
          </a:prstGeom>
          <a:solidFill>
            <a:srgbClr val="99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lvl="0" algn="ctr"/>
            <a:r>
              <a:rPr lang="en-US" sz="1600" b="1" dirty="0">
                <a:solidFill>
                  <a:schemeClr val="lt1"/>
                </a:solidFill>
                <a:latin typeface="Consolas"/>
                <a:ea typeface="Consolas"/>
                <a:cs typeface="Consolas"/>
                <a:sym typeface="Consolas"/>
              </a:rPr>
              <a:t>SORTING</a:t>
            </a:r>
            <a:endParaRPr/>
          </a:p>
        </p:txBody>
      </p:sp>
      <p:sp>
        <p:nvSpPr>
          <p:cNvPr id="4" name="Google Shape;69;p13">
            <a:extLst>
              <a:ext uri="{FF2B5EF4-FFF2-40B4-BE49-F238E27FC236}">
                <a16:creationId xmlns:a16="http://schemas.microsoft.com/office/drawing/2014/main" id="{69232E23-5320-2615-6599-7905C8B98D53}"/>
              </a:ext>
            </a:extLst>
          </p:cNvPr>
          <p:cNvSpPr/>
          <p:nvPr/>
        </p:nvSpPr>
        <p:spPr>
          <a:xfrm>
            <a:off x="587889" y="956611"/>
            <a:ext cx="7968222" cy="415498"/>
          </a:xfrm>
          <a:prstGeom prst="rect">
            <a:avLst/>
          </a:prstGeom>
          <a:noFill/>
          <a:ln>
            <a:noFill/>
          </a:ln>
        </p:spPr>
        <p:txBody>
          <a:bodyPr spcFirstLastPara="1" wrap="square" lIns="0" tIns="0" rIns="0" bIns="0" anchor="t" anchorCtr="0">
            <a:spAutoFit/>
          </a:bodyPr>
          <a:lstStyle/>
          <a:p>
            <a:pPr lvl="0">
              <a:lnSpc>
                <a:spcPct val="150000"/>
              </a:lnSpc>
              <a:buSzPts val="1800"/>
              <a:buFont typeface="Wingdings" pitchFamily="2" charset="2"/>
              <a:buChar char="Ø"/>
            </a:pPr>
            <a:r>
              <a:rPr lang="en-US" sz="1800" dirty="0">
                <a:solidFill>
                  <a:schemeClr val="dk1"/>
                </a:solidFill>
                <a:latin typeface="Consolas"/>
                <a:ea typeface="Consolas"/>
                <a:cs typeface="Consolas"/>
                <a:sym typeface="Consolas"/>
              </a:rPr>
              <a:t> Sorting algorithms put elements of a list into an order.</a:t>
            </a:r>
            <a:endParaRPr dirty="0"/>
          </a:p>
        </p:txBody>
      </p:sp>
      <p:sp>
        <p:nvSpPr>
          <p:cNvPr id="5" name="Google Shape;69;p13">
            <a:extLst>
              <a:ext uri="{FF2B5EF4-FFF2-40B4-BE49-F238E27FC236}">
                <a16:creationId xmlns:a16="http://schemas.microsoft.com/office/drawing/2014/main" id="{D0060162-73D6-E84F-F5EB-7791F539CD60}"/>
              </a:ext>
            </a:extLst>
          </p:cNvPr>
          <p:cNvSpPr/>
          <p:nvPr/>
        </p:nvSpPr>
        <p:spPr>
          <a:xfrm>
            <a:off x="1072529" y="1331926"/>
            <a:ext cx="804398" cy="415498"/>
          </a:xfrm>
          <a:prstGeom prst="rect">
            <a:avLst/>
          </a:prstGeom>
          <a:noFill/>
          <a:ln>
            <a:noFill/>
          </a:ln>
        </p:spPr>
        <p:txBody>
          <a:bodyPr spcFirstLastPara="1" wrap="square" lIns="0" tIns="0" rIns="0" bIns="0" anchor="t" anchorCtr="0">
            <a:spAutoFit/>
          </a:bodyPr>
          <a:lstStyle/>
          <a:p>
            <a:pPr lvl="0">
              <a:lnSpc>
                <a:spcPct val="150000"/>
              </a:lnSpc>
              <a:buSzPts val="1800"/>
            </a:pPr>
            <a:r>
              <a:rPr lang="en-US" sz="1800" dirty="0" err="1">
                <a:solidFill>
                  <a:schemeClr val="dk1"/>
                </a:solidFill>
                <a:latin typeface="Consolas"/>
                <a:ea typeface="Consolas"/>
                <a:cs typeface="Consolas"/>
                <a:sym typeface="Consolas"/>
              </a:rPr>
              <a:t>Eg</a:t>
            </a:r>
            <a:r>
              <a:rPr lang="en-US" sz="1800" dirty="0">
                <a:solidFill>
                  <a:schemeClr val="dk1"/>
                </a:solidFill>
                <a:latin typeface="Consolas"/>
                <a:ea typeface="Consolas"/>
                <a:cs typeface="Consolas"/>
                <a:sym typeface="Consolas"/>
              </a:rPr>
              <a:t>. :</a:t>
            </a:r>
            <a:endParaRPr dirty="0"/>
          </a:p>
        </p:txBody>
      </p:sp>
      <p:sp>
        <p:nvSpPr>
          <p:cNvPr id="7" name="Google Shape;69;p13">
            <a:extLst>
              <a:ext uri="{FF2B5EF4-FFF2-40B4-BE49-F238E27FC236}">
                <a16:creationId xmlns:a16="http://schemas.microsoft.com/office/drawing/2014/main" id="{52B4D42E-2E15-9FD1-3412-1B45F6DC1115}"/>
              </a:ext>
            </a:extLst>
          </p:cNvPr>
          <p:cNvSpPr/>
          <p:nvPr/>
        </p:nvSpPr>
        <p:spPr>
          <a:xfrm>
            <a:off x="1753046" y="1326201"/>
            <a:ext cx="2193312" cy="415498"/>
          </a:xfrm>
          <a:prstGeom prst="rect">
            <a:avLst/>
          </a:prstGeom>
          <a:noFill/>
          <a:ln>
            <a:noFill/>
          </a:ln>
        </p:spPr>
        <p:txBody>
          <a:bodyPr spcFirstLastPara="1" wrap="square" lIns="0" tIns="0" rIns="0" bIns="0" anchor="t" anchorCtr="0">
            <a:spAutoFit/>
          </a:bodyPr>
          <a:lstStyle/>
          <a:p>
            <a:pPr lvl="0">
              <a:lnSpc>
                <a:spcPct val="150000"/>
              </a:lnSpc>
              <a:buSzPts val="1800"/>
            </a:pPr>
            <a:r>
              <a:rPr lang="en-US" sz="1800" dirty="0">
                <a:solidFill>
                  <a:schemeClr val="dk1"/>
                </a:solidFill>
                <a:latin typeface="Consolas"/>
                <a:ea typeface="Consolas"/>
                <a:cs typeface="Consolas"/>
                <a:sym typeface="Consolas"/>
              </a:rPr>
              <a:t>Numerical Sorting</a:t>
            </a:r>
            <a:endParaRPr dirty="0"/>
          </a:p>
        </p:txBody>
      </p:sp>
      <p:sp>
        <p:nvSpPr>
          <p:cNvPr id="8" name="Google Shape;69;p13">
            <a:extLst>
              <a:ext uri="{FF2B5EF4-FFF2-40B4-BE49-F238E27FC236}">
                <a16:creationId xmlns:a16="http://schemas.microsoft.com/office/drawing/2014/main" id="{681BDC52-B96B-3FB1-DC2D-872E971AA138}"/>
              </a:ext>
            </a:extLst>
          </p:cNvPr>
          <p:cNvSpPr/>
          <p:nvPr/>
        </p:nvSpPr>
        <p:spPr>
          <a:xfrm>
            <a:off x="4469713" y="1321626"/>
            <a:ext cx="2591085" cy="415498"/>
          </a:xfrm>
          <a:prstGeom prst="rect">
            <a:avLst/>
          </a:prstGeom>
          <a:noFill/>
          <a:ln>
            <a:noFill/>
          </a:ln>
        </p:spPr>
        <p:txBody>
          <a:bodyPr spcFirstLastPara="1" wrap="square" lIns="0" tIns="0" rIns="0" bIns="0" anchor="t" anchorCtr="0">
            <a:spAutoFit/>
          </a:bodyPr>
          <a:lstStyle/>
          <a:p>
            <a:pPr lvl="0">
              <a:lnSpc>
                <a:spcPct val="150000"/>
              </a:lnSpc>
              <a:buSzPts val="1800"/>
            </a:pPr>
            <a:r>
              <a:rPr lang="en-US" sz="1800" dirty="0">
                <a:solidFill>
                  <a:schemeClr val="dk1"/>
                </a:solidFill>
                <a:latin typeface="Consolas"/>
                <a:ea typeface="Consolas"/>
                <a:cs typeface="Consolas"/>
                <a:sym typeface="Consolas"/>
              </a:rPr>
              <a:t>Alphabetical Sorting</a:t>
            </a:r>
            <a:endParaRPr dirty="0"/>
          </a:p>
        </p:txBody>
      </p:sp>
      <p:sp>
        <p:nvSpPr>
          <p:cNvPr id="9" name="Google Shape;69;p13">
            <a:extLst>
              <a:ext uri="{FF2B5EF4-FFF2-40B4-BE49-F238E27FC236}">
                <a16:creationId xmlns:a16="http://schemas.microsoft.com/office/drawing/2014/main" id="{A9BE2592-6427-8578-2DD2-F864F89F5CA8}"/>
              </a:ext>
            </a:extLst>
          </p:cNvPr>
          <p:cNvSpPr/>
          <p:nvPr/>
        </p:nvSpPr>
        <p:spPr>
          <a:xfrm>
            <a:off x="3959813" y="1320476"/>
            <a:ext cx="515918" cy="415498"/>
          </a:xfrm>
          <a:prstGeom prst="rect">
            <a:avLst/>
          </a:prstGeom>
          <a:noFill/>
          <a:ln>
            <a:noFill/>
          </a:ln>
        </p:spPr>
        <p:txBody>
          <a:bodyPr spcFirstLastPara="1" wrap="square" lIns="0" tIns="0" rIns="0" bIns="0" anchor="t" anchorCtr="0">
            <a:spAutoFit/>
          </a:bodyPr>
          <a:lstStyle/>
          <a:p>
            <a:pPr lvl="0">
              <a:lnSpc>
                <a:spcPct val="150000"/>
              </a:lnSpc>
              <a:buSzPts val="1800"/>
            </a:pPr>
            <a:r>
              <a:rPr lang="en-US" sz="1800" dirty="0">
                <a:solidFill>
                  <a:schemeClr val="dk1"/>
                </a:solidFill>
                <a:latin typeface="Consolas"/>
                <a:ea typeface="Consolas"/>
                <a:cs typeface="Consolas"/>
                <a:sym typeface="Consolas"/>
              </a:rPr>
              <a:t>and</a:t>
            </a:r>
            <a:endParaRPr dirty="0"/>
          </a:p>
        </p:txBody>
      </p:sp>
      <p:sp>
        <p:nvSpPr>
          <p:cNvPr id="10" name="Google Shape;69;p13">
            <a:extLst>
              <a:ext uri="{FF2B5EF4-FFF2-40B4-BE49-F238E27FC236}">
                <a16:creationId xmlns:a16="http://schemas.microsoft.com/office/drawing/2014/main" id="{69C4DFCE-40C6-AB93-ABF1-4A9190B45B8F}"/>
              </a:ext>
            </a:extLst>
          </p:cNvPr>
          <p:cNvSpPr/>
          <p:nvPr/>
        </p:nvSpPr>
        <p:spPr>
          <a:xfrm>
            <a:off x="571912" y="1936926"/>
            <a:ext cx="7968222" cy="415498"/>
          </a:xfrm>
          <a:prstGeom prst="rect">
            <a:avLst/>
          </a:prstGeom>
          <a:noFill/>
          <a:ln>
            <a:noFill/>
          </a:ln>
        </p:spPr>
        <p:txBody>
          <a:bodyPr spcFirstLastPara="1" wrap="square" lIns="0" tIns="0" rIns="0" bIns="0" anchor="t" anchorCtr="0">
            <a:spAutoFit/>
          </a:bodyPr>
          <a:lstStyle/>
          <a:p>
            <a:pPr lvl="0">
              <a:lnSpc>
                <a:spcPct val="150000"/>
              </a:lnSpc>
              <a:buSzPts val="1800"/>
              <a:buFont typeface="Wingdings" pitchFamily="2" charset="2"/>
              <a:buChar char="Ø"/>
            </a:pPr>
            <a:r>
              <a:rPr lang="en-US" sz="1800" dirty="0">
                <a:solidFill>
                  <a:schemeClr val="dk1"/>
                </a:solidFill>
                <a:latin typeface="Consolas"/>
                <a:ea typeface="Consolas"/>
                <a:cs typeface="Consolas"/>
                <a:sym typeface="Consolas"/>
              </a:rPr>
              <a:t> Many sorting algorithms have been invented for sorting.</a:t>
            </a:r>
            <a:endParaRPr dirty="0"/>
          </a:p>
        </p:txBody>
      </p:sp>
      <p:sp>
        <p:nvSpPr>
          <p:cNvPr id="11" name="Google Shape;69;p13">
            <a:extLst>
              <a:ext uri="{FF2B5EF4-FFF2-40B4-BE49-F238E27FC236}">
                <a16:creationId xmlns:a16="http://schemas.microsoft.com/office/drawing/2014/main" id="{F154EA42-A547-536E-D176-87AE80F932CE}"/>
              </a:ext>
            </a:extLst>
          </p:cNvPr>
          <p:cNvSpPr/>
          <p:nvPr/>
        </p:nvSpPr>
        <p:spPr>
          <a:xfrm>
            <a:off x="485602" y="2626726"/>
            <a:ext cx="7968222" cy="415498"/>
          </a:xfrm>
          <a:prstGeom prst="rect">
            <a:avLst/>
          </a:prstGeom>
          <a:noFill/>
          <a:ln>
            <a:noFill/>
          </a:ln>
        </p:spPr>
        <p:txBody>
          <a:bodyPr spcFirstLastPara="1" wrap="square" lIns="0" tIns="0" rIns="0" bIns="0" anchor="t" anchorCtr="0">
            <a:spAutoFit/>
          </a:bodyPr>
          <a:lstStyle/>
          <a:p>
            <a:pPr lvl="0">
              <a:lnSpc>
                <a:spcPct val="150000"/>
              </a:lnSpc>
              <a:buSzPts val="1800"/>
              <a:buFont typeface="Wingdings" pitchFamily="2" charset="2"/>
              <a:buChar char="Ø"/>
            </a:pPr>
            <a:r>
              <a:rPr lang="en-US" sz="1800" dirty="0">
                <a:solidFill>
                  <a:schemeClr val="dk1"/>
                </a:solidFill>
                <a:latin typeface="Consolas"/>
                <a:ea typeface="Consolas"/>
                <a:cs typeface="Consolas"/>
                <a:sym typeface="Consolas"/>
              </a:rPr>
              <a:t> They are either comparison based or non-comparison based.</a:t>
            </a:r>
            <a:endParaRPr dirty="0"/>
          </a:p>
        </p:txBody>
      </p:sp>
      <p:sp>
        <p:nvSpPr>
          <p:cNvPr id="12" name="Google Shape;69;p13">
            <a:extLst>
              <a:ext uri="{FF2B5EF4-FFF2-40B4-BE49-F238E27FC236}">
                <a16:creationId xmlns:a16="http://schemas.microsoft.com/office/drawing/2014/main" id="{258BAB10-5CFD-0D09-EEF2-F7D51C9E2216}"/>
              </a:ext>
            </a:extLst>
          </p:cNvPr>
          <p:cNvSpPr/>
          <p:nvPr/>
        </p:nvSpPr>
        <p:spPr>
          <a:xfrm>
            <a:off x="560462" y="3231726"/>
            <a:ext cx="7968222" cy="830997"/>
          </a:xfrm>
          <a:prstGeom prst="rect">
            <a:avLst/>
          </a:prstGeom>
          <a:noFill/>
          <a:ln>
            <a:noFill/>
          </a:ln>
        </p:spPr>
        <p:txBody>
          <a:bodyPr spcFirstLastPara="1" wrap="square" lIns="0" tIns="0" rIns="0" bIns="0" anchor="t" anchorCtr="0">
            <a:spAutoFit/>
          </a:bodyPr>
          <a:lstStyle/>
          <a:p>
            <a:pPr lvl="0">
              <a:lnSpc>
                <a:spcPct val="150000"/>
              </a:lnSpc>
              <a:buSzPts val="1800"/>
              <a:buFont typeface="Wingdings" pitchFamily="2" charset="2"/>
              <a:buChar char="Ø"/>
            </a:pPr>
            <a:r>
              <a:rPr lang="en-US" sz="1800" dirty="0">
                <a:solidFill>
                  <a:schemeClr val="dk1"/>
                </a:solidFill>
                <a:latin typeface="Consolas"/>
                <a:ea typeface="Consolas"/>
                <a:cs typeface="Consolas"/>
                <a:sym typeface="Consolas"/>
              </a:rPr>
              <a:t> Their relative advantages and disadvantages have been studied extensively.</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lide(from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1"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slide(fromTop)">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8"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slide(fromLef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8"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slide(fromLeft)">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8"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slide(fromLeft)">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8"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slide(fromLeft)">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8"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slide(fromLeft)">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8" fill="hold" grpId="0"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slide(fromLeft)">
                                      <p:cBhvr>
                                        <p:cTn id="4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p:bldP spid="8" grpId="0"/>
      <p:bldP spid="9" grpId="0"/>
      <p:bldP spid="10" grpId="0"/>
      <p:bldP spid="11" grpId="0"/>
      <p:bldP spid="1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2" name="Google Shape;71;p13">
            <a:extLst>
              <a:ext uri="{FF2B5EF4-FFF2-40B4-BE49-F238E27FC236}">
                <a16:creationId xmlns:a16="http://schemas.microsoft.com/office/drawing/2014/main" id="{1C86A404-BA10-7CB8-68B9-7FEFD699CD5C}"/>
              </a:ext>
            </a:extLst>
          </p:cNvPr>
          <p:cNvSpPr/>
          <p:nvPr/>
        </p:nvSpPr>
        <p:spPr>
          <a:xfrm>
            <a:off x="1997910" y="375085"/>
            <a:ext cx="4921404" cy="449400"/>
          </a:xfrm>
          <a:prstGeom prst="roundRect">
            <a:avLst>
              <a:gd name="adj" fmla="val 16667"/>
            </a:avLst>
          </a:prstGeom>
          <a:solidFill>
            <a:srgbClr val="99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lvl="0" algn="ctr"/>
            <a:r>
              <a:rPr lang="en-US" sz="1600" b="1" dirty="0">
                <a:solidFill>
                  <a:schemeClr val="lt1"/>
                </a:solidFill>
                <a:latin typeface="Consolas"/>
                <a:ea typeface="Consolas"/>
                <a:cs typeface="Consolas"/>
                <a:sym typeface="Consolas"/>
              </a:rPr>
              <a:t>SORTING</a:t>
            </a:r>
            <a:endParaRPr dirty="0"/>
          </a:p>
        </p:txBody>
      </p:sp>
      <p:sp>
        <p:nvSpPr>
          <p:cNvPr id="4" name="Google Shape;69;p13">
            <a:extLst>
              <a:ext uri="{FF2B5EF4-FFF2-40B4-BE49-F238E27FC236}">
                <a16:creationId xmlns:a16="http://schemas.microsoft.com/office/drawing/2014/main" id="{35F35BDD-1DBF-9CE5-CAE5-358845F2443C}"/>
              </a:ext>
            </a:extLst>
          </p:cNvPr>
          <p:cNvSpPr/>
          <p:nvPr/>
        </p:nvSpPr>
        <p:spPr>
          <a:xfrm>
            <a:off x="587889" y="824485"/>
            <a:ext cx="7968222" cy="830997"/>
          </a:xfrm>
          <a:prstGeom prst="rect">
            <a:avLst/>
          </a:prstGeom>
          <a:noFill/>
          <a:ln>
            <a:noFill/>
          </a:ln>
        </p:spPr>
        <p:txBody>
          <a:bodyPr spcFirstLastPara="1" wrap="square" lIns="0" tIns="0" rIns="0" bIns="0" anchor="t" anchorCtr="0">
            <a:spAutoFit/>
          </a:bodyPr>
          <a:lstStyle/>
          <a:p>
            <a:pPr lvl="0">
              <a:lnSpc>
                <a:spcPct val="150000"/>
              </a:lnSpc>
              <a:buSzPts val="1800"/>
              <a:buFont typeface="Wingdings" pitchFamily="2" charset="2"/>
              <a:buChar char="Ø"/>
            </a:pPr>
            <a:r>
              <a:rPr lang="en-US" sz="1800" dirty="0">
                <a:solidFill>
                  <a:schemeClr val="dk1"/>
                </a:solidFill>
                <a:latin typeface="Consolas"/>
                <a:ea typeface="Consolas"/>
                <a:cs typeface="Consolas"/>
                <a:sym typeface="Consolas"/>
              </a:rPr>
              <a:t> A comparison based sorting algorithm runs the elements through a single abstract comparison operation</a:t>
            </a:r>
            <a:endParaRPr dirty="0"/>
          </a:p>
        </p:txBody>
      </p:sp>
      <p:sp>
        <p:nvSpPr>
          <p:cNvPr id="5" name="Google Shape;69;p13">
            <a:extLst>
              <a:ext uri="{FF2B5EF4-FFF2-40B4-BE49-F238E27FC236}">
                <a16:creationId xmlns:a16="http://schemas.microsoft.com/office/drawing/2014/main" id="{D9E5C4BE-396C-DC36-7452-FDEEEA257888}"/>
              </a:ext>
            </a:extLst>
          </p:cNvPr>
          <p:cNvSpPr/>
          <p:nvPr/>
        </p:nvSpPr>
        <p:spPr>
          <a:xfrm>
            <a:off x="1124093" y="1655482"/>
            <a:ext cx="6895814" cy="415498"/>
          </a:xfrm>
          <a:prstGeom prst="rect">
            <a:avLst/>
          </a:prstGeom>
          <a:noFill/>
          <a:ln>
            <a:noFill/>
          </a:ln>
        </p:spPr>
        <p:txBody>
          <a:bodyPr spcFirstLastPara="1" wrap="square" lIns="0" tIns="0" rIns="0" bIns="0" anchor="t" anchorCtr="0">
            <a:spAutoFit/>
          </a:bodyPr>
          <a:lstStyle/>
          <a:p>
            <a:pPr lvl="0">
              <a:lnSpc>
                <a:spcPct val="150000"/>
              </a:lnSpc>
              <a:buSzPts val="1800"/>
            </a:pPr>
            <a:r>
              <a:rPr lang="en-US" sz="1800" dirty="0">
                <a:solidFill>
                  <a:schemeClr val="dk1"/>
                </a:solidFill>
                <a:latin typeface="Consolas"/>
                <a:ea typeface="Consolas"/>
                <a:cs typeface="Consolas"/>
                <a:sym typeface="Consolas"/>
              </a:rPr>
              <a:t>i.e. usually a "less than or equal to" operator</a:t>
            </a:r>
            <a:endParaRPr dirty="0"/>
          </a:p>
        </p:txBody>
      </p:sp>
      <p:sp>
        <p:nvSpPr>
          <p:cNvPr id="6" name="Google Shape;69;p13">
            <a:extLst>
              <a:ext uri="{FF2B5EF4-FFF2-40B4-BE49-F238E27FC236}">
                <a16:creationId xmlns:a16="http://schemas.microsoft.com/office/drawing/2014/main" id="{2FC9DD95-FAB2-2983-4DBE-C9E7AEBB9D19}"/>
              </a:ext>
            </a:extLst>
          </p:cNvPr>
          <p:cNvSpPr/>
          <p:nvPr/>
        </p:nvSpPr>
        <p:spPr>
          <a:xfrm>
            <a:off x="587889" y="1968185"/>
            <a:ext cx="7968222" cy="830997"/>
          </a:xfrm>
          <a:prstGeom prst="rect">
            <a:avLst/>
          </a:prstGeom>
          <a:noFill/>
          <a:ln>
            <a:noFill/>
          </a:ln>
        </p:spPr>
        <p:txBody>
          <a:bodyPr spcFirstLastPara="1" wrap="square" lIns="0" tIns="0" rIns="0" bIns="0" anchor="t" anchorCtr="0">
            <a:spAutoFit/>
          </a:bodyPr>
          <a:lstStyle/>
          <a:p>
            <a:pPr lvl="0">
              <a:lnSpc>
                <a:spcPct val="150000"/>
              </a:lnSpc>
              <a:buSzPts val="1800"/>
              <a:buFont typeface="Wingdings" pitchFamily="2" charset="2"/>
              <a:buChar char="Ø"/>
            </a:pPr>
            <a:r>
              <a:rPr lang="en-US" sz="1800" dirty="0">
                <a:solidFill>
                  <a:schemeClr val="dk1"/>
                </a:solidFill>
                <a:latin typeface="Consolas"/>
                <a:ea typeface="Consolas"/>
                <a:cs typeface="Consolas"/>
                <a:sym typeface="Consolas"/>
              </a:rPr>
              <a:t> That determines which of two elements should occur first in the final sorted list.</a:t>
            </a:r>
            <a:endParaRPr dirty="0"/>
          </a:p>
        </p:txBody>
      </p:sp>
      <p:sp>
        <p:nvSpPr>
          <p:cNvPr id="7" name="Google Shape;69;p13">
            <a:extLst>
              <a:ext uri="{FF2B5EF4-FFF2-40B4-BE49-F238E27FC236}">
                <a16:creationId xmlns:a16="http://schemas.microsoft.com/office/drawing/2014/main" id="{13A017BC-6BAD-8E0A-158A-56661D313361}"/>
              </a:ext>
            </a:extLst>
          </p:cNvPr>
          <p:cNvSpPr/>
          <p:nvPr/>
        </p:nvSpPr>
        <p:spPr>
          <a:xfrm>
            <a:off x="560462" y="2729851"/>
            <a:ext cx="7968222" cy="830997"/>
          </a:xfrm>
          <a:prstGeom prst="rect">
            <a:avLst/>
          </a:prstGeom>
          <a:noFill/>
          <a:ln>
            <a:noFill/>
          </a:ln>
        </p:spPr>
        <p:txBody>
          <a:bodyPr spcFirstLastPara="1" wrap="square" lIns="0" tIns="0" rIns="0" bIns="0" anchor="t" anchorCtr="0">
            <a:spAutoFit/>
          </a:bodyPr>
          <a:lstStyle/>
          <a:p>
            <a:pPr lvl="0">
              <a:lnSpc>
                <a:spcPct val="150000"/>
              </a:lnSpc>
              <a:buSzPts val="1800"/>
              <a:buFont typeface="Wingdings" pitchFamily="2" charset="2"/>
              <a:buChar char="Ø"/>
            </a:pPr>
            <a:r>
              <a:rPr lang="en-US" sz="1800" dirty="0">
                <a:solidFill>
                  <a:schemeClr val="dk1"/>
                </a:solidFill>
                <a:latin typeface="Consolas"/>
                <a:ea typeface="Consolas"/>
                <a:cs typeface="Consolas"/>
                <a:sym typeface="Consolas"/>
              </a:rPr>
              <a:t> Such examples include; Bubble Sort, Insertion Sort, Merge Sort, Heap Sort, Selection Sort, Quick Sort...</a:t>
            </a:r>
            <a:endParaRPr dirty="0"/>
          </a:p>
        </p:txBody>
      </p:sp>
      <p:sp>
        <p:nvSpPr>
          <p:cNvPr id="8" name="Google Shape;69;p13">
            <a:extLst>
              <a:ext uri="{FF2B5EF4-FFF2-40B4-BE49-F238E27FC236}">
                <a16:creationId xmlns:a16="http://schemas.microsoft.com/office/drawing/2014/main" id="{598C729F-A587-DF20-A40E-213F0EF88EF1}"/>
              </a:ext>
            </a:extLst>
          </p:cNvPr>
          <p:cNvSpPr/>
          <p:nvPr/>
        </p:nvSpPr>
        <p:spPr>
          <a:xfrm>
            <a:off x="561612" y="3494126"/>
            <a:ext cx="7968222" cy="830997"/>
          </a:xfrm>
          <a:prstGeom prst="rect">
            <a:avLst/>
          </a:prstGeom>
          <a:noFill/>
          <a:ln>
            <a:noFill/>
          </a:ln>
        </p:spPr>
        <p:txBody>
          <a:bodyPr spcFirstLastPara="1" wrap="square" lIns="0" tIns="0" rIns="0" bIns="0" anchor="t" anchorCtr="0">
            <a:spAutoFit/>
          </a:bodyPr>
          <a:lstStyle/>
          <a:p>
            <a:pPr lvl="0">
              <a:lnSpc>
                <a:spcPct val="150000"/>
              </a:lnSpc>
              <a:buSzPts val="1800"/>
              <a:buFont typeface="Wingdings" pitchFamily="2" charset="2"/>
              <a:buChar char="Ø"/>
            </a:pPr>
            <a:r>
              <a:rPr lang="en-US" sz="1800" dirty="0">
                <a:solidFill>
                  <a:schemeClr val="dk1"/>
                </a:solidFill>
                <a:latin typeface="Consolas"/>
                <a:ea typeface="Consolas"/>
                <a:cs typeface="Consolas"/>
                <a:sym typeface="Consolas"/>
              </a:rPr>
              <a:t> Non-comparison based sorting algorithms, on the other hand, are sorting algorithms which are not comparison based.</a:t>
            </a:r>
          </a:p>
        </p:txBody>
      </p:sp>
      <p:sp>
        <p:nvSpPr>
          <p:cNvPr id="9" name="Google Shape;69;p13">
            <a:extLst>
              <a:ext uri="{FF2B5EF4-FFF2-40B4-BE49-F238E27FC236}">
                <a16:creationId xmlns:a16="http://schemas.microsoft.com/office/drawing/2014/main" id="{39F4795A-F820-D016-D424-FF3FC7515AFA}"/>
              </a:ext>
            </a:extLst>
          </p:cNvPr>
          <p:cNvSpPr/>
          <p:nvPr/>
        </p:nvSpPr>
        <p:spPr>
          <a:xfrm>
            <a:off x="1072529" y="4363801"/>
            <a:ext cx="804398" cy="415498"/>
          </a:xfrm>
          <a:prstGeom prst="rect">
            <a:avLst/>
          </a:prstGeom>
          <a:noFill/>
          <a:ln>
            <a:noFill/>
          </a:ln>
        </p:spPr>
        <p:txBody>
          <a:bodyPr spcFirstLastPara="1" wrap="square" lIns="0" tIns="0" rIns="0" bIns="0" anchor="t" anchorCtr="0">
            <a:spAutoFit/>
          </a:bodyPr>
          <a:lstStyle/>
          <a:p>
            <a:pPr lvl="0">
              <a:lnSpc>
                <a:spcPct val="150000"/>
              </a:lnSpc>
              <a:buSzPts val="1800"/>
            </a:pPr>
            <a:r>
              <a:rPr lang="en-US" sz="1800" dirty="0" err="1">
                <a:solidFill>
                  <a:schemeClr val="dk1"/>
                </a:solidFill>
                <a:latin typeface="Consolas"/>
                <a:ea typeface="Consolas"/>
                <a:cs typeface="Consolas"/>
                <a:sym typeface="Consolas"/>
              </a:rPr>
              <a:t>Eg</a:t>
            </a:r>
            <a:r>
              <a:rPr lang="en-US" sz="1800" dirty="0">
                <a:solidFill>
                  <a:schemeClr val="dk1"/>
                </a:solidFill>
                <a:latin typeface="Consolas"/>
                <a:ea typeface="Consolas"/>
                <a:cs typeface="Consolas"/>
                <a:sym typeface="Consolas"/>
              </a:rPr>
              <a:t>. :</a:t>
            </a:r>
            <a:endParaRPr dirty="0"/>
          </a:p>
        </p:txBody>
      </p:sp>
      <p:sp>
        <p:nvSpPr>
          <p:cNvPr id="10" name="Google Shape;69;p13">
            <a:extLst>
              <a:ext uri="{FF2B5EF4-FFF2-40B4-BE49-F238E27FC236}">
                <a16:creationId xmlns:a16="http://schemas.microsoft.com/office/drawing/2014/main" id="{DED31FA1-B57F-4432-0B03-844FFB22C677}"/>
              </a:ext>
            </a:extLst>
          </p:cNvPr>
          <p:cNvSpPr/>
          <p:nvPr/>
        </p:nvSpPr>
        <p:spPr>
          <a:xfrm>
            <a:off x="1753046" y="4358076"/>
            <a:ext cx="1712049" cy="415498"/>
          </a:xfrm>
          <a:prstGeom prst="rect">
            <a:avLst/>
          </a:prstGeom>
          <a:noFill/>
          <a:ln>
            <a:noFill/>
          </a:ln>
        </p:spPr>
        <p:txBody>
          <a:bodyPr spcFirstLastPara="1" wrap="square" lIns="0" tIns="0" rIns="0" bIns="0" anchor="t" anchorCtr="0">
            <a:spAutoFit/>
          </a:bodyPr>
          <a:lstStyle/>
          <a:p>
            <a:pPr lvl="0">
              <a:lnSpc>
                <a:spcPct val="150000"/>
              </a:lnSpc>
              <a:buSzPts val="1800"/>
            </a:pPr>
            <a:r>
              <a:rPr lang="en-US" sz="1800" dirty="0">
                <a:solidFill>
                  <a:schemeClr val="dk1"/>
                </a:solidFill>
                <a:latin typeface="Consolas"/>
                <a:ea typeface="Consolas"/>
                <a:cs typeface="Consolas"/>
                <a:sym typeface="Consolas"/>
              </a:rPr>
              <a:t>Counting Sort</a:t>
            </a:r>
            <a:endParaRPr dirty="0"/>
          </a:p>
        </p:txBody>
      </p:sp>
      <p:sp>
        <p:nvSpPr>
          <p:cNvPr id="11" name="Google Shape;69;p13">
            <a:extLst>
              <a:ext uri="{FF2B5EF4-FFF2-40B4-BE49-F238E27FC236}">
                <a16:creationId xmlns:a16="http://schemas.microsoft.com/office/drawing/2014/main" id="{E19AB344-8C3F-7CF7-5830-1DE52B91EF06}"/>
              </a:ext>
            </a:extLst>
          </p:cNvPr>
          <p:cNvSpPr/>
          <p:nvPr/>
        </p:nvSpPr>
        <p:spPr>
          <a:xfrm>
            <a:off x="3437313" y="4352351"/>
            <a:ext cx="515918" cy="415498"/>
          </a:xfrm>
          <a:prstGeom prst="rect">
            <a:avLst/>
          </a:prstGeom>
          <a:noFill/>
          <a:ln>
            <a:noFill/>
          </a:ln>
        </p:spPr>
        <p:txBody>
          <a:bodyPr spcFirstLastPara="1" wrap="square" lIns="0" tIns="0" rIns="0" bIns="0" anchor="t" anchorCtr="0">
            <a:spAutoFit/>
          </a:bodyPr>
          <a:lstStyle/>
          <a:p>
            <a:pPr lvl="0">
              <a:lnSpc>
                <a:spcPct val="150000"/>
              </a:lnSpc>
              <a:buSzPts val="1800"/>
            </a:pPr>
            <a:r>
              <a:rPr lang="en-US" sz="1800" dirty="0">
                <a:solidFill>
                  <a:schemeClr val="dk1"/>
                </a:solidFill>
                <a:latin typeface="Consolas"/>
                <a:ea typeface="Consolas"/>
                <a:cs typeface="Consolas"/>
                <a:sym typeface="Consolas"/>
              </a:rPr>
              <a:t>and</a:t>
            </a:r>
            <a:endParaRPr dirty="0"/>
          </a:p>
        </p:txBody>
      </p:sp>
      <p:sp>
        <p:nvSpPr>
          <p:cNvPr id="12" name="Google Shape;69;p13">
            <a:extLst>
              <a:ext uri="{FF2B5EF4-FFF2-40B4-BE49-F238E27FC236}">
                <a16:creationId xmlns:a16="http://schemas.microsoft.com/office/drawing/2014/main" id="{83D75803-FC93-D6FB-FB4E-534274C9CE56}"/>
              </a:ext>
            </a:extLst>
          </p:cNvPr>
          <p:cNvSpPr/>
          <p:nvPr/>
        </p:nvSpPr>
        <p:spPr>
          <a:xfrm>
            <a:off x="3905963" y="4353501"/>
            <a:ext cx="1326055" cy="415498"/>
          </a:xfrm>
          <a:prstGeom prst="rect">
            <a:avLst/>
          </a:prstGeom>
          <a:noFill/>
          <a:ln>
            <a:noFill/>
          </a:ln>
        </p:spPr>
        <p:txBody>
          <a:bodyPr spcFirstLastPara="1" wrap="square" lIns="0" tIns="0" rIns="0" bIns="0" anchor="t" anchorCtr="0">
            <a:spAutoFit/>
          </a:bodyPr>
          <a:lstStyle/>
          <a:p>
            <a:pPr lvl="0">
              <a:lnSpc>
                <a:spcPct val="150000"/>
              </a:lnSpc>
              <a:buSzPts val="1800"/>
            </a:pPr>
            <a:r>
              <a:rPr lang="en-US" sz="1800" dirty="0">
                <a:solidFill>
                  <a:schemeClr val="dk1"/>
                </a:solidFill>
                <a:latin typeface="Consolas"/>
                <a:ea typeface="Consolas"/>
                <a:cs typeface="Consolas"/>
                <a:sym typeface="Consolas"/>
              </a:rPr>
              <a:t>Radix Sort</a:t>
            </a:r>
            <a:endParaRPr dirty="0"/>
          </a:p>
        </p:txBody>
      </p:sp>
    </p:spTree>
    <p:extLst>
      <p:ext uri="{BB962C8B-B14F-4D97-AF65-F5344CB8AC3E}">
        <p14:creationId xmlns:p14="http://schemas.microsoft.com/office/powerpoint/2010/main" val="8424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lide(from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1"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slide(fromTop)">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8"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slide(from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8"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slide(fromLeft)">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8"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slide(fromLeft)">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1"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slide(fromTop)">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8"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slide(fromLeft)">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8"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slide(fromLeft)">
                                      <p:cBhvr>
                                        <p:cTn id="42" dur="50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12" presetClass="entr" presetSubtype="8"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slide(fromLeft)">
                                      <p:cBhvr>
                                        <p:cTn id="4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p:bldP spid="1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3" name="Google Shape;71;p13">
            <a:extLst>
              <a:ext uri="{FF2B5EF4-FFF2-40B4-BE49-F238E27FC236}">
                <a16:creationId xmlns:a16="http://schemas.microsoft.com/office/drawing/2014/main" id="{0903558E-0C82-3686-32F8-AA5E55109E98}"/>
              </a:ext>
            </a:extLst>
          </p:cNvPr>
          <p:cNvSpPr/>
          <p:nvPr/>
        </p:nvSpPr>
        <p:spPr>
          <a:xfrm>
            <a:off x="2111298" y="477351"/>
            <a:ext cx="4921404" cy="449400"/>
          </a:xfrm>
          <a:prstGeom prst="roundRect">
            <a:avLst>
              <a:gd name="adj" fmla="val 16667"/>
            </a:avLst>
          </a:prstGeom>
          <a:solidFill>
            <a:srgbClr val="99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lvl="0" algn="ctr"/>
            <a:r>
              <a:rPr lang="en-US" sz="1600" b="1" dirty="0">
                <a:solidFill>
                  <a:schemeClr val="lt1"/>
                </a:solidFill>
                <a:latin typeface="Consolas"/>
                <a:sym typeface="Consolas"/>
              </a:rPr>
              <a:t>INTERVIEW QUESTIONS</a:t>
            </a:r>
            <a:endParaRPr lang="en-US" dirty="0"/>
          </a:p>
        </p:txBody>
      </p:sp>
      <p:sp>
        <p:nvSpPr>
          <p:cNvPr id="4" name="Google Shape;69;p13">
            <a:extLst>
              <a:ext uri="{FF2B5EF4-FFF2-40B4-BE49-F238E27FC236}">
                <a16:creationId xmlns:a16="http://schemas.microsoft.com/office/drawing/2014/main" id="{B2C45F72-5B8A-0B0A-A132-9C29771E10C0}"/>
              </a:ext>
            </a:extLst>
          </p:cNvPr>
          <p:cNvSpPr/>
          <p:nvPr/>
        </p:nvSpPr>
        <p:spPr>
          <a:xfrm>
            <a:off x="587889" y="1595012"/>
            <a:ext cx="7968222" cy="415498"/>
          </a:xfrm>
          <a:prstGeom prst="rect">
            <a:avLst/>
          </a:prstGeom>
          <a:noFill/>
          <a:ln>
            <a:noFill/>
          </a:ln>
        </p:spPr>
        <p:txBody>
          <a:bodyPr spcFirstLastPara="1" wrap="square" lIns="0" tIns="0" rIns="0" bIns="0" anchor="t" anchorCtr="0">
            <a:spAutoFit/>
          </a:bodyPr>
          <a:lstStyle/>
          <a:p>
            <a:pPr lvl="0">
              <a:lnSpc>
                <a:spcPct val="150000"/>
              </a:lnSpc>
              <a:buSzPts val="1800"/>
            </a:pPr>
            <a:r>
              <a:rPr lang="en-US" sz="1800" dirty="0">
                <a:latin typeface="Consolas" panose="020B0609020204030204" pitchFamily="49" charset="0"/>
              </a:rPr>
              <a:t>1. What is sorting?</a:t>
            </a:r>
          </a:p>
        </p:txBody>
      </p:sp>
      <p:sp>
        <p:nvSpPr>
          <p:cNvPr id="5" name="Google Shape;69;p13">
            <a:extLst>
              <a:ext uri="{FF2B5EF4-FFF2-40B4-BE49-F238E27FC236}">
                <a16:creationId xmlns:a16="http://schemas.microsoft.com/office/drawing/2014/main" id="{45096598-68D9-1E7A-F220-9715D036A416}"/>
              </a:ext>
            </a:extLst>
          </p:cNvPr>
          <p:cNvSpPr/>
          <p:nvPr/>
        </p:nvSpPr>
        <p:spPr>
          <a:xfrm>
            <a:off x="1189463" y="2348160"/>
            <a:ext cx="7366648" cy="1661993"/>
          </a:xfrm>
          <a:prstGeom prst="rect">
            <a:avLst/>
          </a:prstGeom>
          <a:noFill/>
          <a:ln>
            <a:noFill/>
          </a:ln>
        </p:spPr>
        <p:txBody>
          <a:bodyPr spcFirstLastPara="1" wrap="square" lIns="0" tIns="0" rIns="0" bIns="0" anchor="t" anchorCtr="0">
            <a:spAutoFit/>
          </a:bodyPr>
          <a:lstStyle/>
          <a:p>
            <a:pPr>
              <a:lnSpc>
                <a:spcPct val="150000"/>
              </a:lnSpc>
              <a:buSzPts val="1800"/>
            </a:pPr>
            <a:r>
              <a:rPr lang="en-US" sz="1800" dirty="0">
                <a:latin typeface="Consolas" panose="020B0609020204030204" pitchFamily="49" charset="0"/>
              </a:rPr>
              <a:t>Sorting is the process of arranging elements in a particular order, typically ascending or descending, according to a certain criterion.</a:t>
            </a:r>
          </a:p>
          <a:p>
            <a:pPr lvl="0">
              <a:lnSpc>
                <a:spcPct val="150000"/>
              </a:lnSpc>
              <a:buSzPts val="1800"/>
            </a:pPr>
            <a:endParaRPr lang="en-US" sz="1800" dirty="0">
              <a:solidFill>
                <a:schemeClr val="dk1"/>
              </a:solidFill>
              <a:latin typeface="Consolas"/>
              <a:ea typeface="Consolas"/>
              <a:cs typeface="Consolas"/>
              <a:sym typeface="Consolas"/>
            </a:endParaRPr>
          </a:p>
        </p:txBody>
      </p:sp>
    </p:spTree>
    <p:extLst>
      <p:ext uri="{BB962C8B-B14F-4D97-AF65-F5344CB8AC3E}">
        <p14:creationId xmlns:p14="http://schemas.microsoft.com/office/powerpoint/2010/main" val="3268063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lide(from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slide(fromLeft)">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4"/>
          <p:cNvSpPr txBox="1"/>
          <p:nvPr/>
        </p:nvSpPr>
        <p:spPr>
          <a:xfrm>
            <a:off x="327600" y="392650"/>
            <a:ext cx="2827800" cy="475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a:buNone/>
            </a:pPr>
            <a:r>
              <a:rPr lang="en-IN" sz="2000" b="0" i="0" u="none" strike="noStrike" cap="none">
                <a:solidFill>
                  <a:srgbClr val="FFFFFF"/>
                </a:solidFill>
                <a:latin typeface="Roboto"/>
                <a:ea typeface="Roboto"/>
                <a:cs typeface="Roboto"/>
                <a:sym typeface="Roboto"/>
              </a:rPr>
              <a:t>Question: 01</a:t>
            </a:r>
            <a:endParaRPr sz="2000" b="0" i="0" u="none" strike="noStrike" cap="none">
              <a:solidFill>
                <a:srgbClr val="FFFFFF"/>
              </a:solidFill>
              <a:latin typeface="Roboto"/>
              <a:ea typeface="Roboto"/>
              <a:cs typeface="Roboto"/>
              <a:sym typeface="Roboto"/>
            </a:endParaRPr>
          </a:p>
        </p:txBody>
      </p:sp>
      <p:sp>
        <p:nvSpPr>
          <p:cNvPr id="164" name="Google Shape;164;p4"/>
          <p:cNvSpPr txBox="1"/>
          <p:nvPr/>
        </p:nvSpPr>
        <p:spPr>
          <a:xfrm>
            <a:off x="327600" y="392650"/>
            <a:ext cx="2827800" cy="475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a:buNone/>
            </a:pPr>
            <a:r>
              <a:rPr lang="en-IN" sz="2000" b="0" i="0" u="none" strike="noStrike" cap="none">
                <a:solidFill>
                  <a:srgbClr val="FFFFFF"/>
                </a:solidFill>
                <a:latin typeface="Roboto"/>
                <a:ea typeface="Roboto"/>
                <a:cs typeface="Roboto"/>
                <a:sym typeface="Roboto"/>
              </a:rPr>
              <a:t>Question: 01</a:t>
            </a:r>
            <a:endParaRPr sz="2000" b="0" i="0" u="none" strike="noStrike" cap="none">
              <a:solidFill>
                <a:srgbClr val="FFFFFF"/>
              </a:solidFill>
              <a:latin typeface="Roboto"/>
              <a:ea typeface="Roboto"/>
              <a:cs typeface="Roboto"/>
              <a:sym typeface="Roboto"/>
            </a:endParaRPr>
          </a:p>
        </p:txBody>
      </p:sp>
      <p:sp>
        <p:nvSpPr>
          <p:cNvPr id="3" name="Google Shape;69;p13">
            <a:extLst>
              <a:ext uri="{FF2B5EF4-FFF2-40B4-BE49-F238E27FC236}">
                <a16:creationId xmlns:a16="http://schemas.microsoft.com/office/drawing/2014/main" id="{C5CD2FFB-E790-FDFD-68DB-D06CE12038DF}"/>
              </a:ext>
            </a:extLst>
          </p:cNvPr>
          <p:cNvSpPr/>
          <p:nvPr/>
        </p:nvSpPr>
        <p:spPr>
          <a:xfrm>
            <a:off x="587889" y="1595012"/>
            <a:ext cx="7968222" cy="415498"/>
          </a:xfrm>
          <a:prstGeom prst="rect">
            <a:avLst/>
          </a:prstGeom>
          <a:noFill/>
          <a:ln>
            <a:noFill/>
          </a:ln>
        </p:spPr>
        <p:txBody>
          <a:bodyPr spcFirstLastPara="1" wrap="square" lIns="0" tIns="0" rIns="0" bIns="0" anchor="t" anchorCtr="0">
            <a:spAutoFit/>
          </a:bodyPr>
          <a:lstStyle/>
          <a:p>
            <a:pPr>
              <a:lnSpc>
                <a:spcPct val="150000"/>
              </a:lnSpc>
              <a:buSzPts val="1800"/>
            </a:pPr>
            <a:r>
              <a:rPr lang="en-US" sz="1800" dirty="0">
                <a:solidFill>
                  <a:schemeClr val="dk1"/>
                </a:solidFill>
                <a:latin typeface="Consolas"/>
                <a:ea typeface="Consolas"/>
                <a:cs typeface="Consolas"/>
                <a:sym typeface="Consolas"/>
              </a:rPr>
              <a:t>2. Why is sorting important?</a:t>
            </a:r>
          </a:p>
        </p:txBody>
      </p:sp>
      <p:sp>
        <p:nvSpPr>
          <p:cNvPr id="4" name="Google Shape;71;p13">
            <a:extLst>
              <a:ext uri="{FF2B5EF4-FFF2-40B4-BE49-F238E27FC236}">
                <a16:creationId xmlns:a16="http://schemas.microsoft.com/office/drawing/2014/main" id="{577C0AC9-9FDD-CDDE-A260-1418D2C1C919}"/>
              </a:ext>
            </a:extLst>
          </p:cNvPr>
          <p:cNvSpPr/>
          <p:nvPr/>
        </p:nvSpPr>
        <p:spPr>
          <a:xfrm>
            <a:off x="2111298" y="474205"/>
            <a:ext cx="4921404" cy="449400"/>
          </a:xfrm>
          <a:prstGeom prst="roundRect">
            <a:avLst>
              <a:gd name="adj" fmla="val 16667"/>
            </a:avLst>
          </a:prstGeom>
          <a:solidFill>
            <a:srgbClr val="99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lvl="0" algn="ctr"/>
            <a:r>
              <a:rPr lang="en-US" sz="1600" b="1" dirty="0">
                <a:solidFill>
                  <a:schemeClr val="lt1"/>
                </a:solidFill>
                <a:latin typeface="Consolas"/>
                <a:sym typeface="Consolas"/>
              </a:rPr>
              <a:t>INTERVIEW QUESTIONS</a:t>
            </a:r>
            <a:endParaRPr lang="en-US" dirty="0"/>
          </a:p>
        </p:txBody>
      </p:sp>
      <p:sp>
        <p:nvSpPr>
          <p:cNvPr id="5" name="Google Shape;69;p13">
            <a:extLst>
              <a:ext uri="{FF2B5EF4-FFF2-40B4-BE49-F238E27FC236}">
                <a16:creationId xmlns:a16="http://schemas.microsoft.com/office/drawing/2014/main" id="{76AAA030-3A60-6CFF-4B36-04E76959B169}"/>
              </a:ext>
            </a:extLst>
          </p:cNvPr>
          <p:cNvSpPr/>
          <p:nvPr/>
        </p:nvSpPr>
        <p:spPr>
          <a:xfrm>
            <a:off x="1189463" y="2348160"/>
            <a:ext cx="7366648" cy="2077492"/>
          </a:xfrm>
          <a:prstGeom prst="rect">
            <a:avLst/>
          </a:prstGeom>
          <a:noFill/>
          <a:ln>
            <a:noFill/>
          </a:ln>
        </p:spPr>
        <p:txBody>
          <a:bodyPr spcFirstLastPara="1" wrap="square" lIns="0" tIns="0" rIns="0" bIns="0" anchor="t" anchorCtr="0">
            <a:spAutoFit/>
          </a:bodyPr>
          <a:lstStyle/>
          <a:p>
            <a:pPr lvl="0">
              <a:lnSpc>
                <a:spcPct val="150000"/>
              </a:lnSpc>
              <a:buSzPts val="1800"/>
            </a:pPr>
            <a:r>
              <a:rPr lang="en-US" sz="1800" dirty="0">
                <a:solidFill>
                  <a:schemeClr val="dk1"/>
                </a:solidFill>
                <a:latin typeface="Consolas"/>
                <a:ea typeface="Consolas"/>
                <a:cs typeface="Consolas"/>
                <a:sym typeface="Consolas"/>
              </a:rPr>
              <a:t>Sorting is crucial for efficient data retrieval and manipulation. It allows us to quickly locate items, analyze trends, and perform various operations more effectively.</a:t>
            </a:r>
          </a:p>
          <a:p>
            <a:pPr lvl="0">
              <a:lnSpc>
                <a:spcPct val="150000"/>
              </a:lnSpc>
              <a:buSzPts val="1800"/>
            </a:pPr>
            <a:endParaRPr lang="en-US" sz="1800" dirty="0">
              <a:solidFill>
                <a:schemeClr val="dk1"/>
              </a:solidFill>
              <a:latin typeface="Consolas"/>
              <a:ea typeface="Consolas"/>
              <a:cs typeface="Consolas"/>
              <a:sym typeface="Consola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slide(from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slide(fromLeft)">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5" name="Google Shape;71;p13">
            <a:extLst>
              <a:ext uri="{FF2B5EF4-FFF2-40B4-BE49-F238E27FC236}">
                <a16:creationId xmlns:a16="http://schemas.microsoft.com/office/drawing/2014/main" id="{EBA90492-0151-350F-5883-27985F8223CC}"/>
              </a:ext>
            </a:extLst>
          </p:cNvPr>
          <p:cNvSpPr/>
          <p:nvPr/>
        </p:nvSpPr>
        <p:spPr>
          <a:xfrm>
            <a:off x="2557347" y="483001"/>
            <a:ext cx="4921404" cy="449400"/>
          </a:xfrm>
          <a:prstGeom prst="roundRect">
            <a:avLst>
              <a:gd name="adj" fmla="val 16667"/>
            </a:avLst>
          </a:prstGeom>
          <a:solidFill>
            <a:srgbClr val="99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lvl="0" algn="ctr"/>
            <a:r>
              <a:rPr lang="en-US" sz="1600" b="1" dirty="0">
                <a:solidFill>
                  <a:schemeClr val="lt1"/>
                </a:solidFill>
                <a:latin typeface="Consolas"/>
                <a:sym typeface="Consolas"/>
              </a:rPr>
              <a:t>INTERVIEW QUESTIONS</a:t>
            </a:r>
            <a:endParaRPr lang="en-US" dirty="0"/>
          </a:p>
        </p:txBody>
      </p:sp>
      <p:sp>
        <p:nvSpPr>
          <p:cNvPr id="6" name="Google Shape;69;p13">
            <a:extLst>
              <a:ext uri="{FF2B5EF4-FFF2-40B4-BE49-F238E27FC236}">
                <a16:creationId xmlns:a16="http://schemas.microsoft.com/office/drawing/2014/main" id="{E7F31397-5FEB-BF04-2EFF-772FBA4E0E23}"/>
              </a:ext>
            </a:extLst>
          </p:cNvPr>
          <p:cNvSpPr/>
          <p:nvPr/>
        </p:nvSpPr>
        <p:spPr>
          <a:xfrm>
            <a:off x="587889" y="1595012"/>
            <a:ext cx="7968222" cy="415498"/>
          </a:xfrm>
          <a:prstGeom prst="rect">
            <a:avLst/>
          </a:prstGeom>
          <a:noFill/>
          <a:ln>
            <a:noFill/>
          </a:ln>
        </p:spPr>
        <p:txBody>
          <a:bodyPr spcFirstLastPara="1" wrap="square" lIns="0" tIns="0" rIns="0" bIns="0" anchor="t" anchorCtr="0">
            <a:spAutoFit/>
          </a:bodyPr>
          <a:lstStyle/>
          <a:p>
            <a:pPr>
              <a:lnSpc>
                <a:spcPct val="150000"/>
              </a:lnSpc>
              <a:buSzPts val="1800"/>
            </a:pPr>
            <a:r>
              <a:rPr lang="en-US" sz="1800" dirty="0">
                <a:solidFill>
                  <a:schemeClr val="dk1"/>
                </a:solidFill>
                <a:latin typeface="Consolas"/>
                <a:ea typeface="Consolas"/>
                <a:cs typeface="Consolas"/>
                <a:sym typeface="Consolas"/>
              </a:rPr>
              <a:t>3. Name a few sorting algorithms.</a:t>
            </a:r>
          </a:p>
        </p:txBody>
      </p:sp>
      <p:sp>
        <p:nvSpPr>
          <p:cNvPr id="7" name="Google Shape;69;p13">
            <a:extLst>
              <a:ext uri="{FF2B5EF4-FFF2-40B4-BE49-F238E27FC236}">
                <a16:creationId xmlns:a16="http://schemas.microsoft.com/office/drawing/2014/main" id="{5DD10173-9C2C-88B5-BA4C-F70BA9C73D34}"/>
              </a:ext>
            </a:extLst>
          </p:cNvPr>
          <p:cNvSpPr/>
          <p:nvPr/>
        </p:nvSpPr>
        <p:spPr>
          <a:xfrm>
            <a:off x="1189463" y="2348160"/>
            <a:ext cx="7366648" cy="1661993"/>
          </a:xfrm>
          <a:prstGeom prst="rect">
            <a:avLst/>
          </a:prstGeom>
          <a:noFill/>
          <a:ln>
            <a:noFill/>
          </a:ln>
        </p:spPr>
        <p:txBody>
          <a:bodyPr spcFirstLastPara="1" wrap="square" lIns="0" tIns="0" rIns="0" bIns="0" anchor="t" anchorCtr="0">
            <a:spAutoFit/>
          </a:bodyPr>
          <a:lstStyle/>
          <a:p>
            <a:pPr lvl="0">
              <a:lnSpc>
                <a:spcPct val="150000"/>
              </a:lnSpc>
              <a:buSzPts val="1800"/>
            </a:pPr>
            <a:r>
              <a:rPr lang="en-US" sz="1800" dirty="0">
                <a:solidFill>
                  <a:schemeClr val="dk1"/>
                </a:solidFill>
                <a:latin typeface="Consolas"/>
                <a:ea typeface="Consolas"/>
                <a:cs typeface="Consolas"/>
                <a:sym typeface="Consolas"/>
              </a:rPr>
              <a:t>Some common sorting algorithms include Bubble Sort, Insertion Sort, Selection Sort, Merge Sort, Quick Sort, and Heap Sort.</a:t>
            </a:r>
          </a:p>
          <a:p>
            <a:pPr lvl="0">
              <a:lnSpc>
                <a:spcPct val="150000"/>
              </a:lnSpc>
              <a:buSzPts val="1800"/>
            </a:pPr>
            <a:endParaRPr lang="en-US" sz="1800" dirty="0">
              <a:solidFill>
                <a:schemeClr val="dk1"/>
              </a:solidFill>
              <a:latin typeface="Consolas"/>
              <a:ea typeface="Consolas"/>
              <a:cs typeface="Consolas"/>
              <a:sym typeface="Consola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slide(from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slide(fromLeft)">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3" name="Google Shape;69;p13">
            <a:extLst>
              <a:ext uri="{FF2B5EF4-FFF2-40B4-BE49-F238E27FC236}">
                <a16:creationId xmlns:a16="http://schemas.microsoft.com/office/drawing/2014/main" id="{E464C2C7-C5C1-271A-FA41-FF45BF45851E}"/>
              </a:ext>
            </a:extLst>
          </p:cNvPr>
          <p:cNvSpPr/>
          <p:nvPr/>
        </p:nvSpPr>
        <p:spPr>
          <a:xfrm>
            <a:off x="587889" y="1595012"/>
            <a:ext cx="7968222" cy="1246495"/>
          </a:xfrm>
          <a:prstGeom prst="rect">
            <a:avLst/>
          </a:prstGeom>
          <a:noFill/>
          <a:ln>
            <a:noFill/>
          </a:ln>
        </p:spPr>
        <p:txBody>
          <a:bodyPr spcFirstLastPara="1" wrap="square" lIns="0" tIns="0" rIns="0" bIns="0" anchor="t" anchorCtr="0">
            <a:spAutoFit/>
          </a:bodyPr>
          <a:lstStyle/>
          <a:p>
            <a:pPr>
              <a:lnSpc>
                <a:spcPct val="150000"/>
              </a:lnSpc>
              <a:buSzPts val="1800"/>
            </a:pPr>
            <a:r>
              <a:rPr lang="en-US" sz="1800" dirty="0">
                <a:solidFill>
                  <a:schemeClr val="dk1"/>
                </a:solidFill>
                <a:latin typeface="Consolas"/>
                <a:ea typeface="Consolas"/>
                <a:cs typeface="Consolas"/>
                <a:sym typeface="Consolas"/>
              </a:rPr>
              <a:t>4. What is the difference between comparison-based and non-comparison-based sorting algorithms?</a:t>
            </a:r>
          </a:p>
          <a:p>
            <a:pPr>
              <a:lnSpc>
                <a:spcPct val="150000"/>
              </a:lnSpc>
              <a:buSzPts val="1800"/>
            </a:pPr>
            <a:endParaRPr lang="en-US" sz="1800" dirty="0">
              <a:solidFill>
                <a:schemeClr val="dk1"/>
              </a:solidFill>
              <a:latin typeface="Consolas"/>
              <a:ea typeface="Consolas"/>
              <a:cs typeface="Consolas"/>
              <a:sym typeface="Consolas"/>
            </a:endParaRPr>
          </a:p>
        </p:txBody>
      </p:sp>
      <p:sp>
        <p:nvSpPr>
          <p:cNvPr id="4" name="Google Shape;71;p13">
            <a:extLst>
              <a:ext uri="{FF2B5EF4-FFF2-40B4-BE49-F238E27FC236}">
                <a16:creationId xmlns:a16="http://schemas.microsoft.com/office/drawing/2014/main" id="{9492F3BF-92E0-3209-0FDE-B3245F1F3180}"/>
              </a:ext>
            </a:extLst>
          </p:cNvPr>
          <p:cNvSpPr/>
          <p:nvPr/>
        </p:nvSpPr>
        <p:spPr>
          <a:xfrm>
            <a:off x="2111298" y="586781"/>
            <a:ext cx="4921404" cy="449400"/>
          </a:xfrm>
          <a:prstGeom prst="roundRect">
            <a:avLst>
              <a:gd name="adj" fmla="val 16667"/>
            </a:avLst>
          </a:prstGeom>
          <a:solidFill>
            <a:srgbClr val="99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lvl="0" algn="ctr"/>
            <a:r>
              <a:rPr lang="en-US" sz="1600" b="1" dirty="0">
                <a:solidFill>
                  <a:schemeClr val="lt1"/>
                </a:solidFill>
                <a:latin typeface="Consolas"/>
                <a:sym typeface="Consolas"/>
              </a:rPr>
              <a:t>INTERVIEW QUESTIONS</a:t>
            </a:r>
            <a:endParaRPr lang="en-US" dirty="0"/>
          </a:p>
        </p:txBody>
      </p:sp>
      <p:sp>
        <p:nvSpPr>
          <p:cNvPr id="5" name="Google Shape;69;p13">
            <a:extLst>
              <a:ext uri="{FF2B5EF4-FFF2-40B4-BE49-F238E27FC236}">
                <a16:creationId xmlns:a16="http://schemas.microsoft.com/office/drawing/2014/main" id="{5D027D60-F7E1-9140-1414-A2CCA37F489D}"/>
              </a:ext>
            </a:extLst>
          </p:cNvPr>
          <p:cNvSpPr/>
          <p:nvPr/>
        </p:nvSpPr>
        <p:spPr>
          <a:xfrm>
            <a:off x="1382751" y="2571750"/>
            <a:ext cx="7366648" cy="1661993"/>
          </a:xfrm>
          <a:prstGeom prst="rect">
            <a:avLst/>
          </a:prstGeom>
          <a:noFill/>
          <a:ln>
            <a:noFill/>
          </a:ln>
        </p:spPr>
        <p:txBody>
          <a:bodyPr spcFirstLastPara="1" wrap="square" lIns="0" tIns="0" rIns="0" bIns="0" anchor="t" anchorCtr="0">
            <a:spAutoFit/>
          </a:bodyPr>
          <a:lstStyle/>
          <a:p>
            <a:pPr lvl="0">
              <a:lnSpc>
                <a:spcPct val="150000"/>
              </a:lnSpc>
              <a:buSzPts val="1800"/>
            </a:pPr>
            <a:r>
              <a:rPr lang="en-US" sz="1800" dirty="0">
                <a:solidFill>
                  <a:schemeClr val="dk1"/>
                </a:solidFill>
                <a:latin typeface="Consolas"/>
                <a:ea typeface="Consolas"/>
                <a:cs typeface="Consolas"/>
                <a:sym typeface="Consolas"/>
              </a:rPr>
              <a:t>Answer: Comparison-based sorting algorithms compare elements to determine their relative order, while non-comparison-based algorithms use other methods like counting or distributing elements to achieve sorting.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slide(from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slide(fromLeft)">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5DA8C-EDB3-CCFF-F929-B49FC4F6DD07}"/>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20E78AE4-47A3-8D95-44E2-6B391D17326D}"/>
              </a:ext>
            </a:extLst>
          </p:cNvPr>
          <p:cNvSpPr>
            <a:spLocks noGrp="1"/>
          </p:cNvSpPr>
          <p:nvPr>
            <p:ph type="subTitle" idx="1"/>
          </p:nvPr>
        </p:nvSpPr>
        <p:spPr/>
        <p:txBody>
          <a:bodyPr/>
          <a:lstStyle/>
          <a:p>
            <a:endParaRPr lang="en-IN"/>
          </a:p>
        </p:txBody>
      </p:sp>
      <p:pic>
        <p:nvPicPr>
          <p:cNvPr id="4" name="Google Shape;151;p63">
            <a:extLst>
              <a:ext uri="{FF2B5EF4-FFF2-40B4-BE49-F238E27FC236}">
                <a16:creationId xmlns:a16="http://schemas.microsoft.com/office/drawing/2014/main" id="{18189854-EA34-9B4E-4FD4-387D16F7BE31}"/>
              </a:ext>
            </a:extLst>
          </p:cNvPr>
          <p:cNvPicPr preferRelativeResize="0"/>
          <p:nvPr/>
        </p:nvPicPr>
        <p:blipFill rotWithShape="1">
          <a:blip r:embed="rId2">
            <a:alphaModFix/>
          </a:blip>
          <a:srcRect/>
          <a:stretch/>
        </p:blipFill>
        <p:spPr>
          <a:xfrm>
            <a:off x="-3" y="0"/>
            <a:ext cx="9144003" cy="5143501"/>
          </a:xfrm>
          <a:prstGeom prst="rect">
            <a:avLst/>
          </a:prstGeom>
          <a:noFill/>
          <a:ln>
            <a:noFill/>
          </a:ln>
        </p:spPr>
      </p:pic>
      <p:sp>
        <p:nvSpPr>
          <p:cNvPr id="5" name="Google Shape;61;p2">
            <a:extLst>
              <a:ext uri="{FF2B5EF4-FFF2-40B4-BE49-F238E27FC236}">
                <a16:creationId xmlns:a16="http://schemas.microsoft.com/office/drawing/2014/main" id="{47FC541D-3623-32FC-BF11-F57B73E3CB03}"/>
              </a:ext>
            </a:extLst>
          </p:cNvPr>
          <p:cNvSpPr/>
          <p:nvPr/>
        </p:nvSpPr>
        <p:spPr>
          <a:xfrm>
            <a:off x="-531261" y="2054547"/>
            <a:ext cx="6346277" cy="779347"/>
          </a:xfrm>
          <a:prstGeom prst="rect">
            <a:avLst/>
          </a:prstGeom>
          <a:noFill/>
          <a:ln>
            <a:noFill/>
          </a:ln>
        </p:spPr>
        <p:txBody>
          <a:bodyPr spcFirstLastPara="1" wrap="square" lIns="81625" tIns="82925" rIns="81625" bIns="82925" anchor="ctr" anchorCtr="0">
            <a:noAutofit/>
          </a:bodyPr>
          <a:lstStyle/>
          <a:p>
            <a:pPr lvl="0" algn="ctr"/>
            <a:r>
              <a:rPr lang="en-IN" sz="4000" b="1" dirty="0">
                <a:solidFill>
                  <a:schemeClr val="bg1"/>
                </a:solidFill>
              </a:rPr>
              <a:t>SELECTION </a:t>
            </a:r>
          </a:p>
          <a:p>
            <a:pPr lvl="0" algn="ctr"/>
            <a:r>
              <a:rPr lang="en-IN" sz="4000" b="1" dirty="0">
                <a:solidFill>
                  <a:schemeClr val="bg1"/>
                </a:solidFill>
              </a:rPr>
              <a:t>SORT</a:t>
            </a:r>
          </a:p>
        </p:txBody>
      </p:sp>
    </p:spTree>
    <p:extLst>
      <p:ext uri="{BB962C8B-B14F-4D97-AF65-F5344CB8AC3E}">
        <p14:creationId xmlns:p14="http://schemas.microsoft.com/office/powerpoint/2010/main" val="260669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strVal val="#ppt_w*0.70"/>
                                          </p:val>
                                        </p:tav>
                                        <p:tav tm="100000">
                                          <p:val>
                                            <p:strVal val="#ppt_w"/>
                                          </p:val>
                                        </p:tav>
                                      </p:tavLst>
                                    </p:anim>
                                    <p:anim calcmode="lin" valueType="num">
                                      <p:cBhvr>
                                        <p:cTn id="8" dur="1000" fill="hold"/>
                                        <p:tgtEl>
                                          <p:spTgt spid="5"/>
                                        </p:tgtEl>
                                        <p:attrNameLst>
                                          <p:attrName>ppt_h</p:attrName>
                                        </p:attrNameLst>
                                      </p:cBhvr>
                                      <p:tavLst>
                                        <p:tav tm="0">
                                          <p:val>
                                            <p:strVal val="#ppt_h"/>
                                          </p:val>
                                        </p:tav>
                                        <p:tav tm="100000">
                                          <p:val>
                                            <p:strVal val="#ppt_h"/>
                                          </p:val>
                                        </p:tav>
                                      </p:tavLst>
                                    </p:anim>
                                    <p:animEffect transition="in" filter="fade">
                                      <p:cBhvr>
                                        <p:cTn id="9"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4" name="Google Shape;71;p13">
            <a:extLst>
              <a:ext uri="{FF2B5EF4-FFF2-40B4-BE49-F238E27FC236}">
                <a16:creationId xmlns:a16="http://schemas.microsoft.com/office/drawing/2014/main" id="{A20BED59-A690-06E9-CB30-BE527E520219}"/>
              </a:ext>
            </a:extLst>
          </p:cNvPr>
          <p:cNvSpPr/>
          <p:nvPr/>
        </p:nvSpPr>
        <p:spPr>
          <a:xfrm>
            <a:off x="2111298" y="470635"/>
            <a:ext cx="4921404" cy="449400"/>
          </a:xfrm>
          <a:prstGeom prst="roundRect">
            <a:avLst>
              <a:gd name="adj" fmla="val 16667"/>
            </a:avLst>
          </a:prstGeom>
          <a:solidFill>
            <a:srgbClr val="99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lvl="0" algn="ctr"/>
            <a:r>
              <a:rPr lang="en-US" sz="1600" b="1" dirty="0">
                <a:solidFill>
                  <a:schemeClr val="lt1"/>
                </a:solidFill>
                <a:latin typeface="Consolas"/>
                <a:ea typeface="Consolas"/>
                <a:cs typeface="Consolas"/>
                <a:sym typeface="Consolas"/>
              </a:rPr>
              <a:t>SELECTION SORT</a:t>
            </a:r>
            <a:endParaRPr dirty="0"/>
          </a:p>
        </p:txBody>
      </p:sp>
      <p:sp>
        <p:nvSpPr>
          <p:cNvPr id="5" name="Google Shape;69;p13">
            <a:extLst>
              <a:ext uri="{FF2B5EF4-FFF2-40B4-BE49-F238E27FC236}">
                <a16:creationId xmlns:a16="http://schemas.microsoft.com/office/drawing/2014/main" id="{3DD8BDB5-9BA2-D72D-130C-7BFCD07286F7}"/>
              </a:ext>
            </a:extLst>
          </p:cNvPr>
          <p:cNvSpPr/>
          <p:nvPr/>
        </p:nvSpPr>
        <p:spPr>
          <a:xfrm>
            <a:off x="587889" y="920035"/>
            <a:ext cx="7968222" cy="415498"/>
          </a:xfrm>
          <a:prstGeom prst="rect">
            <a:avLst/>
          </a:prstGeom>
          <a:noFill/>
          <a:ln>
            <a:noFill/>
          </a:ln>
        </p:spPr>
        <p:txBody>
          <a:bodyPr spcFirstLastPara="1" wrap="square" lIns="0" tIns="0" rIns="0" bIns="0" anchor="t" anchorCtr="0">
            <a:spAutoFit/>
          </a:bodyPr>
          <a:lstStyle/>
          <a:p>
            <a:pPr lvl="0" algn="ctr">
              <a:lnSpc>
                <a:spcPct val="150000"/>
              </a:lnSpc>
              <a:buSzPts val="1800"/>
            </a:pPr>
            <a:r>
              <a:rPr lang="en-US" sz="1800" b="1" dirty="0">
                <a:solidFill>
                  <a:schemeClr val="dk1"/>
                </a:solidFill>
                <a:latin typeface="Consolas"/>
                <a:ea typeface="Consolas"/>
                <a:cs typeface="Consolas"/>
                <a:sym typeface="Consolas"/>
              </a:rPr>
              <a:t>Introduction</a:t>
            </a:r>
            <a:endParaRPr b="1" dirty="0"/>
          </a:p>
        </p:txBody>
      </p:sp>
      <p:sp>
        <p:nvSpPr>
          <p:cNvPr id="6" name="Google Shape;69;p13">
            <a:extLst>
              <a:ext uri="{FF2B5EF4-FFF2-40B4-BE49-F238E27FC236}">
                <a16:creationId xmlns:a16="http://schemas.microsoft.com/office/drawing/2014/main" id="{63C061A3-C5A0-D11D-4A3B-A92301395C60}"/>
              </a:ext>
            </a:extLst>
          </p:cNvPr>
          <p:cNvSpPr/>
          <p:nvPr/>
        </p:nvSpPr>
        <p:spPr>
          <a:xfrm>
            <a:off x="587889" y="1227719"/>
            <a:ext cx="7968222" cy="1246495"/>
          </a:xfrm>
          <a:prstGeom prst="rect">
            <a:avLst/>
          </a:prstGeom>
          <a:noFill/>
          <a:ln>
            <a:noFill/>
          </a:ln>
        </p:spPr>
        <p:txBody>
          <a:bodyPr spcFirstLastPara="1" wrap="square" lIns="0" tIns="0" rIns="0" bIns="0" anchor="t" anchorCtr="0">
            <a:spAutoFit/>
          </a:bodyPr>
          <a:lstStyle/>
          <a:p>
            <a:pPr lvl="0">
              <a:lnSpc>
                <a:spcPct val="150000"/>
              </a:lnSpc>
              <a:buSzPts val="1800"/>
            </a:pPr>
            <a:r>
              <a:rPr lang="en-US" sz="1800" dirty="0">
                <a:solidFill>
                  <a:schemeClr val="dk1"/>
                </a:solidFill>
                <a:latin typeface="Consolas"/>
                <a:ea typeface="Consolas"/>
                <a:cs typeface="Consolas"/>
                <a:sym typeface="Consolas"/>
              </a:rPr>
              <a:t>The selection sort algorithm sorts an array by repeatedly finding the minimum element (considering ascending order) from unsorted part and putting it at the beginning.</a:t>
            </a:r>
            <a:endParaRPr dirty="0"/>
          </a:p>
        </p:txBody>
      </p:sp>
      <p:sp>
        <p:nvSpPr>
          <p:cNvPr id="7" name="Google Shape;69;p13">
            <a:extLst>
              <a:ext uri="{FF2B5EF4-FFF2-40B4-BE49-F238E27FC236}">
                <a16:creationId xmlns:a16="http://schemas.microsoft.com/office/drawing/2014/main" id="{0A7D7FAB-D77B-2621-4EE7-129D7036D6DD}"/>
              </a:ext>
            </a:extLst>
          </p:cNvPr>
          <p:cNvSpPr/>
          <p:nvPr/>
        </p:nvSpPr>
        <p:spPr>
          <a:xfrm>
            <a:off x="587889" y="2486406"/>
            <a:ext cx="7968222" cy="415498"/>
          </a:xfrm>
          <a:prstGeom prst="rect">
            <a:avLst/>
          </a:prstGeom>
          <a:noFill/>
          <a:ln>
            <a:noFill/>
          </a:ln>
        </p:spPr>
        <p:txBody>
          <a:bodyPr spcFirstLastPara="1" wrap="square" lIns="0" tIns="0" rIns="0" bIns="0" anchor="t" anchorCtr="0">
            <a:spAutoFit/>
          </a:bodyPr>
          <a:lstStyle/>
          <a:p>
            <a:pPr lvl="0">
              <a:lnSpc>
                <a:spcPct val="150000"/>
              </a:lnSpc>
              <a:buSzPts val="1800"/>
              <a:buFont typeface="Wingdings" pitchFamily="2" charset="2"/>
              <a:buChar char="Ø"/>
            </a:pPr>
            <a:r>
              <a:rPr lang="en-US" sz="1800" dirty="0">
                <a:solidFill>
                  <a:schemeClr val="dk1"/>
                </a:solidFill>
                <a:latin typeface="Consolas"/>
                <a:ea typeface="Consolas"/>
                <a:cs typeface="Consolas"/>
                <a:sym typeface="Consolas"/>
              </a:rPr>
              <a:t> The algorithm maintains two sub arrays in a given array.</a:t>
            </a:r>
            <a:endParaRPr dirty="0"/>
          </a:p>
        </p:txBody>
      </p:sp>
      <p:sp>
        <p:nvSpPr>
          <p:cNvPr id="8" name="Google Shape;69;p13">
            <a:extLst>
              <a:ext uri="{FF2B5EF4-FFF2-40B4-BE49-F238E27FC236}">
                <a16:creationId xmlns:a16="http://schemas.microsoft.com/office/drawing/2014/main" id="{82466D77-6F3D-13CB-A366-C53E72639D39}"/>
              </a:ext>
            </a:extLst>
          </p:cNvPr>
          <p:cNvSpPr/>
          <p:nvPr/>
        </p:nvSpPr>
        <p:spPr>
          <a:xfrm>
            <a:off x="900688" y="2805068"/>
            <a:ext cx="7523609" cy="415498"/>
          </a:xfrm>
          <a:prstGeom prst="rect">
            <a:avLst/>
          </a:prstGeom>
          <a:noFill/>
          <a:ln>
            <a:noFill/>
          </a:ln>
        </p:spPr>
        <p:txBody>
          <a:bodyPr spcFirstLastPara="1" wrap="square" lIns="0" tIns="0" rIns="0" bIns="0" anchor="t" anchorCtr="0">
            <a:spAutoFit/>
          </a:bodyPr>
          <a:lstStyle/>
          <a:p>
            <a:pPr marL="342900" lvl="0" indent="-342900">
              <a:lnSpc>
                <a:spcPct val="150000"/>
              </a:lnSpc>
              <a:buSzPts val="1800"/>
              <a:buFont typeface="+mj-lt"/>
              <a:buAutoNum type="arabicPeriod"/>
            </a:pPr>
            <a:r>
              <a:rPr lang="en-US" sz="1800" dirty="0">
                <a:solidFill>
                  <a:schemeClr val="dk1"/>
                </a:solidFill>
                <a:latin typeface="Consolas"/>
                <a:ea typeface="Consolas"/>
                <a:cs typeface="Consolas"/>
                <a:sym typeface="Consolas"/>
              </a:rPr>
              <a:t>The sub array which is already sorted.</a:t>
            </a:r>
          </a:p>
        </p:txBody>
      </p:sp>
      <p:sp>
        <p:nvSpPr>
          <p:cNvPr id="9" name="Google Shape;69;p13">
            <a:extLst>
              <a:ext uri="{FF2B5EF4-FFF2-40B4-BE49-F238E27FC236}">
                <a16:creationId xmlns:a16="http://schemas.microsoft.com/office/drawing/2014/main" id="{1BFCBCBB-6C5E-B44A-A2E5-5523074F0E3F}"/>
              </a:ext>
            </a:extLst>
          </p:cNvPr>
          <p:cNvSpPr/>
          <p:nvPr/>
        </p:nvSpPr>
        <p:spPr>
          <a:xfrm>
            <a:off x="900687" y="3123245"/>
            <a:ext cx="7523609" cy="415498"/>
          </a:xfrm>
          <a:prstGeom prst="rect">
            <a:avLst/>
          </a:prstGeom>
          <a:noFill/>
          <a:ln>
            <a:noFill/>
          </a:ln>
        </p:spPr>
        <p:txBody>
          <a:bodyPr spcFirstLastPara="1" wrap="square" lIns="0" tIns="0" rIns="0" bIns="0" anchor="t" anchorCtr="0">
            <a:spAutoFit/>
          </a:bodyPr>
          <a:lstStyle/>
          <a:p>
            <a:pPr marL="342900" lvl="0" indent="-342900">
              <a:lnSpc>
                <a:spcPct val="150000"/>
              </a:lnSpc>
              <a:buSzPts val="1800"/>
              <a:buFont typeface="+mj-lt"/>
              <a:buAutoNum type="arabicPeriod" startAt="2"/>
            </a:pPr>
            <a:r>
              <a:rPr lang="en-US" sz="1800" dirty="0">
                <a:solidFill>
                  <a:schemeClr val="dk1"/>
                </a:solidFill>
                <a:latin typeface="Consolas"/>
                <a:ea typeface="Consolas"/>
                <a:cs typeface="Consolas"/>
                <a:sym typeface="Consolas"/>
              </a:rPr>
              <a:t>Remaining sub array which is unsorted.</a:t>
            </a:r>
          </a:p>
        </p:txBody>
      </p:sp>
      <p:sp>
        <p:nvSpPr>
          <p:cNvPr id="10" name="Google Shape;69;p13">
            <a:extLst>
              <a:ext uri="{FF2B5EF4-FFF2-40B4-BE49-F238E27FC236}">
                <a16:creationId xmlns:a16="http://schemas.microsoft.com/office/drawing/2014/main" id="{AA9CA0E3-C998-B4C0-0115-80A5A7A406A1}"/>
              </a:ext>
            </a:extLst>
          </p:cNvPr>
          <p:cNvSpPr/>
          <p:nvPr/>
        </p:nvSpPr>
        <p:spPr>
          <a:xfrm>
            <a:off x="573062" y="3622451"/>
            <a:ext cx="7968222" cy="830997"/>
          </a:xfrm>
          <a:prstGeom prst="rect">
            <a:avLst/>
          </a:prstGeom>
          <a:noFill/>
          <a:ln>
            <a:noFill/>
          </a:ln>
        </p:spPr>
        <p:txBody>
          <a:bodyPr spcFirstLastPara="1" wrap="square" lIns="0" tIns="0" rIns="0" bIns="0" anchor="t" anchorCtr="0">
            <a:spAutoFit/>
          </a:bodyPr>
          <a:lstStyle/>
          <a:p>
            <a:pPr lvl="0">
              <a:buSzPts val="1800"/>
            </a:pPr>
            <a:r>
              <a:rPr lang="en-US" sz="1800" dirty="0">
                <a:solidFill>
                  <a:srgbClr val="FF0000"/>
                </a:solidFill>
                <a:latin typeface="Consolas"/>
                <a:ea typeface="Consolas"/>
                <a:cs typeface="Consolas"/>
                <a:sym typeface="Consolas"/>
              </a:rPr>
              <a:t>In every iteration of selection sort, the minimum element from the unsorted sub-array is picked and moved to the sorted sub-array.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lide(from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slide(from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8"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slide(fromLef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1"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slide(fromTop)">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1"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slide(fromTop)">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8"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slide(fromLeft)">
                                      <p:cBhvr>
                                        <p:cTn id="3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3" name="Google Shape;71;p13">
            <a:extLst>
              <a:ext uri="{FF2B5EF4-FFF2-40B4-BE49-F238E27FC236}">
                <a16:creationId xmlns:a16="http://schemas.microsoft.com/office/drawing/2014/main" id="{D3CED5CB-FF55-257B-2D2C-DB35791ADE2E}"/>
              </a:ext>
            </a:extLst>
          </p:cNvPr>
          <p:cNvSpPr/>
          <p:nvPr/>
        </p:nvSpPr>
        <p:spPr>
          <a:xfrm>
            <a:off x="2111298" y="442187"/>
            <a:ext cx="4921404" cy="449400"/>
          </a:xfrm>
          <a:prstGeom prst="roundRect">
            <a:avLst>
              <a:gd name="adj" fmla="val 16667"/>
            </a:avLst>
          </a:prstGeom>
          <a:solidFill>
            <a:srgbClr val="99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lvl="0" algn="ctr"/>
            <a:r>
              <a:rPr lang="en-US" sz="1600" b="1" dirty="0">
                <a:solidFill>
                  <a:schemeClr val="lt1"/>
                </a:solidFill>
                <a:latin typeface="Consolas"/>
                <a:ea typeface="Consolas"/>
                <a:cs typeface="Consolas"/>
                <a:sym typeface="Consolas"/>
              </a:rPr>
              <a:t>SELECTION SORT</a:t>
            </a:r>
            <a:endParaRPr/>
          </a:p>
        </p:txBody>
      </p:sp>
      <p:sp>
        <p:nvSpPr>
          <p:cNvPr id="4" name="Google Shape;69;p13">
            <a:extLst>
              <a:ext uri="{FF2B5EF4-FFF2-40B4-BE49-F238E27FC236}">
                <a16:creationId xmlns:a16="http://schemas.microsoft.com/office/drawing/2014/main" id="{D01D26B4-8F4B-A529-1399-DEC673B4A195}"/>
              </a:ext>
            </a:extLst>
          </p:cNvPr>
          <p:cNvSpPr/>
          <p:nvPr/>
        </p:nvSpPr>
        <p:spPr>
          <a:xfrm>
            <a:off x="673512" y="1109501"/>
            <a:ext cx="1270638" cy="415498"/>
          </a:xfrm>
          <a:prstGeom prst="rect">
            <a:avLst/>
          </a:prstGeom>
          <a:noFill/>
          <a:ln>
            <a:noFill/>
          </a:ln>
        </p:spPr>
        <p:txBody>
          <a:bodyPr spcFirstLastPara="1" wrap="square" lIns="0" tIns="0" rIns="0" bIns="0" anchor="t" anchorCtr="0">
            <a:spAutoFit/>
          </a:bodyPr>
          <a:lstStyle/>
          <a:p>
            <a:pPr lvl="0">
              <a:lnSpc>
                <a:spcPct val="150000"/>
              </a:lnSpc>
              <a:buSzPts val="1800"/>
            </a:pPr>
            <a:r>
              <a:rPr lang="en-US" sz="1800" dirty="0">
                <a:solidFill>
                  <a:schemeClr val="dk1"/>
                </a:solidFill>
                <a:latin typeface="Consolas"/>
                <a:ea typeface="Consolas"/>
                <a:cs typeface="Consolas"/>
                <a:sym typeface="Consolas"/>
              </a:rPr>
              <a:t>Example :</a:t>
            </a:r>
            <a:endParaRPr/>
          </a:p>
        </p:txBody>
      </p:sp>
      <p:sp>
        <p:nvSpPr>
          <p:cNvPr id="5" name="Google Shape;69;p13">
            <a:extLst>
              <a:ext uri="{FF2B5EF4-FFF2-40B4-BE49-F238E27FC236}">
                <a16:creationId xmlns:a16="http://schemas.microsoft.com/office/drawing/2014/main" id="{0AC2858E-453F-7B98-3EDE-10105843C3C2}"/>
              </a:ext>
            </a:extLst>
          </p:cNvPr>
          <p:cNvSpPr/>
          <p:nvPr/>
        </p:nvSpPr>
        <p:spPr>
          <a:xfrm>
            <a:off x="1944150" y="1109501"/>
            <a:ext cx="2795814" cy="415498"/>
          </a:xfrm>
          <a:prstGeom prst="rect">
            <a:avLst/>
          </a:prstGeom>
          <a:noFill/>
          <a:ln>
            <a:noFill/>
          </a:ln>
        </p:spPr>
        <p:txBody>
          <a:bodyPr spcFirstLastPara="1" wrap="square" lIns="0" tIns="0" rIns="0" bIns="0" anchor="t" anchorCtr="0">
            <a:spAutoFit/>
          </a:bodyPr>
          <a:lstStyle/>
          <a:p>
            <a:pPr lvl="0">
              <a:lnSpc>
                <a:spcPct val="150000"/>
              </a:lnSpc>
              <a:buSzPts val="1800"/>
            </a:pPr>
            <a:r>
              <a:rPr lang="en-US" sz="1800" dirty="0" err="1">
                <a:solidFill>
                  <a:schemeClr val="dk1"/>
                </a:solidFill>
                <a:latin typeface="Consolas"/>
                <a:ea typeface="Consolas"/>
                <a:cs typeface="Consolas"/>
                <a:sym typeface="Consolas"/>
              </a:rPr>
              <a:t>arr</a:t>
            </a:r>
            <a:r>
              <a:rPr lang="en-US" sz="1800" dirty="0">
                <a:solidFill>
                  <a:schemeClr val="dk1"/>
                </a:solidFill>
                <a:latin typeface="Consolas"/>
                <a:ea typeface="Consolas"/>
                <a:cs typeface="Consolas"/>
                <a:sym typeface="Consolas"/>
              </a:rPr>
              <a:t>[] = {2,7,4,1,5,3}</a:t>
            </a:r>
            <a:endParaRPr dirty="0"/>
          </a:p>
        </p:txBody>
      </p:sp>
      <p:sp>
        <p:nvSpPr>
          <p:cNvPr id="6" name="Google Shape;69;p13">
            <a:extLst>
              <a:ext uri="{FF2B5EF4-FFF2-40B4-BE49-F238E27FC236}">
                <a16:creationId xmlns:a16="http://schemas.microsoft.com/office/drawing/2014/main" id="{88707EDD-BA34-A18A-39DF-493C9AC3E1FD}"/>
              </a:ext>
            </a:extLst>
          </p:cNvPr>
          <p:cNvSpPr/>
          <p:nvPr/>
        </p:nvSpPr>
        <p:spPr>
          <a:xfrm>
            <a:off x="673512" y="1668905"/>
            <a:ext cx="1270638" cy="415498"/>
          </a:xfrm>
          <a:prstGeom prst="rect">
            <a:avLst/>
          </a:prstGeom>
          <a:noFill/>
          <a:ln>
            <a:noFill/>
          </a:ln>
        </p:spPr>
        <p:txBody>
          <a:bodyPr spcFirstLastPara="1" wrap="square" lIns="0" tIns="0" rIns="0" bIns="0" anchor="t" anchorCtr="0">
            <a:spAutoFit/>
          </a:bodyPr>
          <a:lstStyle/>
          <a:p>
            <a:pPr lvl="0">
              <a:lnSpc>
                <a:spcPct val="150000"/>
              </a:lnSpc>
              <a:buSzPts val="1800"/>
            </a:pPr>
            <a:r>
              <a:rPr lang="en-US" sz="1800" dirty="0">
                <a:solidFill>
                  <a:schemeClr val="dk1"/>
                </a:solidFill>
                <a:latin typeface="Consolas"/>
                <a:ea typeface="Consolas"/>
                <a:cs typeface="Consolas"/>
                <a:sym typeface="Consolas"/>
              </a:rPr>
              <a:t>Elements:</a:t>
            </a:r>
            <a:endParaRPr dirty="0"/>
          </a:p>
        </p:txBody>
      </p:sp>
      <p:graphicFrame>
        <p:nvGraphicFramePr>
          <p:cNvPr id="8" name="Table 7">
            <a:extLst>
              <a:ext uri="{FF2B5EF4-FFF2-40B4-BE49-F238E27FC236}">
                <a16:creationId xmlns:a16="http://schemas.microsoft.com/office/drawing/2014/main" id="{E2018F28-5CD6-3836-7E52-D18BE13B9687}"/>
              </a:ext>
            </a:extLst>
          </p:cNvPr>
          <p:cNvGraphicFramePr>
            <a:graphicFrameLocks noGrp="1"/>
          </p:cNvGraphicFramePr>
          <p:nvPr>
            <p:extLst>
              <p:ext uri="{D42A27DB-BD31-4B8C-83A1-F6EECF244321}">
                <p14:modId xmlns:p14="http://schemas.microsoft.com/office/powerpoint/2010/main" val="114632366"/>
              </p:ext>
            </p:extLst>
          </p:nvPr>
        </p:nvGraphicFramePr>
        <p:xfrm>
          <a:off x="1944150" y="1742913"/>
          <a:ext cx="2099226" cy="395276"/>
        </p:xfrm>
        <a:graphic>
          <a:graphicData uri="http://schemas.openxmlformats.org/drawingml/2006/table">
            <a:tbl>
              <a:tblPr/>
              <a:tblGrid>
                <a:gridCol w="349871">
                  <a:extLst>
                    <a:ext uri="{9D8B030D-6E8A-4147-A177-3AD203B41FA5}">
                      <a16:colId xmlns:a16="http://schemas.microsoft.com/office/drawing/2014/main" val="20000"/>
                    </a:ext>
                  </a:extLst>
                </a:gridCol>
                <a:gridCol w="349871">
                  <a:extLst>
                    <a:ext uri="{9D8B030D-6E8A-4147-A177-3AD203B41FA5}">
                      <a16:colId xmlns:a16="http://schemas.microsoft.com/office/drawing/2014/main" val="20001"/>
                    </a:ext>
                  </a:extLst>
                </a:gridCol>
                <a:gridCol w="349871">
                  <a:extLst>
                    <a:ext uri="{9D8B030D-6E8A-4147-A177-3AD203B41FA5}">
                      <a16:colId xmlns:a16="http://schemas.microsoft.com/office/drawing/2014/main" val="20002"/>
                    </a:ext>
                  </a:extLst>
                </a:gridCol>
                <a:gridCol w="349871">
                  <a:extLst>
                    <a:ext uri="{9D8B030D-6E8A-4147-A177-3AD203B41FA5}">
                      <a16:colId xmlns:a16="http://schemas.microsoft.com/office/drawing/2014/main" val="20003"/>
                    </a:ext>
                  </a:extLst>
                </a:gridCol>
                <a:gridCol w="349871">
                  <a:extLst>
                    <a:ext uri="{9D8B030D-6E8A-4147-A177-3AD203B41FA5}">
                      <a16:colId xmlns:a16="http://schemas.microsoft.com/office/drawing/2014/main" val="20004"/>
                    </a:ext>
                  </a:extLst>
                </a:gridCol>
                <a:gridCol w="349871">
                  <a:extLst>
                    <a:ext uri="{9D8B030D-6E8A-4147-A177-3AD203B41FA5}">
                      <a16:colId xmlns:a16="http://schemas.microsoft.com/office/drawing/2014/main" val="20005"/>
                    </a:ext>
                  </a:extLst>
                </a:gridCol>
              </a:tblGrid>
              <a:tr h="395276">
                <a:tc>
                  <a:txBody>
                    <a:bodyPr/>
                    <a:lstStyle/>
                    <a:p>
                      <a:pPr algn="ctr"/>
                      <a:r>
                        <a:rPr lang="en-US" b="1" dirty="0">
                          <a:solidFill>
                            <a:srgbClr val="00B0F0"/>
                          </a:solidFill>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1" dirty="0">
                          <a:solidFill>
                            <a:srgbClr val="00B0F0"/>
                          </a:solidFill>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1" dirty="0">
                          <a:solidFill>
                            <a:srgbClr val="00B0F0"/>
                          </a:solidFill>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1" dirty="0">
                          <a:solidFill>
                            <a:srgbClr val="00B0F0"/>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1" dirty="0">
                          <a:solidFill>
                            <a:srgbClr val="00B0F0"/>
                          </a:solidFill>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1" dirty="0">
                          <a:solidFill>
                            <a:srgbClr val="00B0F0"/>
                          </a:solidFill>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cxnSp>
        <p:nvCxnSpPr>
          <p:cNvPr id="9" name="Straight Arrow Connector 8">
            <a:extLst>
              <a:ext uri="{FF2B5EF4-FFF2-40B4-BE49-F238E27FC236}">
                <a16:creationId xmlns:a16="http://schemas.microsoft.com/office/drawing/2014/main" id="{E8C7D951-1CD4-FFDA-5511-3A8A47863838}"/>
              </a:ext>
            </a:extLst>
          </p:cNvPr>
          <p:cNvCxnSpPr/>
          <p:nvPr/>
        </p:nvCxnSpPr>
        <p:spPr>
          <a:xfrm>
            <a:off x="1944150" y="1651706"/>
            <a:ext cx="2089053" cy="7034"/>
          </a:xfrm>
          <a:prstGeom prst="straightConnector1">
            <a:avLst/>
          </a:prstGeom>
          <a:ln w="19050">
            <a:headEnd type="arrow"/>
            <a:tailEnd type="arrow"/>
          </a:ln>
        </p:spPr>
        <p:style>
          <a:lnRef idx="1">
            <a:schemeClr val="accent1"/>
          </a:lnRef>
          <a:fillRef idx="0">
            <a:schemeClr val="accent1"/>
          </a:fillRef>
          <a:effectRef idx="0">
            <a:schemeClr val="accent1"/>
          </a:effectRef>
          <a:fontRef idx="minor">
            <a:schemeClr val="tx1"/>
          </a:fontRef>
        </p:style>
      </p:cxnSp>
      <p:graphicFrame>
        <p:nvGraphicFramePr>
          <p:cNvPr id="10" name="Table 9">
            <a:extLst>
              <a:ext uri="{FF2B5EF4-FFF2-40B4-BE49-F238E27FC236}">
                <a16:creationId xmlns:a16="http://schemas.microsoft.com/office/drawing/2014/main" id="{B627AD25-CE12-186F-96E8-8674D8938E47}"/>
              </a:ext>
            </a:extLst>
          </p:cNvPr>
          <p:cNvGraphicFramePr>
            <a:graphicFrameLocks noGrp="1"/>
          </p:cNvGraphicFramePr>
          <p:nvPr>
            <p:extLst>
              <p:ext uri="{D42A27DB-BD31-4B8C-83A1-F6EECF244321}">
                <p14:modId xmlns:p14="http://schemas.microsoft.com/office/powerpoint/2010/main" val="2693557293"/>
              </p:ext>
            </p:extLst>
          </p:nvPr>
        </p:nvGraphicFramePr>
        <p:xfrm>
          <a:off x="1933977" y="2203703"/>
          <a:ext cx="2099226" cy="304800"/>
        </p:xfrm>
        <a:graphic>
          <a:graphicData uri="http://schemas.openxmlformats.org/drawingml/2006/table">
            <a:tbl>
              <a:tblPr/>
              <a:tblGrid>
                <a:gridCol w="349871">
                  <a:extLst>
                    <a:ext uri="{9D8B030D-6E8A-4147-A177-3AD203B41FA5}">
                      <a16:colId xmlns:a16="http://schemas.microsoft.com/office/drawing/2014/main" val="20000"/>
                    </a:ext>
                  </a:extLst>
                </a:gridCol>
                <a:gridCol w="349871">
                  <a:extLst>
                    <a:ext uri="{9D8B030D-6E8A-4147-A177-3AD203B41FA5}">
                      <a16:colId xmlns:a16="http://schemas.microsoft.com/office/drawing/2014/main" val="20001"/>
                    </a:ext>
                  </a:extLst>
                </a:gridCol>
                <a:gridCol w="349871">
                  <a:extLst>
                    <a:ext uri="{9D8B030D-6E8A-4147-A177-3AD203B41FA5}">
                      <a16:colId xmlns:a16="http://schemas.microsoft.com/office/drawing/2014/main" val="20002"/>
                    </a:ext>
                  </a:extLst>
                </a:gridCol>
                <a:gridCol w="349871">
                  <a:extLst>
                    <a:ext uri="{9D8B030D-6E8A-4147-A177-3AD203B41FA5}">
                      <a16:colId xmlns:a16="http://schemas.microsoft.com/office/drawing/2014/main" val="20003"/>
                    </a:ext>
                  </a:extLst>
                </a:gridCol>
                <a:gridCol w="349871">
                  <a:extLst>
                    <a:ext uri="{9D8B030D-6E8A-4147-A177-3AD203B41FA5}">
                      <a16:colId xmlns:a16="http://schemas.microsoft.com/office/drawing/2014/main" val="20004"/>
                    </a:ext>
                  </a:extLst>
                </a:gridCol>
                <a:gridCol w="349871">
                  <a:extLst>
                    <a:ext uri="{9D8B030D-6E8A-4147-A177-3AD203B41FA5}">
                      <a16:colId xmlns:a16="http://schemas.microsoft.com/office/drawing/2014/main" val="20005"/>
                    </a:ext>
                  </a:extLst>
                </a:gridCol>
              </a:tblGrid>
              <a:tr h="167258">
                <a:tc>
                  <a:txBody>
                    <a:bodyPr/>
                    <a:lstStyle/>
                    <a:p>
                      <a:pPr algn="ctr"/>
                      <a:r>
                        <a:rPr lang="en-US" dirty="0"/>
                        <a:t>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3</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4</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5</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sp>
        <p:nvSpPr>
          <p:cNvPr id="11" name="Google Shape;69;p13">
            <a:extLst>
              <a:ext uri="{FF2B5EF4-FFF2-40B4-BE49-F238E27FC236}">
                <a16:creationId xmlns:a16="http://schemas.microsoft.com/office/drawing/2014/main" id="{5265CB38-2CF9-04D0-A098-995A53143719}"/>
              </a:ext>
            </a:extLst>
          </p:cNvPr>
          <p:cNvSpPr/>
          <p:nvPr/>
        </p:nvSpPr>
        <p:spPr>
          <a:xfrm>
            <a:off x="1019038" y="2094568"/>
            <a:ext cx="1270638" cy="415498"/>
          </a:xfrm>
          <a:prstGeom prst="rect">
            <a:avLst/>
          </a:prstGeom>
          <a:noFill/>
          <a:ln>
            <a:noFill/>
          </a:ln>
        </p:spPr>
        <p:txBody>
          <a:bodyPr spcFirstLastPara="1" wrap="square" lIns="0" tIns="0" rIns="0" bIns="0" anchor="t" anchorCtr="0">
            <a:spAutoFit/>
          </a:bodyPr>
          <a:lstStyle/>
          <a:p>
            <a:pPr lvl="0">
              <a:lnSpc>
                <a:spcPct val="150000"/>
              </a:lnSpc>
              <a:buSzPts val="1800"/>
            </a:pPr>
            <a:r>
              <a:rPr lang="en-US" sz="1800" dirty="0">
                <a:solidFill>
                  <a:schemeClr val="dk1"/>
                </a:solidFill>
                <a:latin typeface="Consolas"/>
                <a:ea typeface="Consolas"/>
                <a:cs typeface="Consolas"/>
                <a:sym typeface="Consolas"/>
              </a:rPr>
              <a:t>Index:</a:t>
            </a:r>
            <a:endParaRPr dirty="0"/>
          </a:p>
        </p:txBody>
      </p:sp>
      <p:graphicFrame>
        <p:nvGraphicFramePr>
          <p:cNvPr id="12" name="Table 11">
            <a:extLst>
              <a:ext uri="{FF2B5EF4-FFF2-40B4-BE49-F238E27FC236}">
                <a16:creationId xmlns:a16="http://schemas.microsoft.com/office/drawing/2014/main" id="{233B3CA4-1F5F-A276-C7FC-5E81F91631D1}"/>
              </a:ext>
            </a:extLst>
          </p:cNvPr>
          <p:cNvGraphicFramePr>
            <a:graphicFrameLocks noGrp="1"/>
          </p:cNvGraphicFramePr>
          <p:nvPr>
            <p:extLst>
              <p:ext uri="{D42A27DB-BD31-4B8C-83A1-F6EECF244321}">
                <p14:modId xmlns:p14="http://schemas.microsoft.com/office/powerpoint/2010/main" val="725025622"/>
              </p:ext>
            </p:extLst>
          </p:nvPr>
        </p:nvGraphicFramePr>
        <p:xfrm>
          <a:off x="5789016" y="1796000"/>
          <a:ext cx="2099226" cy="395276"/>
        </p:xfrm>
        <a:graphic>
          <a:graphicData uri="http://schemas.openxmlformats.org/drawingml/2006/table">
            <a:tbl>
              <a:tblPr/>
              <a:tblGrid>
                <a:gridCol w="349871">
                  <a:extLst>
                    <a:ext uri="{9D8B030D-6E8A-4147-A177-3AD203B41FA5}">
                      <a16:colId xmlns:a16="http://schemas.microsoft.com/office/drawing/2014/main" val="20000"/>
                    </a:ext>
                  </a:extLst>
                </a:gridCol>
                <a:gridCol w="349871">
                  <a:extLst>
                    <a:ext uri="{9D8B030D-6E8A-4147-A177-3AD203B41FA5}">
                      <a16:colId xmlns:a16="http://schemas.microsoft.com/office/drawing/2014/main" val="20001"/>
                    </a:ext>
                  </a:extLst>
                </a:gridCol>
                <a:gridCol w="349871">
                  <a:extLst>
                    <a:ext uri="{9D8B030D-6E8A-4147-A177-3AD203B41FA5}">
                      <a16:colId xmlns:a16="http://schemas.microsoft.com/office/drawing/2014/main" val="20002"/>
                    </a:ext>
                  </a:extLst>
                </a:gridCol>
                <a:gridCol w="349871">
                  <a:extLst>
                    <a:ext uri="{9D8B030D-6E8A-4147-A177-3AD203B41FA5}">
                      <a16:colId xmlns:a16="http://schemas.microsoft.com/office/drawing/2014/main" val="20003"/>
                    </a:ext>
                  </a:extLst>
                </a:gridCol>
                <a:gridCol w="349871">
                  <a:extLst>
                    <a:ext uri="{9D8B030D-6E8A-4147-A177-3AD203B41FA5}">
                      <a16:colId xmlns:a16="http://schemas.microsoft.com/office/drawing/2014/main" val="20004"/>
                    </a:ext>
                  </a:extLst>
                </a:gridCol>
                <a:gridCol w="349871">
                  <a:extLst>
                    <a:ext uri="{9D8B030D-6E8A-4147-A177-3AD203B41FA5}">
                      <a16:colId xmlns:a16="http://schemas.microsoft.com/office/drawing/2014/main" val="20005"/>
                    </a:ext>
                  </a:extLst>
                </a:gridCol>
              </a:tblGrid>
              <a:tr h="395276">
                <a:tc>
                  <a:txBody>
                    <a:bodyPr/>
                    <a:lstStyle/>
                    <a:p>
                      <a:pPr algn="ctr"/>
                      <a:r>
                        <a:rPr lang="en-US" b="1" dirty="0">
                          <a:solidFill>
                            <a:srgbClr val="00B0F0"/>
                          </a:solidFill>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1" dirty="0">
                          <a:solidFill>
                            <a:srgbClr val="00B0F0"/>
                          </a:solidFill>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1" dirty="0">
                          <a:solidFill>
                            <a:srgbClr val="00B0F0"/>
                          </a:solidFill>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1" dirty="0">
                          <a:solidFill>
                            <a:srgbClr val="00B0F0"/>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1" dirty="0">
                          <a:solidFill>
                            <a:srgbClr val="00B0F0"/>
                          </a:solidFill>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1" dirty="0">
                          <a:solidFill>
                            <a:srgbClr val="00B0F0"/>
                          </a:solidFill>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cxnSp>
        <p:nvCxnSpPr>
          <p:cNvPr id="13" name="Straight Arrow Connector 12">
            <a:extLst>
              <a:ext uri="{FF2B5EF4-FFF2-40B4-BE49-F238E27FC236}">
                <a16:creationId xmlns:a16="http://schemas.microsoft.com/office/drawing/2014/main" id="{0B44F1E6-B97C-2DC0-2D6A-6332ADC72367}"/>
              </a:ext>
            </a:extLst>
          </p:cNvPr>
          <p:cNvCxnSpPr/>
          <p:nvPr/>
        </p:nvCxnSpPr>
        <p:spPr>
          <a:xfrm>
            <a:off x="5789016" y="1668905"/>
            <a:ext cx="2089053" cy="7034"/>
          </a:xfrm>
          <a:prstGeom prst="straightConnector1">
            <a:avLst/>
          </a:prstGeom>
          <a:ln w="19050">
            <a:headEnd type="arrow"/>
            <a:tailEnd type="arrow"/>
          </a:ln>
        </p:spPr>
        <p:style>
          <a:lnRef idx="1">
            <a:schemeClr val="accent1"/>
          </a:lnRef>
          <a:fillRef idx="0">
            <a:schemeClr val="accent1"/>
          </a:fillRef>
          <a:effectRef idx="0">
            <a:schemeClr val="accent1"/>
          </a:effectRef>
          <a:fontRef idx="minor">
            <a:schemeClr val="tx1"/>
          </a:fontRef>
        </p:style>
      </p:cxnSp>
      <p:graphicFrame>
        <p:nvGraphicFramePr>
          <p:cNvPr id="14" name="Table 13">
            <a:extLst>
              <a:ext uri="{FF2B5EF4-FFF2-40B4-BE49-F238E27FC236}">
                <a16:creationId xmlns:a16="http://schemas.microsoft.com/office/drawing/2014/main" id="{E691B472-96AB-D7D8-5730-66E6C845F465}"/>
              </a:ext>
            </a:extLst>
          </p:cNvPr>
          <p:cNvGraphicFramePr>
            <a:graphicFrameLocks noGrp="1"/>
          </p:cNvGraphicFramePr>
          <p:nvPr>
            <p:extLst>
              <p:ext uri="{D42A27DB-BD31-4B8C-83A1-F6EECF244321}">
                <p14:modId xmlns:p14="http://schemas.microsoft.com/office/powerpoint/2010/main" val="974848875"/>
              </p:ext>
            </p:extLst>
          </p:nvPr>
        </p:nvGraphicFramePr>
        <p:xfrm>
          <a:off x="5783929" y="2218520"/>
          <a:ext cx="2099226" cy="304800"/>
        </p:xfrm>
        <a:graphic>
          <a:graphicData uri="http://schemas.openxmlformats.org/drawingml/2006/table">
            <a:tbl>
              <a:tblPr/>
              <a:tblGrid>
                <a:gridCol w="349871">
                  <a:extLst>
                    <a:ext uri="{9D8B030D-6E8A-4147-A177-3AD203B41FA5}">
                      <a16:colId xmlns:a16="http://schemas.microsoft.com/office/drawing/2014/main" val="20000"/>
                    </a:ext>
                  </a:extLst>
                </a:gridCol>
                <a:gridCol w="349871">
                  <a:extLst>
                    <a:ext uri="{9D8B030D-6E8A-4147-A177-3AD203B41FA5}">
                      <a16:colId xmlns:a16="http://schemas.microsoft.com/office/drawing/2014/main" val="20001"/>
                    </a:ext>
                  </a:extLst>
                </a:gridCol>
                <a:gridCol w="349871">
                  <a:extLst>
                    <a:ext uri="{9D8B030D-6E8A-4147-A177-3AD203B41FA5}">
                      <a16:colId xmlns:a16="http://schemas.microsoft.com/office/drawing/2014/main" val="20002"/>
                    </a:ext>
                  </a:extLst>
                </a:gridCol>
                <a:gridCol w="349871">
                  <a:extLst>
                    <a:ext uri="{9D8B030D-6E8A-4147-A177-3AD203B41FA5}">
                      <a16:colId xmlns:a16="http://schemas.microsoft.com/office/drawing/2014/main" val="20003"/>
                    </a:ext>
                  </a:extLst>
                </a:gridCol>
                <a:gridCol w="349871">
                  <a:extLst>
                    <a:ext uri="{9D8B030D-6E8A-4147-A177-3AD203B41FA5}">
                      <a16:colId xmlns:a16="http://schemas.microsoft.com/office/drawing/2014/main" val="20004"/>
                    </a:ext>
                  </a:extLst>
                </a:gridCol>
                <a:gridCol w="349871">
                  <a:extLst>
                    <a:ext uri="{9D8B030D-6E8A-4147-A177-3AD203B41FA5}">
                      <a16:colId xmlns:a16="http://schemas.microsoft.com/office/drawing/2014/main" val="20005"/>
                    </a:ext>
                  </a:extLst>
                </a:gridCol>
              </a:tblGrid>
              <a:tr h="167258">
                <a:tc>
                  <a:txBody>
                    <a:bodyPr/>
                    <a:lstStyle/>
                    <a:p>
                      <a:pPr algn="ctr"/>
                      <a:r>
                        <a:rPr lang="en-US" dirty="0"/>
                        <a:t>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3</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4</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5</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cxnSp>
        <p:nvCxnSpPr>
          <p:cNvPr id="15" name="Straight Arrow Connector 14">
            <a:extLst>
              <a:ext uri="{FF2B5EF4-FFF2-40B4-BE49-F238E27FC236}">
                <a16:creationId xmlns:a16="http://schemas.microsoft.com/office/drawing/2014/main" id="{6C69F9F1-2FA1-70B2-5F99-A9BF60F83E61}"/>
              </a:ext>
            </a:extLst>
          </p:cNvPr>
          <p:cNvCxnSpPr/>
          <p:nvPr/>
        </p:nvCxnSpPr>
        <p:spPr>
          <a:xfrm rot="5400000" flipH="1" flipV="1">
            <a:off x="5816266" y="2652652"/>
            <a:ext cx="259459" cy="794"/>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EF39949A-457C-36F2-C213-7C77D7561F41}"/>
              </a:ext>
            </a:extLst>
          </p:cNvPr>
          <p:cNvCxnSpPr/>
          <p:nvPr/>
        </p:nvCxnSpPr>
        <p:spPr>
          <a:xfrm rot="5400000" flipH="1" flipV="1">
            <a:off x="6902576" y="2652651"/>
            <a:ext cx="259459" cy="794"/>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17" name="Table 16">
            <a:extLst>
              <a:ext uri="{FF2B5EF4-FFF2-40B4-BE49-F238E27FC236}">
                <a16:creationId xmlns:a16="http://schemas.microsoft.com/office/drawing/2014/main" id="{065EBA67-F80C-3854-D496-0D410A07134D}"/>
              </a:ext>
            </a:extLst>
          </p:cNvPr>
          <p:cNvGraphicFramePr>
            <a:graphicFrameLocks noGrp="1"/>
          </p:cNvGraphicFramePr>
          <p:nvPr>
            <p:extLst>
              <p:ext uri="{D42A27DB-BD31-4B8C-83A1-F6EECF244321}">
                <p14:modId xmlns:p14="http://schemas.microsoft.com/office/powerpoint/2010/main" val="399985505"/>
              </p:ext>
            </p:extLst>
          </p:nvPr>
        </p:nvGraphicFramePr>
        <p:xfrm>
          <a:off x="1939063" y="3533741"/>
          <a:ext cx="2099226" cy="395276"/>
        </p:xfrm>
        <a:graphic>
          <a:graphicData uri="http://schemas.openxmlformats.org/drawingml/2006/table">
            <a:tbl>
              <a:tblPr/>
              <a:tblGrid>
                <a:gridCol w="349871">
                  <a:extLst>
                    <a:ext uri="{9D8B030D-6E8A-4147-A177-3AD203B41FA5}">
                      <a16:colId xmlns:a16="http://schemas.microsoft.com/office/drawing/2014/main" val="20000"/>
                    </a:ext>
                  </a:extLst>
                </a:gridCol>
                <a:gridCol w="349871">
                  <a:extLst>
                    <a:ext uri="{9D8B030D-6E8A-4147-A177-3AD203B41FA5}">
                      <a16:colId xmlns:a16="http://schemas.microsoft.com/office/drawing/2014/main" val="20001"/>
                    </a:ext>
                  </a:extLst>
                </a:gridCol>
                <a:gridCol w="349871">
                  <a:extLst>
                    <a:ext uri="{9D8B030D-6E8A-4147-A177-3AD203B41FA5}">
                      <a16:colId xmlns:a16="http://schemas.microsoft.com/office/drawing/2014/main" val="20002"/>
                    </a:ext>
                  </a:extLst>
                </a:gridCol>
                <a:gridCol w="349871">
                  <a:extLst>
                    <a:ext uri="{9D8B030D-6E8A-4147-A177-3AD203B41FA5}">
                      <a16:colId xmlns:a16="http://schemas.microsoft.com/office/drawing/2014/main" val="20003"/>
                    </a:ext>
                  </a:extLst>
                </a:gridCol>
                <a:gridCol w="349871">
                  <a:extLst>
                    <a:ext uri="{9D8B030D-6E8A-4147-A177-3AD203B41FA5}">
                      <a16:colId xmlns:a16="http://schemas.microsoft.com/office/drawing/2014/main" val="20004"/>
                    </a:ext>
                  </a:extLst>
                </a:gridCol>
                <a:gridCol w="349871">
                  <a:extLst>
                    <a:ext uri="{9D8B030D-6E8A-4147-A177-3AD203B41FA5}">
                      <a16:colId xmlns:a16="http://schemas.microsoft.com/office/drawing/2014/main" val="20005"/>
                    </a:ext>
                  </a:extLst>
                </a:gridCol>
              </a:tblGrid>
              <a:tr h="395276">
                <a:tc>
                  <a:txBody>
                    <a:bodyPr/>
                    <a:lstStyle/>
                    <a:p>
                      <a:pPr algn="ctr"/>
                      <a:r>
                        <a:rPr lang="en-US" b="1" dirty="0">
                          <a:solidFill>
                            <a:srgbClr val="FF0000"/>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1" dirty="0">
                          <a:solidFill>
                            <a:srgbClr val="00B0F0"/>
                          </a:solidFill>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1" dirty="0">
                          <a:solidFill>
                            <a:srgbClr val="00B0F0"/>
                          </a:solidFill>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1" dirty="0">
                          <a:solidFill>
                            <a:srgbClr val="00B0F0"/>
                          </a:solidFill>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1" dirty="0">
                          <a:solidFill>
                            <a:srgbClr val="00B0F0"/>
                          </a:solidFill>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1" dirty="0">
                          <a:solidFill>
                            <a:srgbClr val="00B0F0"/>
                          </a:solidFill>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cxnSp>
        <p:nvCxnSpPr>
          <p:cNvPr id="18" name="Straight Arrow Connector 17">
            <a:extLst>
              <a:ext uri="{FF2B5EF4-FFF2-40B4-BE49-F238E27FC236}">
                <a16:creationId xmlns:a16="http://schemas.microsoft.com/office/drawing/2014/main" id="{C9742D44-3D40-C587-8976-C9341B9F98C1}"/>
              </a:ext>
            </a:extLst>
          </p:cNvPr>
          <p:cNvCxnSpPr/>
          <p:nvPr/>
        </p:nvCxnSpPr>
        <p:spPr>
          <a:xfrm>
            <a:off x="1944150" y="3417063"/>
            <a:ext cx="358717" cy="3"/>
          </a:xfrm>
          <a:prstGeom prst="straightConnector1">
            <a:avLst/>
          </a:prstGeom>
          <a:ln w="1905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BB0B7153-3FB9-2145-5C5F-F663C619D8A6}"/>
              </a:ext>
            </a:extLst>
          </p:cNvPr>
          <p:cNvCxnSpPr/>
          <p:nvPr/>
        </p:nvCxnSpPr>
        <p:spPr>
          <a:xfrm flipV="1">
            <a:off x="2348974" y="3417458"/>
            <a:ext cx="1669458" cy="11733"/>
          </a:xfrm>
          <a:prstGeom prst="straightConnector1">
            <a:avLst/>
          </a:prstGeom>
          <a:ln w="19050">
            <a:headEnd type="arrow"/>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B1320A80-064D-D523-FAB1-817BB2387710}"/>
              </a:ext>
            </a:extLst>
          </p:cNvPr>
          <p:cNvCxnSpPr/>
          <p:nvPr/>
        </p:nvCxnSpPr>
        <p:spPr>
          <a:xfrm>
            <a:off x="1933977" y="3415123"/>
            <a:ext cx="358717" cy="3"/>
          </a:xfrm>
          <a:prstGeom prst="straightConnector1">
            <a:avLst/>
          </a:prstGeom>
          <a:ln w="1905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graphicFrame>
        <p:nvGraphicFramePr>
          <p:cNvPr id="21" name="Table 20">
            <a:extLst>
              <a:ext uri="{FF2B5EF4-FFF2-40B4-BE49-F238E27FC236}">
                <a16:creationId xmlns:a16="http://schemas.microsoft.com/office/drawing/2014/main" id="{D26570FB-8D1C-3558-384D-21F3E308E267}"/>
              </a:ext>
            </a:extLst>
          </p:cNvPr>
          <p:cNvGraphicFramePr>
            <a:graphicFrameLocks noGrp="1"/>
          </p:cNvGraphicFramePr>
          <p:nvPr>
            <p:extLst>
              <p:ext uri="{D42A27DB-BD31-4B8C-83A1-F6EECF244321}">
                <p14:modId xmlns:p14="http://schemas.microsoft.com/office/powerpoint/2010/main" val="3003117831"/>
              </p:ext>
            </p:extLst>
          </p:nvPr>
        </p:nvGraphicFramePr>
        <p:xfrm>
          <a:off x="5778843" y="3547225"/>
          <a:ext cx="2099226" cy="395276"/>
        </p:xfrm>
        <a:graphic>
          <a:graphicData uri="http://schemas.openxmlformats.org/drawingml/2006/table">
            <a:tbl>
              <a:tblPr/>
              <a:tblGrid>
                <a:gridCol w="349871">
                  <a:extLst>
                    <a:ext uri="{9D8B030D-6E8A-4147-A177-3AD203B41FA5}">
                      <a16:colId xmlns:a16="http://schemas.microsoft.com/office/drawing/2014/main" val="20000"/>
                    </a:ext>
                  </a:extLst>
                </a:gridCol>
                <a:gridCol w="349871">
                  <a:extLst>
                    <a:ext uri="{9D8B030D-6E8A-4147-A177-3AD203B41FA5}">
                      <a16:colId xmlns:a16="http://schemas.microsoft.com/office/drawing/2014/main" val="20001"/>
                    </a:ext>
                  </a:extLst>
                </a:gridCol>
                <a:gridCol w="349871">
                  <a:extLst>
                    <a:ext uri="{9D8B030D-6E8A-4147-A177-3AD203B41FA5}">
                      <a16:colId xmlns:a16="http://schemas.microsoft.com/office/drawing/2014/main" val="20002"/>
                    </a:ext>
                  </a:extLst>
                </a:gridCol>
                <a:gridCol w="349871">
                  <a:extLst>
                    <a:ext uri="{9D8B030D-6E8A-4147-A177-3AD203B41FA5}">
                      <a16:colId xmlns:a16="http://schemas.microsoft.com/office/drawing/2014/main" val="20003"/>
                    </a:ext>
                  </a:extLst>
                </a:gridCol>
                <a:gridCol w="349871">
                  <a:extLst>
                    <a:ext uri="{9D8B030D-6E8A-4147-A177-3AD203B41FA5}">
                      <a16:colId xmlns:a16="http://schemas.microsoft.com/office/drawing/2014/main" val="20004"/>
                    </a:ext>
                  </a:extLst>
                </a:gridCol>
                <a:gridCol w="349871">
                  <a:extLst>
                    <a:ext uri="{9D8B030D-6E8A-4147-A177-3AD203B41FA5}">
                      <a16:colId xmlns:a16="http://schemas.microsoft.com/office/drawing/2014/main" val="20005"/>
                    </a:ext>
                  </a:extLst>
                </a:gridCol>
              </a:tblGrid>
              <a:tr h="395276">
                <a:tc>
                  <a:txBody>
                    <a:bodyPr/>
                    <a:lstStyle/>
                    <a:p>
                      <a:pPr algn="ctr"/>
                      <a:r>
                        <a:rPr lang="en-US" b="1" dirty="0">
                          <a:solidFill>
                            <a:srgbClr val="FF0000"/>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1" dirty="0">
                          <a:solidFill>
                            <a:srgbClr val="FF0000"/>
                          </a:solidFill>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1" dirty="0">
                          <a:solidFill>
                            <a:srgbClr val="00B0F0"/>
                          </a:solidFill>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1" dirty="0">
                          <a:solidFill>
                            <a:srgbClr val="00B0F0"/>
                          </a:solidFill>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1" dirty="0">
                          <a:solidFill>
                            <a:srgbClr val="00B0F0"/>
                          </a:solidFill>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1" dirty="0">
                          <a:solidFill>
                            <a:srgbClr val="00B0F0"/>
                          </a:solidFill>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cxnSp>
        <p:nvCxnSpPr>
          <p:cNvPr id="22" name="Straight Arrow Connector 21">
            <a:extLst>
              <a:ext uri="{FF2B5EF4-FFF2-40B4-BE49-F238E27FC236}">
                <a16:creationId xmlns:a16="http://schemas.microsoft.com/office/drawing/2014/main" id="{B6C874BB-D0F7-156F-4CD0-FCFDAF75F361}"/>
              </a:ext>
            </a:extLst>
          </p:cNvPr>
          <p:cNvCxnSpPr/>
          <p:nvPr/>
        </p:nvCxnSpPr>
        <p:spPr>
          <a:xfrm flipV="1">
            <a:off x="6527479" y="3423324"/>
            <a:ext cx="1350590" cy="14077"/>
          </a:xfrm>
          <a:prstGeom prst="straightConnector1">
            <a:avLst/>
          </a:prstGeom>
          <a:ln w="19050">
            <a:headEnd type="arrow"/>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42F1F5B0-3E70-8773-A6E3-C7ED5F9A6CEB}"/>
              </a:ext>
            </a:extLst>
          </p:cNvPr>
          <p:cNvCxnSpPr/>
          <p:nvPr/>
        </p:nvCxnSpPr>
        <p:spPr>
          <a:xfrm>
            <a:off x="5783929" y="3415869"/>
            <a:ext cx="628357" cy="16413"/>
          </a:xfrm>
          <a:prstGeom prst="straightConnector1">
            <a:avLst/>
          </a:prstGeom>
          <a:ln w="1905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graphicFrame>
        <p:nvGraphicFramePr>
          <p:cNvPr id="24" name="Table 23">
            <a:extLst>
              <a:ext uri="{FF2B5EF4-FFF2-40B4-BE49-F238E27FC236}">
                <a16:creationId xmlns:a16="http://schemas.microsoft.com/office/drawing/2014/main" id="{87DBDA63-7E3A-F7A5-1CB7-7C5DF28EC2F4}"/>
              </a:ext>
            </a:extLst>
          </p:cNvPr>
          <p:cNvGraphicFramePr>
            <a:graphicFrameLocks noGrp="1"/>
          </p:cNvGraphicFramePr>
          <p:nvPr>
            <p:extLst>
              <p:ext uri="{D42A27DB-BD31-4B8C-83A1-F6EECF244321}">
                <p14:modId xmlns:p14="http://schemas.microsoft.com/office/powerpoint/2010/main" val="1239385181"/>
              </p:ext>
            </p:extLst>
          </p:nvPr>
        </p:nvGraphicFramePr>
        <p:xfrm>
          <a:off x="1933977" y="3970940"/>
          <a:ext cx="2099226" cy="304800"/>
        </p:xfrm>
        <a:graphic>
          <a:graphicData uri="http://schemas.openxmlformats.org/drawingml/2006/table">
            <a:tbl>
              <a:tblPr/>
              <a:tblGrid>
                <a:gridCol w="349871">
                  <a:extLst>
                    <a:ext uri="{9D8B030D-6E8A-4147-A177-3AD203B41FA5}">
                      <a16:colId xmlns:a16="http://schemas.microsoft.com/office/drawing/2014/main" val="20000"/>
                    </a:ext>
                  </a:extLst>
                </a:gridCol>
                <a:gridCol w="349871">
                  <a:extLst>
                    <a:ext uri="{9D8B030D-6E8A-4147-A177-3AD203B41FA5}">
                      <a16:colId xmlns:a16="http://schemas.microsoft.com/office/drawing/2014/main" val="20001"/>
                    </a:ext>
                  </a:extLst>
                </a:gridCol>
                <a:gridCol w="349871">
                  <a:extLst>
                    <a:ext uri="{9D8B030D-6E8A-4147-A177-3AD203B41FA5}">
                      <a16:colId xmlns:a16="http://schemas.microsoft.com/office/drawing/2014/main" val="20002"/>
                    </a:ext>
                  </a:extLst>
                </a:gridCol>
                <a:gridCol w="349871">
                  <a:extLst>
                    <a:ext uri="{9D8B030D-6E8A-4147-A177-3AD203B41FA5}">
                      <a16:colId xmlns:a16="http://schemas.microsoft.com/office/drawing/2014/main" val="20003"/>
                    </a:ext>
                  </a:extLst>
                </a:gridCol>
                <a:gridCol w="349871">
                  <a:extLst>
                    <a:ext uri="{9D8B030D-6E8A-4147-A177-3AD203B41FA5}">
                      <a16:colId xmlns:a16="http://schemas.microsoft.com/office/drawing/2014/main" val="20004"/>
                    </a:ext>
                  </a:extLst>
                </a:gridCol>
                <a:gridCol w="349871">
                  <a:extLst>
                    <a:ext uri="{9D8B030D-6E8A-4147-A177-3AD203B41FA5}">
                      <a16:colId xmlns:a16="http://schemas.microsoft.com/office/drawing/2014/main" val="20005"/>
                    </a:ext>
                  </a:extLst>
                </a:gridCol>
              </a:tblGrid>
              <a:tr h="167258">
                <a:tc>
                  <a:txBody>
                    <a:bodyPr/>
                    <a:lstStyle/>
                    <a:p>
                      <a:pPr algn="ctr"/>
                      <a:r>
                        <a:rPr lang="en-US" dirty="0"/>
                        <a:t>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3</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4</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5</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25" name="Table 24">
            <a:extLst>
              <a:ext uri="{FF2B5EF4-FFF2-40B4-BE49-F238E27FC236}">
                <a16:creationId xmlns:a16="http://schemas.microsoft.com/office/drawing/2014/main" id="{E5742B84-4C64-D12D-4534-B8441DAEA577}"/>
              </a:ext>
            </a:extLst>
          </p:cNvPr>
          <p:cNvGraphicFramePr>
            <a:graphicFrameLocks noGrp="1"/>
          </p:cNvGraphicFramePr>
          <p:nvPr>
            <p:extLst>
              <p:ext uri="{D42A27DB-BD31-4B8C-83A1-F6EECF244321}">
                <p14:modId xmlns:p14="http://schemas.microsoft.com/office/powerpoint/2010/main" val="3129613027"/>
              </p:ext>
            </p:extLst>
          </p:nvPr>
        </p:nvGraphicFramePr>
        <p:xfrm>
          <a:off x="5778843" y="3929017"/>
          <a:ext cx="2099226" cy="304800"/>
        </p:xfrm>
        <a:graphic>
          <a:graphicData uri="http://schemas.openxmlformats.org/drawingml/2006/table">
            <a:tbl>
              <a:tblPr/>
              <a:tblGrid>
                <a:gridCol w="349871">
                  <a:extLst>
                    <a:ext uri="{9D8B030D-6E8A-4147-A177-3AD203B41FA5}">
                      <a16:colId xmlns:a16="http://schemas.microsoft.com/office/drawing/2014/main" val="20000"/>
                    </a:ext>
                  </a:extLst>
                </a:gridCol>
                <a:gridCol w="349871">
                  <a:extLst>
                    <a:ext uri="{9D8B030D-6E8A-4147-A177-3AD203B41FA5}">
                      <a16:colId xmlns:a16="http://schemas.microsoft.com/office/drawing/2014/main" val="20001"/>
                    </a:ext>
                  </a:extLst>
                </a:gridCol>
                <a:gridCol w="349871">
                  <a:extLst>
                    <a:ext uri="{9D8B030D-6E8A-4147-A177-3AD203B41FA5}">
                      <a16:colId xmlns:a16="http://schemas.microsoft.com/office/drawing/2014/main" val="20002"/>
                    </a:ext>
                  </a:extLst>
                </a:gridCol>
                <a:gridCol w="349871">
                  <a:extLst>
                    <a:ext uri="{9D8B030D-6E8A-4147-A177-3AD203B41FA5}">
                      <a16:colId xmlns:a16="http://schemas.microsoft.com/office/drawing/2014/main" val="20003"/>
                    </a:ext>
                  </a:extLst>
                </a:gridCol>
                <a:gridCol w="349871">
                  <a:extLst>
                    <a:ext uri="{9D8B030D-6E8A-4147-A177-3AD203B41FA5}">
                      <a16:colId xmlns:a16="http://schemas.microsoft.com/office/drawing/2014/main" val="20004"/>
                    </a:ext>
                  </a:extLst>
                </a:gridCol>
                <a:gridCol w="349871">
                  <a:extLst>
                    <a:ext uri="{9D8B030D-6E8A-4147-A177-3AD203B41FA5}">
                      <a16:colId xmlns:a16="http://schemas.microsoft.com/office/drawing/2014/main" val="20005"/>
                    </a:ext>
                  </a:extLst>
                </a:gridCol>
              </a:tblGrid>
              <a:tr h="167258">
                <a:tc>
                  <a:txBody>
                    <a:bodyPr/>
                    <a:lstStyle/>
                    <a:p>
                      <a:pPr algn="ctr"/>
                      <a:r>
                        <a:rPr lang="en-US" dirty="0"/>
                        <a:t>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3</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4</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5</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cxnSp>
        <p:nvCxnSpPr>
          <p:cNvPr id="26" name="Straight Arrow Connector 25">
            <a:extLst>
              <a:ext uri="{FF2B5EF4-FFF2-40B4-BE49-F238E27FC236}">
                <a16:creationId xmlns:a16="http://schemas.microsoft.com/office/drawing/2014/main" id="{93E2AB7D-EC74-E741-CCB5-62EC3BC2C40B}"/>
              </a:ext>
            </a:extLst>
          </p:cNvPr>
          <p:cNvCxnSpPr/>
          <p:nvPr/>
        </p:nvCxnSpPr>
        <p:spPr>
          <a:xfrm rot="5400000" flipH="1" flipV="1">
            <a:off x="2342067" y="4378304"/>
            <a:ext cx="259459" cy="794"/>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9F32BE87-BD1B-2CB6-F65C-E45088B87AFE}"/>
              </a:ext>
            </a:extLst>
          </p:cNvPr>
          <p:cNvCxnSpPr/>
          <p:nvPr/>
        </p:nvCxnSpPr>
        <p:spPr>
          <a:xfrm rot="5400000" flipH="1" flipV="1">
            <a:off x="3053577" y="4363149"/>
            <a:ext cx="259459" cy="794"/>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601C64DD-56EC-B6F1-DC2A-37C3AD6D8927}"/>
              </a:ext>
            </a:extLst>
          </p:cNvPr>
          <p:cNvCxnSpPr/>
          <p:nvPr/>
        </p:nvCxnSpPr>
        <p:spPr>
          <a:xfrm rot="5400000" flipH="1" flipV="1">
            <a:off x="6507666" y="4335045"/>
            <a:ext cx="259459" cy="794"/>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FFF5FDB2-0E8E-6512-7468-09A1D35BFCF0}"/>
              </a:ext>
            </a:extLst>
          </p:cNvPr>
          <p:cNvCxnSpPr/>
          <p:nvPr/>
        </p:nvCxnSpPr>
        <p:spPr>
          <a:xfrm rot="5400000" flipH="1" flipV="1">
            <a:off x="7568822" y="4331180"/>
            <a:ext cx="259459" cy="794"/>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30" name="Google Shape;69;p13">
            <a:extLst>
              <a:ext uri="{FF2B5EF4-FFF2-40B4-BE49-F238E27FC236}">
                <a16:creationId xmlns:a16="http://schemas.microsoft.com/office/drawing/2014/main" id="{6AC1AFD3-728F-2CC6-EA0A-30156EDBC9CD}"/>
              </a:ext>
            </a:extLst>
          </p:cNvPr>
          <p:cNvSpPr/>
          <p:nvPr/>
        </p:nvSpPr>
        <p:spPr>
          <a:xfrm>
            <a:off x="1933977" y="4578713"/>
            <a:ext cx="1638887" cy="415498"/>
          </a:xfrm>
          <a:prstGeom prst="rect">
            <a:avLst/>
          </a:prstGeom>
          <a:noFill/>
          <a:ln>
            <a:noFill/>
          </a:ln>
        </p:spPr>
        <p:txBody>
          <a:bodyPr spcFirstLastPara="1" wrap="square" lIns="0" tIns="0" rIns="0" bIns="0" anchor="t" anchorCtr="0">
            <a:spAutoFit/>
          </a:bodyPr>
          <a:lstStyle/>
          <a:p>
            <a:pPr lvl="0">
              <a:lnSpc>
                <a:spcPct val="150000"/>
              </a:lnSpc>
              <a:buSzPts val="1800"/>
            </a:pPr>
            <a:r>
              <a:rPr lang="en-US" sz="1800" dirty="0">
                <a:solidFill>
                  <a:schemeClr val="dk1"/>
                </a:solidFill>
                <a:latin typeface="Consolas"/>
                <a:ea typeface="Consolas"/>
                <a:cs typeface="Consolas"/>
                <a:sym typeface="Consolas"/>
              </a:rPr>
              <a:t>Sorted Array:</a:t>
            </a:r>
            <a:endParaRPr dirty="0"/>
          </a:p>
        </p:txBody>
      </p:sp>
      <p:cxnSp>
        <p:nvCxnSpPr>
          <p:cNvPr id="31" name="Straight Arrow Connector 30">
            <a:extLst>
              <a:ext uri="{FF2B5EF4-FFF2-40B4-BE49-F238E27FC236}">
                <a16:creationId xmlns:a16="http://schemas.microsoft.com/office/drawing/2014/main" id="{30D699A5-5866-7BC1-1020-F908F11DFD57}"/>
              </a:ext>
            </a:extLst>
          </p:cNvPr>
          <p:cNvCxnSpPr/>
          <p:nvPr/>
        </p:nvCxnSpPr>
        <p:spPr>
          <a:xfrm>
            <a:off x="3684337" y="4831554"/>
            <a:ext cx="1373945" cy="2347"/>
          </a:xfrm>
          <a:prstGeom prst="straightConnector1">
            <a:avLst/>
          </a:prstGeom>
          <a:ln w="1905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lide(from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slide(from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8"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slide(from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55" presetClass="entr" presetSubtype="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p:cTn id="22" dur="1000" fill="hold"/>
                                        <p:tgtEl>
                                          <p:spTgt spid="8"/>
                                        </p:tgtEl>
                                        <p:attrNameLst>
                                          <p:attrName>ppt_w</p:attrName>
                                        </p:attrNameLst>
                                      </p:cBhvr>
                                      <p:tavLst>
                                        <p:tav tm="0">
                                          <p:val>
                                            <p:strVal val="#ppt_w*0.70"/>
                                          </p:val>
                                        </p:tav>
                                        <p:tav tm="100000">
                                          <p:val>
                                            <p:strVal val="#ppt_w"/>
                                          </p:val>
                                        </p:tav>
                                      </p:tavLst>
                                    </p:anim>
                                    <p:anim calcmode="lin" valueType="num">
                                      <p:cBhvr>
                                        <p:cTn id="23" dur="1000" fill="hold"/>
                                        <p:tgtEl>
                                          <p:spTgt spid="8"/>
                                        </p:tgtEl>
                                        <p:attrNameLst>
                                          <p:attrName>ppt_h</p:attrName>
                                        </p:attrNameLst>
                                      </p:cBhvr>
                                      <p:tavLst>
                                        <p:tav tm="0">
                                          <p:val>
                                            <p:strVal val="#ppt_h"/>
                                          </p:val>
                                        </p:tav>
                                        <p:tav tm="100000">
                                          <p:val>
                                            <p:strVal val="#ppt_h"/>
                                          </p:val>
                                        </p:tav>
                                      </p:tavLst>
                                    </p:anim>
                                    <p:animEffect transition="in" filter="fade">
                                      <p:cBhvr>
                                        <p:cTn id="24" dur="1000"/>
                                        <p:tgtEl>
                                          <p:spTgt spid="8"/>
                                        </p:tgtEl>
                                      </p:cBhvr>
                                    </p:animEffect>
                                  </p:childTnLst>
                                </p:cTn>
                              </p:par>
                            </p:childTnLst>
                          </p:cTn>
                        </p:par>
                        <p:par>
                          <p:cTn id="25" fill="hold">
                            <p:stCondLst>
                              <p:cond delay="1000"/>
                            </p:stCondLst>
                            <p:childTnLst>
                              <p:par>
                                <p:cTn id="26" presetID="55" presetClass="entr" presetSubtype="0" fill="hold" nodeType="afterEffect">
                                  <p:stCondLst>
                                    <p:cond delay="0"/>
                                  </p:stCondLst>
                                  <p:childTnLst>
                                    <p:set>
                                      <p:cBhvr>
                                        <p:cTn id="27" dur="1" fill="hold">
                                          <p:stCondLst>
                                            <p:cond delay="0"/>
                                          </p:stCondLst>
                                        </p:cTn>
                                        <p:tgtEl>
                                          <p:spTgt spid="9"/>
                                        </p:tgtEl>
                                        <p:attrNameLst>
                                          <p:attrName>style.visibility</p:attrName>
                                        </p:attrNameLst>
                                      </p:cBhvr>
                                      <p:to>
                                        <p:strVal val="visible"/>
                                      </p:to>
                                    </p:set>
                                    <p:anim calcmode="lin" valueType="num">
                                      <p:cBhvr>
                                        <p:cTn id="28" dur="1000" fill="hold"/>
                                        <p:tgtEl>
                                          <p:spTgt spid="9"/>
                                        </p:tgtEl>
                                        <p:attrNameLst>
                                          <p:attrName>ppt_w</p:attrName>
                                        </p:attrNameLst>
                                      </p:cBhvr>
                                      <p:tavLst>
                                        <p:tav tm="0">
                                          <p:val>
                                            <p:strVal val="#ppt_w*0.70"/>
                                          </p:val>
                                        </p:tav>
                                        <p:tav tm="100000">
                                          <p:val>
                                            <p:strVal val="#ppt_w"/>
                                          </p:val>
                                        </p:tav>
                                      </p:tavLst>
                                    </p:anim>
                                    <p:anim calcmode="lin" valueType="num">
                                      <p:cBhvr>
                                        <p:cTn id="29" dur="1000" fill="hold"/>
                                        <p:tgtEl>
                                          <p:spTgt spid="9"/>
                                        </p:tgtEl>
                                        <p:attrNameLst>
                                          <p:attrName>ppt_h</p:attrName>
                                        </p:attrNameLst>
                                      </p:cBhvr>
                                      <p:tavLst>
                                        <p:tav tm="0">
                                          <p:val>
                                            <p:strVal val="#ppt_h"/>
                                          </p:val>
                                        </p:tav>
                                        <p:tav tm="100000">
                                          <p:val>
                                            <p:strVal val="#ppt_h"/>
                                          </p:val>
                                        </p:tav>
                                      </p:tavLst>
                                    </p:anim>
                                    <p:animEffect transition="in" filter="fade">
                                      <p:cBhvr>
                                        <p:cTn id="30" dur="1000"/>
                                        <p:tgtEl>
                                          <p:spTgt spid="9"/>
                                        </p:tgtEl>
                                      </p:cBhvr>
                                    </p:animEffect>
                                  </p:childTnLst>
                                </p:cTn>
                              </p:par>
                            </p:childTnLst>
                          </p:cTn>
                        </p:par>
                      </p:childTnLst>
                    </p:cTn>
                  </p:par>
                  <p:par>
                    <p:cTn id="31" fill="hold">
                      <p:stCondLst>
                        <p:cond delay="indefinite"/>
                      </p:stCondLst>
                      <p:childTnLst>
                        <p:par>
                          <p:cTn id="32" fill="hold">
                            <p:stCondLst>
                              <p:cond delay="0"/>
                            </p:stCondLst>
                            <p:childTnLst>
                              <p:par>
                                <p:cTn id="33" presetID="12" presetClass="entr" presetSubtype="1" fill="hold"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slide(fromTop)">
                                      <p:cBhvr>
                                        <p:cTn id="35" dur="500"/>
                                        <p:tgtEl>
                                          <p:spTgt spid="10"/>
                                        </p:tgtEl>
                                      </p:cBhvr>
                                    </p:animEffect>
                                  </p:childTnLst>
                                </p:cTn>
                              </p:par>
                            </p:childTnLst>
                          </p:cTn>
                        </p:par>
                      </p:childTnLst>
                    </p:cTn>
                  </p:par>
                  <p:par>
                    <p:cTn id="36" fill="hold">
                      <p:stCondLst>
                        <p:cond delay="indefinite"/>
                      </p:stCondLst>
                      <p:childTnLst>
                        <p:par>
                          <p:cTn id="37" fill="hold">
                            <p:stCondLst>
                              <p:cond delay="0"/>
                            </p:stCondLst>
                            <p:childTnLst>
                              <p:par>
                                <p:cTn id="38" presetID="12" presetClass="entr" presetSubtype="8" fill="hold" grpId="0" nodeType="click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slide(fromLeft)">
                                      <p:cBhvr>
                                        <p:cTn id="40" dur="500"/>
                                        <p:tgtEl>
                                          <p:spTgt spid="11"/>
                                        </p:tgtEl>
                                      </p:cBhvr>
                                    </p:animEffect>
                                  </p:childTnLst>
                                </p:cTn>
                              </p:par>
                            </p:childTnLst>
                          </p:cTn>
                        </p:par>
                      </p:childTnLst>
                    </p:cTn>
                  </p:par>
                  <p:par>
                    <p:cTn id="41" fill="hold">
                      <p:stCondLst>
                        <p:cond delay="indefinite"/>
                      </p:stCondLst>
                      <p:childTnLst>
                        <p:par>
                          <p:cTn id="42" fill="hold">
                            <p:stCondLst>
                              <p:cond delay="0"/>
                            </p:stCondLst>
                            <p:childTnLst>
                              <p:par>
                                <p:cTn id="43" presetID="55" presetClass="entr" presetSubtype="0" fill="hold" nodeType="clickEffect">
                                  <p:stCondLst>
                                    <p:cond delay="0"/>
                                  </p:stCondLst>
                                  <p:childTnLst>
                                    <p:set>
                                      <p:cBhvr>
                                        <p:cTn id="44" dur="1" fill="hold">
                                          <p:stCondLst>
                                            <p:cond delay="0"/>
                                          </p:stCondLst>
                                        </p:cTn>
                                        <p:tgtEl>
                                          <p:spTgt spid="12"/>
                                        </p:tgtEl>
                                        <p:attrNameLst>
                                          <p:attrName>style.visibility</p:attrName>
                                        </p:attrNameLst>
                                      </p:cBhvr>
                                      <p:to>
                                        <p:strVal val="visible"/>
                                      </p:to>
                                    </p:set>
                                    <p:anim calcmode="lin" valueType="num">
                                      <p:cBhvr>
                                        <p:cTn id="45" dur="1000" fill="hold"/>
                                        <p:tgtEl>
                                          <p:spTgt spid="12"/>
                                        </p:tgtEl>
                                        <p:attrNameLst>
                                          <p:attrName>ppt_w</p:attrName>
                                        </p:attrNameLst>
                                      </p:cBhvr>
                                      <p:tavLst>
                                        <p:tav tm="0">
                                          <p:val>
                                            <p:strVal val="#ppt_w*0.70"/>
                                          </p:val>
                                        </p:tav>
                                        <p:tav tm="100000">
                                          <p:val>
                                            <p:strVal val="#ppt_w"/>
                                          </p:val>
                                        </p:tav>
                                      </p:tavLst>
                                    </p:anim>
                                    <p:anim calcmode="lin" valueType="num">
                                      <p:cBhvr>
                                        <p:cTn id="46" dur="1000" fill="hold"/>
                                        <p:tgtEl>
                                          <p:spTgt spid="12"/>
                                        </p:tgtEl>
                                        <p:attrNameLst>
                                          <p:attrName>ppt_h</p:attrName>
                                        </p:attrNameLst>
                                      </p:cBhvr>
                                      <p:tavLst>
                                        <p:tav tm="0">
                                          <p:val>
                                            <p:strVal val="#ppt_h"/>
                                          </p:val>
                                        </p:tav>
                                        <p:tav tm="100000">
                                          <p:val>
                                            <p:strVal val="#ppt_h"/>
                                          </p:val>
                                        </p:tav>
                                      </p:tavLst>
                                    </p:anim>
                                    <p:animEffect transition="in" filter="fade">
                                      <p:cBhvr>
                                        <p:cTn id="47" dur="1000"/>
                                        <p:tgtEl>
                                          <p:spTgt spid="12"/>
                                        </p:tgtEl>
                                      </p:cBhvr>
                                    </p:animEffect>
                                  </p:childTnLst>
                                </p:cTn>
                              </p:par>
                            </p:childTnLst>
                          </p:cTn>
                        </p:par>
                        <p:par>
                          <p:cTn id="48" fill="hold">
                            <p:stCondLst>
                              <p:cond delay="1000"/>
                            </p:stCondLst>
                            <p:childTnLst>
                              <p:par>
                                <p:cTn id="49" presetID="55" presetClass="entr" presetSubtype="0" fill="hold" nodeType="afterEffect">
                                  <p:stCondLst>
                                    <p:cond delay="0"/>
                                  </p:stCondLst>
                                  <p:childTnLst>
                                    <p:set>
                                      <p:cBhvr>
                                        <p:cTn id="50" dur="1" fill="hold">
                                          <p:stCondLst>
                                            <p:cond delay="0"/>
                                          </p:stCondLst>
                                        </p:cTn>
                                        <p:tgtEl>
                                          <p:spTgt spid="13"/>
                                        </p:tgtEl>
                                        <p:attrNameLst>
                                          <p:attrName>style.visibility</p:attrName>
                                        </p:attrNameLst>
                                      </p:cBhvr>
                                      <p:to>
                                        <p:strVal val="visible"/>
                                      </p:to>
                                    </p:set>
                                    <p:anim calcmode="lin" valueType="num">
                                      <p:cBhvr>
                                        <p:cTn id="51" dur="1000" fill="hold"/>
                                        <p:tgtEl>
                                          <p:spTgt spid="13"/>
                                        </p:tgtEl>
                                        <p:attrNameLst>
                                          <p:attrName>ppt_w</p:attrName>
                                        </p:attrNameLst>
                                      </p:cBhvr>
                                      <p:tavLst>
                                        <p:tav tm="0">
                                          <p:val>
                                            <p:strVal val="#ppt_w*0.70"/>
                                          </p:val>
                                        </p:tav>
                                        <p:tav tm="100000">
                                          <p:val>
                                            <p:strVal val="#ppt_w"/>
                                          </p:val>
                                        </p:tav>
                                      </p:tavLst>
                                    </p:anim>
                                    <p:anim calcmode="lin" valueType="num">
                                      <p:cBhvr>
                                        <p:cTn id="52" dur="1000" fill="hold"/>
                                        <p:tgtEl>
                                          <p:spTgt spid="13"/>
                                        </p:tgtEl>
                                        <p:attrNameLst>
                                          <p:attrName>ppt_h</p:attrName>
                                        </p:attrNameLst>
                                      </p:cBhvr>
                                      <p:tavLst>
                                        <p:tav tm="0">
                                          <p:val>
                                            <p:strVal val="#ppt_h"/>
                                          </p:val>
                                        </p:tav>
                                        <p:tav tm="100000">
                                          <p:val>
                                            <p:strVal val="#ppt_h"/>
                                          </p:val>
                                        </p:tav>
                                      </p:tavLst>
                                    </p:anim>
                                    <p:animEffect transition="in" filter="fade">
                                      <p:cBhvr>
                                        <p:cTn id="53" dur="1000"/>
                                        <p:tgtEl>
                                          <p:spTgt spid="13"/>
                                        </p:tgtEl>
                                      </p:cBhvr>
                                    </p:animEffect>
                                  </p:childTnLst>
                                </p:cTn>
                              </p:par>
                            </p:childTnLst>
                          </p:cTn>
                        </p:par>
                      </p:childTnLst>
                    </p:cTn>
                  </p:par>
                  <p:par>
                    <p:cTn id="54" fill="hold">
                      <p:stCondLst>
                        <p:cond delay="indefinite"/>
                      </p:stCondLst>
                      <p:childTnLst>
                        <p:par>
                          <p:cTn id="55" fill="hold">
                            <p:stCondLst>
                              <p:cond delay="0"/>
                            </p:stCondLst>
                            <p:childTnLst>
                              <p:par>
                                <p:cTn id="56" presetID="12" presetClass="entr" presetSubtype="1" fill="hold" nodeType="clickEffect">
                                  <p:stCondLst>
                                    <p:cond delay="0"/>
                                  </p:stCondLst>
                                  <p:childTnLst>
                                    <p:set>
                                      <p:cBhvr>
                                        <p:cTn id="57" dur="1" fill="hold">
                                          <p:stCondLst>
                                            <p:cond delay="0"/>
                                          </p:stCondLst>
                                        </p:cTn>
                                        <p:tgtEl>
                                          <p:spTgt spid="14"/>
                                        </p:tgtEl>
                                        <p:attrNameLst>
                                          <p:attrName>style.visibility</p:attrName>
                                        </p:attrNameLst>
                                      </p:cBhvr>
                                      <p:to>
                                        <p:strVal val="visible"/>
                                      </p:to>
                                    </p:set>
                                    <p:animEffect transition="in" filter="slide(fromTop)">
                                      <p:cBhvr>
                                        <p:cTn id="58" dur="500"/>
                                        <p:tgtEl>
                                          <p:spTgt spid="14"/>
                                        </p:tgtEl>
                                      </p:cBhvr>
                                    </p:animEffect>
                                  </p:childTnLst>
                                </p:cTn>
                              </p:par>
                            </p:childTnLst>
                          </p:cTn>
                        </p:par>
                      </p:childTnLst>
                    </p:cTn>
                  </p:par>
                  <p:par>
                    <p:cTn id="59" fill="hold">
                      <p:stCondLst>
                        <p:cond delay="indefinite"/>
                      </p:stCondLst>
                      <p:childTnLst>
                        <p:par>
                          <p:cTn id="60" fill="hold">
                            <p:stCondLst>
                              <p:cond delay="0"/>
                            </p:stCondLst>
                            <p:childTnLst>
                              <p:par>
                                <p:cTn id="61" presetID="4" presetClass="entr" presetSubtype="16" repeatCount="indefinite" fill="hold" nodeType="clickEffect">
                                  <p:stCondLst>
                                    <p:cond delay="0"/>
                                  </p:stCondLst>
                                  <p:endCondLst>
                                    <p:cond evt="onNext" delay="0">
                                      <p:tgtEl>
                                        <p:sldTgt/>
                                      </p:tgtEl>
                                    </p:cond>
                                  </p:endCondLst>
                                  <p:childTnLst>
                                    <p:set>
                                      <p:cBhvr>
                                        <p:cTn id="62" dur="1" fill="hold">
                                          <p:stCondLst>
                                            <p:cond delay="0"/>
                                          </p:stCondLst>
                                        </p:cTn>
                                        <p:tgtEl>
                                          <p:spTgt spid="15"/>
                                        </p:tgtEl>
                                        <p:attrNameLst>
                                          <p:attrName>style.visibility</p:attrName>
                                        </p:attrNameLst>
                                      </p:cBhvr>
                                      <p:to>
                                        <p:strVal val="visible"/>
                                      </p:to>
                                    </p:set>
                                    <p:animEffect transition="in" filter="box(in)">
                                      <p:cBhvr>
                                        <p:cTn id="63" dur="500"/>
                                        <p:tgtEl>
                                          <p:spTgt spid="15"/>
                                        </p:tgtEl>
                                      </p:cBhvr>
                                    </p:animEffect>
                                  </p:childTnLst>
                                </p:cTn>
                              </p:par>
                            </p:childTnLst>
                          </p:cTn>
                        </p:par>
                      </p:childTnLst>
                    </p:cTn>
                  </p:par>
                  <p:par>
                    <p:cTn id="64" fill="hold">
                      <p:stCondLst>
                        <p:cond delay="indefinite"/>
                      </p:stCondLst>
                      <p:childTnLst>
                        <p:par>
                          <p:cTn id="65" fill="hold">
                            <p:stCondLst>
                              <p:cond delay="0"/>
                            </p:stCondLst>
                            <p:childTnLst>
                              <p:par>
                                <p:cTn id="66" presetID="4" presetClass="entr" presetSubtype="16" repeatCount="indefinite" fill="hold" nodeType="clickEffect">
                                  <p:stCondLst>
                                    <p:cond delay="0"/>
                                  </p:stCondLst>
                                  <p:endCondLst>
                                    <p:cond evt="onNext" delay="0">
                                      <p:tgtEl>
                                        <p:sldTgt/>
                                      </p:tgtEl>
                                    </p:cond>
                                  </p:endCondLst>
                                  <p:childTnLst>
                                    <p:set>
                                      <p:cBhvr>
                                        <p:cTn id="67" dur="1" fill="hold">
                                          <p:stCondLst>
                                            <p:cond delay="0"/>
                                          </p:stCondLst>
                                        </p:cTn>
                                        <p:tgtEl>
                                          <p:spTgt spid="16"/>
                                        </p:tgtEl>
                                        <p:attrNameLst>
                                          <p:attrName>style.visibility</p:attrName>
                                        </p:attrNameLst>
                                      </p:cBhvr>
                                      <p:to>
                                        <p:strVal val="visible"/>
                                      </p:to>
                                    </p:set>
                                    <p:animEffect transition="in" filter="box(in)">
                                      <p:cBhvr>
                                        <p:cTn id="68" dur="500"/>
                                        <p:tgtEl>
                                          <p:spTgt spid="16"/>
                                        </p:tgtEl>
                                      </p:cBhvr>
                                    </p:animEffect>
                                  </p:childTnLst>
                                </p:cTn>
                              </p:par>
                            </p:childTnLst>
                          </p:cTn>
                        </p:par>
                      </p:childTnLst>
                    </p:cTn>
                  </p:par>
                  <p:par>
                    <p:cTn id="69" fill="hold">
                      <p:stCondLst>
                        <p:cond delay="indefinite"/>
                      </p:stCondLst>
                      <p:childTnLst>
                        <p:par>
                          <p:cTn id="70" fill="hold">
                            <p:stCondLst>
                              <p:cond delay="0"/>
                            </p:stCondLst>
                            <p:childTnLst>
                              <p:par>
                                <p:cTn id="71" presetID="55" presetClass="entr" presetSubtype="0" fill="hold" nodeType="clickEffect">
                                  <p:stCondLst>
                                    <p:cond delay="0"/>
                                  </p:stCondLst>
                                  <p:childTnLst>
                                    <p:set>
                                      <p:cBhvr>
                                        <p:cTn id="72" dur="1" fill="hold">
                                          <p:stCondLst>
                                            <p:cond delay="0"/>
                                          </p:stCondLst>
                                        </p:cTn>
                                        <p:tgtEl>
                                          <p:spTgt spid="17"/>
                                        </p:tgtEl>
                                        <p:attrNameLst>
                                          <p:attrName>style.visibility</p:attrName>
                                        </p:attrNameLst>
                                      </p:cBhvr>
                                      <p:to>
                                        <p:strVal val="visible"/>
                                      </p:to>
                                    </p:set>
                                    <p:anim calcmode="lin" valueType="num">
                                      <p:cBhvr>
                                        <p:cTn id="73" dur="1000" fill="hold"/>
                                        <p:tgtEl>
                                          <p:spTgt spid="17"/>
                                        </p:tgtEl>
                                        <p:attrNameLst>
                                          <p:attrName>ppt_w</p:attrName>
                                        </p:attrNameLst>
                                      </p:cBhvr>
                                      <p:tavLst>
                                        <p:tav tm="0">
                                          <p:val>
                                            <p:strVal val="#ppt_w*0.70"/>
                                          </p:val>
                                        </p:tav>
                                        <p:tav tm="100000">
                                          <p:val>
                                            <p:strVal val="#ppt_w"/>
                                          </p:val>
                                        </p:tav>
                                      </p:tavLst>
                                    </p:anim>
                                    <p:anim calcmode="lin" valueType="num">
                                      <p:cBhvr>
                                        <p:cTn id="74" dur="1000" fill="hold"/>
                                        <p:tgtEl>
                                          <p:spTgt spid="17"/>
                                        </p:tgtEl>
                                        <p:attrNameLst>
                                          <p:attrName>ppt_h</p:attrName>
                                        </p:attrNameLst>
                                      </p:cBhvr>
                                      <p:tavLst>
                                        <p:tav tm="0">
                                          <p:val>
                                            <p:strVal val="#ppt_h"/>
                                          </p:val>
                                        </p:tav>
                                        <p:tav tm="100000">
                                          <p:val>
                                            <p:strVal val="#ppt_h"/>
                                          </p:val>
                                        </p:tav>
                                      </p:tavLst>
                                    </p:anim>
                                    <p:animEffect transition="in" filter="fade">
                                      <p:cBhvr>
                                        <p:cTn id="75" dur="1000"/>
                                        <p:tgtEl>
                                          <p:spTgt spid="17"/>
                                        </p:tgtEl>
                                      </p:cBhvr>
                                    </p:animEffect>
                                  </p:childTnLst>
                                </p:cTn>
                              </p:par>
                            </p:childTnLst>
                          </p:cTn>
                        </p:par>
                        <p:par>
                          <p:cTn id="76" fill="hold">
                            <p:stCondLst>
                              <p:cond delay="1000"/>
                            </p:stCondLst>
                            <p:childTnLst>
                              <p:par>
                                <p:cTn id="77" presetID="55" presetClass="entr" presetSubtype="0" fill="hold" nodeType="afterEffect">
                                  <p:stCondLst>
                                    <p:cond delay="0"/>
                                  </p:stCondLst>
                                  <p:childTnLst>
                                    <p:set>
                                      <p:cBhvr>
                                        <p:cTn id="78" dur="1" fill="hold">
                                          <p:stCondLst>
                                            <p:cond delay="0"/>
                                          </p:stCondLst>
                                        </p:cTn>
                                        <p:tgtEl>
                                          <p:spTgt spid="18"/>
                                        </p:tgtEl>
                                        <p:attrNameLst>
                                          <p:attrName>style.visibility</p:attrName>
                                        </p:attrNameLst>
                                      </p:cBhvr>
                                      <p:to>
                                        <p:strVal val="visible"/>
                                      </p:to>
                                    </p:set>
                                    <p:anim calcmode="lin" valueType="num">
                                      <p:cBhvr>
                                        <p:cTn id="79" dur="1000" fill="hold"/>
                                        <p:tgtEl>
                                          <p:spTgt spid="18"/>
                                        </p:tgtEl>
                                        <p:attrNameLst>
                                          <p:attrName>ppt_w</p:attrName>
                                        </p:attrNameLst>
                                      </p:cBhvr>
                                      <p:tavLst>
                                        <p:tav tm="0">
                                          <p:val>
                                            <p:strVal val="#ppt_w*0.70"/>
                                          </p:val>
                                        </p:tav>
                                        <p:tav tm="100000">
                                          <p:val>
                                            <p:strVal val="#ppt_w"/>
                                          </p:val>
                                        </p:tav>
                                      </p:tavLst>
                                    </p:anim>
                                    <p:anim calcmode="lin" valueType="num">
                                      <p:cBhvr>
                                        <p:cTn id="80" dur="1000" fill="hold"/>
                                        <p:tgtEl>
                                          <p:spTgt spid="18"/>
                                        </p:tgtEl>
                                        <p:attrNameLst>
                                          <p:attrName>ppt_h</p:attrName>
                                        </p:attrNameLst>
                                      </p:cBhvr>
                                      <p:tavLst>
                                        <p:tav tm="0">
                                          <p:val>
                                            <p:strVal val="#ppt_h"/>
                                          </p:val>
                                        </p:tav>
                                        <p:tav tm="100000">
                                          <p:val>
                                            <p:strVal val="#ppt_h"/>
                                          </p:val>
                                        </p:tav>
                                      </p:tavLst>
                                    </p:anim>
                                    <p:animEffect transition="in" filter="fade">
                                      <p:cBhvr>
                                        <p:cTn id="81" dur="1000"/>
                                        <p:tgtEl>
                                          <p:spTgt spid="18"/>
                                        </p:tgtEl>
                                      </p:cBhvr>
                                    </p:animEffect>
                                  </p:childTnLst>
                                </p:cTn>
                              </p:par>
                            </p:childTnLst>
                          </p:cTn>
                        </p:par>
                        <p:par>
                          <p:cTn id="82" fill="hold">
                            <p:stCondLst>
                              <p:cond delay="2000"/>
                            </p:stCondLst>
                            <p:childTnLst>
                              <p:par>
                                <p:cTn id="83" presetID="55" presetClass="entr" presetSubtype="0" fill="hold" nodeType="afterEffect">
                                  <p:stCondLst>
                                    <p:cond delay="0"/>
                                  </p:stCondLst>
                                  <p:childTnLst>
                                    <p:set>
                                      <p:cBhvr>
                                        <p:cTn id="84" dur="1" fill="hold">
                                          <p:stCondLst>
                                            <p:cond delay="0"/>
                                          </p:stCondLst>
                                        </p:cTn>
                                        <p:tgtEl>
                                          <p:spTgt spid="20"/>
                                        </p:tgtEl>
                                        <p:attrNameLst>
                                          <p:attrName>style.visibility</p:attrName>
                                        </p:attrNameLst>
                                      </p:cBhvr>
                                      <p:to>
                                        <p:strVal val="visible"/>
                                      </p:to>
                                    </p:set>
                                    <p:anim calcmode="lin" valueType="num">
                                      <p:cBhvr>
                                        <p:cTn id="85" dur="1000" fill="hold"/>
                                        <p:tgtEl>
                                          <p:spTgt spid="20"/>
                                        </p:tgtEl>
                                        <p:attrNameLst>
                                          <p:attrName>ppt_w</p:attrName>
                                        </p:attrNameLst>
                                      </p:cBhvr>
                                      <p:tavLst>
                                        <p:tav tm="0">
                                          <p:val>
                                            <p:strVal val="#ppt_w*0.70"/>
                                          </p:val>
                                        </p:tav>
                                        <p:tav tm="100000">
                                          <p:val>
                                            <p:strVal val="#ppt_w"/>
                                          </p:val>
                                        </p:tav>
                                      </p:tavLst>
                                    </p:anim>
                                    <p:anim calcmode="lin" valueType="num">
                                      <p:cBhvr>
                                        <p:cTn id="86" dur="1000" fill="hold"/>
                                        <p:tgtEl>
                                          <p:spTgt spid="20"/>
                                        </p:tgtEl>
                                        <p:attrNameLst>
                                          <p:attrName>ppt_h</p:attrName>
                                        </p:attrNameLst>
                                      </p:cBhvr>
                                      <p:tavLst>
                                        <p:tav tm="0">
                                          <p:val>
                                            <p:strVal val="#ppt_h"/>
                                          </p:val>
                                        </p:tav>
                                        <p:tav tm="100000">
                                          <p:val>
                                            <p:strVal val="#ppt_h"/>
                                          </p:val>
                                        </p:tav>
                                      </p:tavLst>
                                    </p:anim>
                                    <p:animEffect transition="in" filter="fade">
                                      <p:cBhvr>
                                        <p:cTn id="87" dur="1000"/>
                                        <p:tgtEl>
                                          <p:spTgt spid="20"/>
                                        </p:tgtEl>
                                      </p:cBhvr>
                                    </p:animEffect>
                                  </p:childTnLst>
                                </p:cTn>
                              </p:par>
                            </p:childTnLst>
                          </p:cTn>
                        </p:par>
                        <p:par>
                          <p:cTn id="88" fill="hold">
                            <p:stCondLst>
                              <p:cond delay="3000"/>
                            </p:stCondLst>
                            <p:childTnLst>
                              <p:par>
                                <p:cTn id="89" presetID="55" presetClass="entr" presetSubtype="0" fill="hold" nodeType="afterEffect">
                                  <p:stCondLst>
                                    <p:cond delay="0"/>
                                  </p:stCondLst>
                                  <p:childTnLst>
                                    <p:set>
                                      <p:cBhvr>
                                        <p:cTn id="90" dur="1" fill="hold">
                                          <p:stCondLst>
                                            <p:cond delay="0"/>
                                          </p:stCondLst>
                                        </p:cTn>
                                        <p:tgtEl>
                                          <p:spTgt spid="19"/>
                                        </p:tgtEl>
                                        <p:attrNameLst>
                                          <p:attrName>style.visibility</p:attrName>
                                        </p:attrNameLst>
                                      </p:cBhvr>
                                      <p:to>
                                        <p:strVal val="visible"/>
                                      </p:to>
                                    </p:set>
                                    <p:anim calcmode="lin" valueType="num">
                                      <p:cBhvr>
                                        <p:cTn id="91" dur="1000" fill="hold"/>
                                        <p:tgtEl>
                                          <p:spTgt spid="19"/>
                                        </p:tgtEl>
                                        <p:attrNameLst>
                                          <p:attrName>ppt_w</p:attrName>
                                        </p:attrNameLst>
                                      </p:cBhvr>
                                      <p:tavLst>
                                        <p:tav tm="0">
                                          <p:val>
                                            <p:strVal val="#ppt_w*0.70"/>
                                          </p:val>
                                        </p:tav>
                                        <p:tav tm="100000">
                                          <p:val>
                                            <p:strVal val="#ppt_w"/>
                                          </p:val>
                                        </p:tav>
                                      </p:tavLst>
                                    </p:anim>
                                    <p:anim calcmode="lin" valueType="num">
                                      <p:cBhvr>
                                        <p:cTn id="92" dur="1000" fill="hold"/>
                                        <p:tgtEl>
                                          <p:spTgt spid="19"/>
                                        </p:tgtEl>
                                        <p:attrNameLst>
                                          <p:attrName>ppt_h</p:attrName>
                                        </p:attrNameLst>
                                      </p:cBhvr>
                                      <p:tavLst>
                                        <p:tav tm="0">
                                          <p:val>
                                            <p:strVal val="#ppt_h"/>
                                          </p:val>
                                        </p:tav>
                                        <p:tav tm="100000">
                                          <p:val>
                                            <p:strVal val="#ppt_h"/>
                                          </p:val>
                                        </p:tav>
                                      </p:tavLst>
                                    </p:anim>
                                    <p:animEffect transition="in" filter="fade">
                                      <p:cBhvr>
                                        <p:cTn id="93" dur="1000"/>
                                        <p:tgtEl>
                                          <p:spTgt spid="19"/>
                                        </p:tgtEl>
                                      </p:cBhvr>
                                    </p:animEffect>
                                  </p:childTnLst>
                                </p:cTn>
                              </p:par>
                            </p:childTnLst>
                          </p:cTn>
                        </p:par>
                      </p:childTnLst>
                    </p:cTn>
                  </p:par>
                  <p:par>
                    <p:cTn id="94" fill="hold">
                      <p:stCondLst>
                        <p:cond delay="indefinite"/>
                      </p:stCondLst>
                      <p:childTnLst>
                        <p:par>
                          <p:cTn id="95" fill="hold">
                            <p:stCondLst>
                              <p:cond delay="0"/>
                            </p:stCondLst>
                            <p:childTnLst>
                              <p:par>
                                <p:cTn id="96" presetID="55" presetClass="entr" presetSubtype="0" fill="hold" nodeType="clickEffect">
                                  <p:stCondLst>
                                    <p:cond delay="0"/>
                                  </p:stCondLst>
                                  <p:childTnLst>
                                    <p:set>
                                      <p:cBhvr>
                                        <p:cTn id="97" dur="1" fill="hold">
                                          <p:stCondLst>
                                            <p:cond delay="0"/>
                                          </p:stCondLst>
                                        </p:cTn>
                                        <p:tgtEl>
                                          <p:spTgt spid="21"/>
                                        </p:tgtEl>
                                        <p:attrNameLst>
                                          <p:attrName>style.visibility</p:attrName>
                                        </p:attrNameLst>
                                      </p:cBhvr>
                                      <p:to>
                                        <p:strVal val="visible"/>
                                      </p:to>
                                    </p:set>
                                    <p:anim calcmode="lin" valueType="num">
                                      <p:cBhvr>
                                        <p:cTn id="98" dur="1000" fill="hold"/>
                                        <p:tgtEl>
                                          <p:spTgt spid="21"/>
                                        </p:tgtEl>
                                        <p:attrNameLst>
                                          <p:attrName>ppt_w</p:attrName>
                                        </p:attrNameLst>
                                      </p:cBhvr>
                                      <p:tavLst>
                                        <p:tav tm="0">
                                          <p:val>
                                            <p:strVal val="#ppt_w*0.70"/>
                                          </p:val>
                                        </p:tav>
                                        <p:tav tm="100000">
                                          <p:val>
                                            <p:strVal val="#ppt_w"/>
                                          </p:val>
                                        </p:tav>
                                      </p:tavLst>
                                    </p:anim>
                                    <p:anim calcmode="lin" valueType="num">
                                      <p:cBhvr>
                                        <p:cTn id="99" dur="1000" fill="hold"/>
                                        <p:tgtEl>
                                          <p:spTgt spid="21"/>
                                        </p:tgtEl>
                                        <p:attrNameLst>
                                          <p:attrName>ppt_h</p:attrName>
                                        </p:attrNameLst>
                                      </p:cBhvr>
                                      <p:tavLst>
                                        <p:tav tm="0">
                                          <p:val>
                                            <p:strVal val="#ppt_h"/>
                                          </p:val>
                                        </p:tav>
                                        <p:tav tm="100000">
                                          <p:val>
                                            <p:strVal val="#ppt_h"/>
                                          </p:val>
                                        </p:tav>
                                      </p:tavLst>
                                    </p:anim>
                                    <p:animEffect transition="in" filter="fade">
                                      <p:cBhvr>
                                        <p:cTn id="100" dur="1000"/>
                                        <p:tgtEl>
                                          <p:spTgt spid="21"/>
                                        </p:tgtEl>
                                      </p:cBhvr>
                                    </p:animEffect>
                                  </p:childTnLst>
                                </p:cTn>
                              </p:par>
                            </p:childTnLst>
                          </p:cTn>
                        </p:par>
                        <p:par>
                          <p:cTn id="101" fill="hold">
                            <p:stCondLst>
                              <p:cond delay="1000"/>
                            </p:stCondLst>
                            <p:childTnLst>
                              <p:par>
                                <p:cTn id="102" presetID="55" presetClass="entr" presetSubtype="0" fill="hold" nodeType="afterEffect">
                                  <p:stCondLst>
                                    <p:cond delay="0"/>
                                  </p:stCondLst>
                                  <p:childTnLst>
                                    <p:set>
                                      <p:cBhvr>
                                        <p:cTn id="103" dur="1" fill="hold">
                                          <p:stCondLst>
                                            <p:cond delay="0"/>
                                          </p:stCondLst>
                                        </p:cTn>
                                        <p:tgtEl>
                                          <p:spTgt spid="22"/>
                                        </p:tgtEl>
                                        <p:attrNameLst>
                                          <p:attrName>style.visibility</p:attrName>
                                        </p:attrNameLst>
                                      </p:cBhvr>
                                      <p:to>
                                        <p:strVal val="visible"/>
                                      </p:to>
                                    </p:set>
                                    <p:anim calcmode="lin" valueType="num">
                                      <p:cBhvr>
                                        <p:cTn id="104" dur="1000" fill="hold"/>
                                        <p:tgtEl>
                                          <p:spTgt spid="22"/>
                                        </p:tgtEl>
                                        <p:attrNameLst>
                                          <p:attrName>ppt_w</p:attrName>
                                        </p:attrNameLst>
                                      </p:cBhvr>
                                      <p:tavLst>
                                        <p:tav tm="0">
                                          <p:val>
                                            <p:strVal val="#ppt_w*0.70"/>
                                          </p:val>
                                        </p:tav>
                                        <p:tav tm="100000">
                                          <p:val>
                                            <p:strVal val="#ppt_w"/>
                                          </p:val>
                                        </p:tav>
                                      </p:tavLst>
                                    </p:anim>
                                    <p:anim calcmode="lin" valueType="num">
                                      <p:cBhvr>
                                        <p:cTn id="105" dur="1000" fill="hold"/>
                                        <p:tgtEl>
                                          <p:spTgt spid="22"/>
                                        </p:tgtEl>
                                        <p:attrNameLst>
                                          <p:attrName>ppt_h</p:attrName>
                                        </p:attrNameLst>
                                      </p:cBhvr>
                                      <p:tavLst>
                                        <p:tav tm="0">
                                          <p:val>
                                            <p:strVal val="#ppt_h"/>
                                          </p:val>
                                        </p:tav>
                                        <p:tav tm="100000">
                                          <p:val>
                                            <p:strVal val="#ppt_h"/>
                                          </p:val>
                                        </p:tav>
                                      </p:tavLst>
                                    </p:anim>
                                    <p:animEffect transition="in" filter="fade">
                                      <p:cBhvr>
                                        <p:cTn id="106" dur="1000"/>
                                        <p:tgtEl>
                                          <p:spTgt spid="22"/>
                                        </p:tgtEl>
                                      </p:cBhvr>
                                    </p:animEffect>
                                  </p:childTnLst>
                                </p:cTn>
                              </p:par>
                            </p:childTnLst>
                          </p:cTn>
                        </p:par>
                        <p:par>
                          <p:cTn id="107" fill="hold">
                            <p:stCondLst>
                              <p:cond delay="2000"/>
                            </p:stCondLst>
                            <p:childTnLst>
                              <p:par>
                                <p:cTn id="108" presetID="55" presetClass="entr" presetSubtype="0" fill="hold" nodeType="afterEffect">
                                  <p:stCondLst>
                                    <p:cond delay="0"/>
                                  </p:stCondLst>
                                  <p:childTnLst>
                                    <p:set>
                                      <p:cBhvr>
                                        <p:cTn id="109" dur="1" fill="hold">
                                          <p:stCondLst>
                                            <p:cond delay="0"/>
                                          </p:stCondLst>
                                        </p:cTn>
                                        <p:tgtEl>
                                          <p:spTgt spid="23"/>
                                        </p:tgtEl>
                                        <p:attrNameLst>
                                          <p:attrName>style.visibility</p:attrName>
                                        </p:attrNameLst>
                                      </p:cBhvr>
                                      <p:to>
                                        <p:strVal val="visible"/>
                                      </p:to>
                                    </p:set>
                                    <p:anim calcmode="lin" valueType="num">
                                      <p:cBhvr>
                                        <p:cTn id="110" dur="1000" fill="hold"/>
                                        <p:tgtEl>
                                          <p:spTgt spid="23"/>
                                        </p:tgtEl>
                                        <p:attrNameLst>
                                          <p:attrName>ppt_w</p:attrName>
                                        </p:attrNameLst>
                                      </p:cBhvr>
                                      <p:tavLst>
                                        <p:tav tm="0">
                                          <p:val>
                                            <p:strVal val="#ppt_w*0.70"/>
                                          </p:val>
                                        </p:tav>
                                        <p:tav tm="100000">
                                          <p:val>
                                            <p:strVal val="#ppt_w"/>
                                          </p:val>
                                        </p:tav>
                                      </p:tavLst>
                                    </p:anim>
                                    <p:anim calcmode="lin" valueType="num">
                                      <p:cBhvr>
                                        <p:cTn id="111" dur="1000" fill="hold"/>
                                        <p:tgtEl>
                                          <p:spTgt spid="23"/>
                                        </p:tgtEl>
                                        <p:attrNameLst>
                                          <p:attrName>ppt_h</p:attrName>
                                        </p:attrNameLst>
                                      </p:cBhvr>
                                      <p:tavLst>
                                        <p:tav tm="0">
                                          <p:val>
                                            <p:strVal val="#ppt_h"/>
                                          </p:val>
                                        </p:tav>
                                        <p:tav tm="100000">
                                          <p:val>
                                            <p:strVal val="#ppt_h"/>
                                          </p:val>
                                        </p:tav>
                                      </p:tavLst>
                                    </p:anim>
                                    <p:animEffect transition="in" filter="fade">
                                      <p:cBhvr>
                                        <p:cTn id="112" dur="1000"/>
                                        <p:tgtEl>
                                          <p:spTgt spid="23"/>
                                        </p:tgtEl>
                                      </p:cBhvr>
                                    </p:animEffect>
                                  </p:childTnLst>
                                </p:cTn>
                              </p:par>
                            </p:childTnLst>
                          </p:cTn>
                        </p:par>
                      </p:childTnLst>
                    </p:cTn>
                  </p:par>
                  <p:par>
                    <p:cTn id="113" fill="hold">
                      <p:stCondLst>
                        <p:cond delay="indefinite"/>
                      </p:stCondLst>
                      <p:childTnLst>
                        <p:par>
                          <p:cTn id="114" fill="hold">
                            <p:stCondLst>
                              <p:cond delay="0"/>
                            </p:stCondLst>
                            <p:childTnLst>
                              <p:par>
                                <p:cTn id="115" presetID="12" presetClass="entr" presetSubtype="1" fill="hold" nodeType="clickEffect">
                                  <p:stCondLst>
                                    <p:cond delay="0"/>
                                  </p:stCondLst>
                                  <p:childTnLst>
                                    <p:set>
                                      <p:cBhvr>
                                        <p:cTn id="116" dur="1" fill="hold">
                                          <p:stCondLst>
                                            <p:cond delay="0"/>
                                          </p:stCondLst>
                                        </p:cTn>
                                        <p:tgtEl>
                                          <p:spTgt spid="24"/>
                                        </p:tgtEl>
                                        <p:attrNameLst>
                                          <p:attrName>style.visibility</p:attrName>
                                        </p:attrNameLst>
                                      </p:cBhvr>
                                      <p:to>
                                        <p:strVal val="visible"/>
                                      </p:to>
                                    </p:set>
                                    <p:animEffect transition="in" filter="slide(fromTop)">
                                      <p:cBhvr>
                                        <p:cTn id="117" dur="500"/>
                                        <p:tgtEl>
                                          <p:spTgt spid="24"/>
                                        </p:tgtEl>
                                      </p:cBhvr>
                                    </p:animEffect>
                                  </p:childTnLst>
                                </p:cTn>
                              </p:par>
                            </p:childTnLst>
                          </p:cTn>
                        </p:par>
                      </p:childTnLst>
                    </p:cTn>
                  </p:par>
                  <p:par>
                    <p:cTn id="118" fill="hold">
                      <p:stCondLst>
                        <p:cond delay="indefinite"/>
                      </p:stCondLst>
                      <p:childTnLst>
                        <p:par>
                          <p:cTn id="119" fill="hold">
                            <p:stCondLst>
                              <p:cond delay="0"/>
                            </p:stCondLst>
                            <p:childTnLst>
                              <p:par>
                                <p:cTn id="120" presetID="12" presetClass="entr" presetSubtype="1" fill="hold" nodeType="clickEffect">
                                  <p:stCondLst>
                                    <p:cond delay="0"/>
                                  </p:stCondLst>
                                  <p:childTnLst>
                                    <p:set>
                                      <p:cBhvr>
                                        <p:cTn id="121" dur="1" fill="hold">
                                          <p:stCondLst>
                                            <p:cond delay="0"/>
                                          </p:stCondLst>
                                        </p:cTn>
                                        <p:tgtEl>
                                          <p:spTgt spid="25"/>
                                        </p:tgtEl>
                                        <p:attrNameLst>
                                          <p:attrName>style.visibility</p:attrName>
                                        </p:attrNameLst>
                                      </p:cBhvr>
                                      <p:to>
                                        <p:strVal val="visible"/>
                                      </p:to>
                                    </p:set>
                                    <p:animEffect transition="in" filter="slide(fromTop)">
                                      <p:cBhvr>
                                        <p:cTn id="122" dur="500"/>
                                        <p:tgtEl>
                                          <p:spTgt spid="25"/>
                                        </p:tgtEl>
                                      </p:cBhvr>
                                    </p:animEffect>
                                  </p:childTnLst>
                                </p:cTn>
                              </p:par>
                            </p:childTnLst>
                          </p:cTn>
                        </p:par>
                      </p:childTnLst>
                    </p:cTn>
                  </p:par>
                  <p:par>
                    <p:cTn id="123" fill="hold">
                      <p:stCondLst>
                        <p:cond delay="indefinite"/>
                      </p:stCondLst>
                      <p:childTnLst>
                        <p:par>
                          <p:cTn id="124" fill="hold">
                            <p:stCondLst>
                              <p:cond delay="0"/>
                            </p:stCondLst>
                            <p:childTnLst>
                              <p:par>
                                <p:cTn id="125" presetID="4" presetClass="entr" presetSubtype="16" repeatCount="indefinite" fill="hold" nodeType="clickEffect">
                                  <p:stCondLst>
                                    <p:cond delay="0"/>
                                  </p:stCondLst>
                                  <p:endCondLst>
                                    <p:cond evt="onNext" delay="0">
                                      <p:tgtEl>
                                        <p:sldTgt/>
                                      </p:tgtEl>
                                    </p:cond>
                                  </p:endCondLst>
                                  <p:childTnLst>
                                    <p:set>
                                      <p:cBhvr>
                                        <p:cTn id="126" dur="1" fill="hold">
                                          <p:stCondLst>
                                            <p:cond delay="0"/>
                                          </p:stCondLst>
                                        </p:cTn>
                                        <p:tgtEl>
                                          <p:spTgt spid="26"/>
                                        </p:tgtEl>
                                        <p:attrNameLst>
                                          <p:attrName>style.visibility</p:attrName>
                                        </p:attrNameLst>
                                      </p:cBhvr>
                                      <p:to>
                                        <p:strVal val="visible"/>
                                      </p:to>
                                    </p:set>
                                    <p:animEffect transition="in" filter="box(in)">
                                      <p:cBhvr>
                                        <p:cTn id="127" dur="500"/>
                                        <p:tgtEl>
                                          <p:spTgt spid="26"/>
                                        </p:tgtEl>
                                      </p:cBhvr>
                                    </p:animEffect>
                                  </p:childTnLst>
                                </p:cTn>
                              </p:par>
                            </p:childTnLst>
                          </p:cTn>
                        </p:par>
                      </p:childTnLst>
                    </p:cTn>
                  </p:par>
                  <p:par>
                    <p:cTn id="128" fill="hold">
                      <p:stCondLst>
                        <p:cond delay="indefinite"/>
                      </p:stCondLst>
                      <p:childTnLst>
                        <p:par>
                          <p:cTn id="129" fill="hold">
                            <p:stCondLst>
                              <p:cond delay="0"/>
                            </p:stCondLst>
                            <p:childTnLst>
                              <p:par>
                                <p:cTn id="130" presetID="4" presetClass="entr" presetSubtype="16" repeatCount="indefinite" fill="hold" nodeType="clickEffect">
                                  <p:stCondLst>
                                    <p:cond delay="0"/>
                                  </p:stCondLst>
                                  <p:endCondLst>
                                    <p:cond evt="onNext" delay="0">
                                      <p:tgtEl>
                                        <p:sldTgt/>
                                      </p:tgtEl>
                                    </p:cond>
                                  </p:endCondLst>
                                  <p:childTnLst>
                                    <p:set>
                                      <p:cBhvr>
                                        <p:cTn id="131" dur="1" fill="hold">
                                          <p:stCondLst>
                                            <p:cond delay="0"/>
                                          </p:stCondLst>
                                        </p:cTn>
                                        <p:tgtEl>
                                          <p:spTgt spid="27"/>
                                        </p:tgtEl>
                                        <p:attrNameLst>
                                          <p:attrName>style.visibility</p:attrName>
                                        </p:attrNameLst>
                                      </p:cBhvr>
                                      <p:to>
                                        <p:strVal val="visible"/>
                                      </p:to>
                                    </p:set>
                                    <p:animEffect transition="in" filter="box(in)">
                                      <p:cBhvr>
                                        <p:cTn id="132" dur="500"/>
                                        <p:tgtEl>
                                          <p:spTgt spid="27"/>
                                        </p:tgtEl>
                                      </p:cBhvr>
                                    </p:animEffect>
                                  </p:childTnLst>
                                </p:cTn>
                              </p:par>
                            </p:childTnLst>
                          </p:cTn>
                        </p:par>
                      </p:childTnLst>
                    </p:cTn>
                  </p:par>
                  <p:par>
                    <p:cTn id="133" fill="hold">
                      <p:stCondLst>
                        <p:cond delay="indefinite"/>
                      </p:stCondLst>
                      <p:childTnLst>
                        <p:par>
                          <p:cTn id="134" fill="hold">
                            <p:stCondLst>
                              <p:cond delay="0"/>
                            </p:stCondLst>
                            <p:childTnLst>
                              <p:par>
                                <p:cTn id="135" presetID="4" presetClass="entr" presetSubtype="16" repeatCount="indefinite" fill="hold" nodeType="clickEffect">
                                  <p:stCondLst>
                                    <p:cond delay="0"/>
                                  </p:stCondLst>
                                  <p:endCondLst>
                                    <p:cond evt="onNext" delay="0">
                                      <p:tgtEl>
                                        <p:sldTgt/>
                                      </p:tgtEl>
                                    </p:cond>
                                  </p:endCondLst>
                                  <p:childTnLst>
                                    <p:set>
                                      <p:cBhvr>
                                        <p:cTn id="136" dur="1" fill="hold">
                                          <p:stCondLst>
                                            <p:cond delay="0"/>
                                          </p:stCondLst>
                                        </p:cTn>
                                        <p:tgtEl>
                                          <p:spTgt spid="28"/>
                                        </p:tgtEl>
                                        <p:attrNameLst>
                                          <p:attrName>style.visibility</p:attrName>
                                        </p:attrNameLst>
                                      </p:cBhvr>
                                      <p:to>
                                        <p:strVal val="visible"/>
                                      </p:to>
                                    </p:set>
                                    <p:animEffect transition="in" filter="box(in)">
                                      <p:cBhvr>
                                        <p:cTn id="137" dur="500"/>
                                        <p:tgtEl>
                                          <p:spTgt spid="28"/>
                                        </p:tgtEl>
                                      </p:cBhvr>
                                    </p:animEffect>
                                  </p:childTnLst>
                                </p:cTn>
                              </p:par>
                            </p:childTnLst>
                          </p:cTn>
                        </p:par>
                      </p:childTnLst>
                    </p:cTn>
                  </p:par>
                  <p:par>
                    <p:cTn id="138" fill="hold">
                      <p:stCondLst>
                        <p:cond delay="indefinite"/>
                      </p:stCondLst>
                      <p:childTnLst>
                        <p:par>
                          <p:cTn id="139" fill="hold">
                            <p:stCondLst>
                              <p:cond delay="0"/>
                            </p:stCondLst>
                            <p:childTnLst>
                              <p:par>
                                <p:cTn id="140" presetID="4" presetClass="entr" presetSubtype="16" repeatCount="indefinite" fill="hold" nodeType="clickEffect">
                                  <p:stCondLst>
                                    <p:cond delay="0"/>
                                  </p:stCondLst>
                                  <p:endCondLst>
                                    <p:cond evt="onNext" delay="0">
                                      <p:tgtEl>
                                        <p:sldTgt/>
                                      </p:tgtEl>
                                    </p:cond>
                                  </p:endCondLst>
                                  <p:childTnLst>
                                    <p:set>
                                      <p:cBhvr>
                                        <p:cTn id="141" dur="1" fill="hold">
                                          <p:stCondLst>
                                            <p:cond delay="0"/>
                                          </p:stCondLst>
                                        </p:cTn>
                                        <p:tgtEl>
                                          <p:spTgt spid="29"/>
                                        </p:tgtEl>
                                        <p:attrNameLst>
                                          <p:attrName>style.visibility</p:attrName>
                                        </p:attrNameLst>
                                      </p:cBhvr>
                                      <p:to>
                                        <p:strVal val="visible"/>
                                      </p:to>
                                    </p:set>
                                    <p:animEffect transition="in" filter="box(in)">
                                      <p:cBhvr>
                                        <p:cTn id="142" dur="500"/>
                                        <p:tgtEl>
                                          <p:spTgt spid="29"/>
                                        </p:tgtEl>
                                      </p:cBhvr>
                                    </p:animEffect>
                                  </p:childTnLst>
                                </p:cTn>
                              </p:par>
                            </p:childTnLst>
                          </p:cTn>
                        </p:par>
                      </p:childTnLst>
                    </p:cTn>
                  </p:par>
                  <p:par>
                    <p:cTn id="143" fill="hold">
                      <p:stCondLst>
                        <p:cond delay="indefinite"/>
                      </p:stCondLst>
                      <p:childTnLst>
                        <p:par>
                          <p:cTn id="144" fill="hold">
                            <p:stCondLst>
                              <p:cond delay="0"/>
                            </p:stCondLst>
                            <p:childTnLst>
                              <p:par>
                                <p:cTn id="145" presetID="12" presetClass="entr" presetSubtype="8" fill="hold" grpId="0" nodeType="clickEffect">
                                  <p:stCondLst>
                                    <p:cond delay="0"/>
                                  </p:stCondLst>
                                  <p:childTnLst>
                                    <p:set>
                                      <p:cBhvr>
                                        <p:cTn id="146" dur="1" fill="hold">
                                          <p:stCondLst>
                                            <p:cond delay="0"/>
                                          </p:stCondLst>
                                        </p:cTn>
                                        <p:tgtEl>
                                          <p:spTgt spid="30"/>
                                        </p:tgtEl>
                                        <p:attrNameLst>
                                          <p:attrName>style.visibility</p:attrName>
                                        </p:attrNameLst>
                                      </p:cBhvr>
                                      <p:to>
                                        <p:strVal val="visible"/>
                                      </p:to>
                                    </p:set>
                                    <p:animEffect transition="in" filter="slide(fromLeft)">
                                      <p:cBhvr>
                                        <p:cTn id="147" dur="500"/>
                                        <p:tgtEl>
                                          <p:spTgt spid="30"/>
                                        </p:tgtEl>
                                      </p:cBhvr>
                                    </p:animEffect>
                                  </p:childTnLst>
                                </p:cTn>
                              </p:par>
                            </p:childTnLst>
                          </p:cTn>
                        </p:par>
                        <p:par>
                          <p:cTn id="148" fill="hold">
                            <p:stCondLst>
                              <p:cond delay="500"/>
                            </p:stCondLst>
                            <p:childTnLst>
                              <p:par>
                                <p:cTn id="149" presetID="55" presetClass="entr" presetSubtype="0" fill="hold" nodeType="afterEffect">
                                  <p:stCondLst>
                                    <p:cond delay="0"/>
                                  </p:stCondLst>
                                  <p:childTnLst>
                                    <p:set>
                                      <p:cBhvr>
                                        <p:cTn id="150" dur="1" fill="hold">
                                          <p:stCondLst>
                                            <p:cond delay="0"/>
                                          </p:stCondLst>
                                        </p:cTn>
                                        <p:tgtEl>
                                          <p:spTgt spid="31"/>
                                        </p:tgtEl>
                                        <p:attrNameLst>
                                          <p:attrName>style.visibility</p:attrName>
                                        </p:attrNameLst>
                                      </p:cBhvr>
                                      <p:to>
                                        <p:strVal val="visible"/>
                                      </p:to>
                                    </p:set>
                                    <p:anim calcmode="lin" valueType="num">
                                      <p:cBhvr>
                                        <p:cTn id="151" dur="1000" fill="hold"/>
                                        <p:tgtEl>
                                          <p:spTgt spid="31"/>
                                        </p:tgtEl>
                                        <p:attrNameLst>
                                          <p:attrName>ppt_w</p:attrName>
                                        </p:attrNameLst>
                                      </p:cBhvr>
                                      <p:tavLst>
                                        <p:tav tm="0">
                                          <p:val>
                                            <p:strVal val="#ppt_w*0.70"/>
                                          </p:val>
                                        </p:tav>
                                        <p:tav tm="100000">
                                          <p:val>
                                            <p:strVal val="#ppt_w"/>
                                          </p:val>
                                        </p:tav>
                                      </p:tavLst>
                                    </p:anim>
                                    <p:anim calcmode="lin" valueType="num">
                                      <p:cBhvr>
                                        <p:cTn id="152" dur="1000" fill="hold"/>
                                        <p:tgtEl>
                                          <p:spTgt spid="31"/>
                                        </p:tgtEl>
                                        <p:attrNameLst>
                                          <p:attrName>ppt_h</p:attrName>
                                        </p:attrNameLst>
                                      </p:cBhvr>
                                      <p:tavLst>
                                        <p:tav tm="0">
                                          <p:val>
                                            <p:strVal val="#ppt_h"/>
                                          </p:val>
                                        </p:tav>
                                        <p:tav tm="100000">
                                          <p:val>
                                            <p:strVal val="#ppt_h"/>
                                          </p:val>
                                        </p:tav>
                                      </p:tavLst>
                                    </p:anim>
                                    <p:animEffect transition="in" filter="fade">
                                      <p:cBhvr>
                                        <p:cTn id="153" dur="10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11" grpId="0"/>
      <p:bldP spid="3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1;p13">
            <a:extLst>
              <a:ext uri="{FF2B5EF4-FFF2-40B4-BE49-F238E27FC236}">
                <a16:creationId xmlns:a16="http://schemas.microsoft.com/office/drawing/2014/main" id="{D6CE0760-E01A-AF7D-F88E-349DDA20874B}"/>
              </a:ext>
            </a:extLst>
          </p:cNvPr>
          <p:cNvSpPr/>
          <p:nvPr/>
        </p:nvSpPr>
        <p:spPr>
          <a:xfrm>
            <a:off x="2111298" y="464765"/>
            <a:ext cx="4921404" cy="449400"/>
          </a:xfrm>
          <a:prstGeom prst="roundRect">
            <a:avLst>
              <a:gd name="adj" fmla="val 16667"/>
            </a:avLst>
          </a:prstGeom>
          <a:solidFill>
            <a:srgbClr val="99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lvl="0" algn="ctr"/>
            <a:r>
              <a:rPr lang="en-US" sz="1600" b="1" dirty="0">
                <a:solidFill>
                  <a:schemeClr val="lt1"/>
                </a:solidFill>
                <a:latin typeface="Consolas"/>
                <a:ea typeface="Consolas"/>
                <a:cs typeface="Consolas"/>
                <a:sym typeface="Consolas"/>
              </a:rPr>
              <a:t>SELECTION SORT</a:t>
            </a:r>
            <a:endParaRPr/>
          </a:p>
        </p:txBody>
      </p:sp>
      <p:sp>
        <p:nvSpPr>
          <p:cNvPr id="5" name="Google Shape;69;p13">
            <a:extLst>
              <a:ext uri="{FF2B5EF4-FFF2-40B4-BE49-F238E27FC236}">
                <a16:creationId xmlns:a16="http://schemas.microsoft.com/office/drawing/2014/main" id="{96A53365-AB4C-FACB-B73A-6CEC7EDD9E90}"/>
              </a:ext>
            </a:extLst>
          </p:cNvPr>
          <p:cNvSpPr/>
          <p:nvPr/>
        </p:nvSpPr>
        <p:spPr>
          <a:xfrm>
            <a:off x="1136356" y="1053056"/>
            <a:ext cx="1270638" cy="415498"/>
          </a:xfrm>
          <a:prstGeom prst="rect">
            <a:avLst/>
          </a:prstGeom>
          <a:noFill/>
          <a:ln>
            <a:noFill/>
          </a:ln>
        </p:spPr>
        <p:txBody>
          <a:bodyPr spcFirstLastPara="1" wrap="square" lIns="0" tIns="0" rIns="0" bIns="0" anchor="t" anchorCtr="0">
            <a:spAutoFit/>
          </a:bodyPr>
          <a:lstStyle/>
          <a:p>
            <a:pPr lvl="0">
              <a:lnSpc>
                <a:spcPct val="150000"/>
              </a:lnSpc>
              <a:buSzPts val="1800"/>
            </a:pPr>
            <a:r>
              <a:rPr lang="en-US" sz="1800" dirty="0">
                <a:solidFill>
                  <a:schemeClr val="dk1"/>
                </a:solidFill>
                <a:latin typeface="Consolas"/>
                <a:ea typeface="Consolas"/>
                <a:cs typeface="Consolas"/>
                <a:sym typeface="Consolas"/>
              </a:rPr>
              <a:t>Example :</a:t>
            </a:r>
            <a:endParaRPr dirty="0"/>
          </a:p>
        </p:txBody>
      </p:sp>
      <p:sp>
        <p:nvSpPr>
          <p:cNvPr id="6" name="Google Shape;69;p13">
            <a:extLst>
              <a:ext uri="{FF2B5EF4-FFF2-40B4-BE49-F238E27FC236}">
                <a16:creationId xmlns:a16="http://schemas.microsoft.com/office/drawing/2014/main" id="{41A5E9E9-4BD0-DFDE-13DF-D101C1799B2B}"/>
              </a:ext>
            </a:extLst>
          </p:cNvPr>
          <p:cNvSpPr/>
          <p:nvPr/>
        </p:nvSpPr>
        <p:spPr>
          <a:xfrm>
            <a:off x="2406994" y="1053056"/>
            <a:ext cx="3120004" cy="415498"/>
          </a:xfrm>
          <a:prstGeom prst="rect">
            <a:avLst/>
          </a:prstGeom>
          <a:noFill/>
          <a:ln>
            <a:noFill/>
          </a:ln>
        </p:spPr>
        <p:txBody>
          <a:bodyPr spcFirstLastPara="1" wrap="square" lIns="0" tIns="0" rIns="0" bIns="0" anchor="t" anchorCtr="0">
            <a:spAutoFit/>
          </a:bodyPr>
          <a:lstStyle/>
          <a:p>
            <a:pPr lvl="0">
              <a:lnSpc>
                <a:spcPct val="150000"/>
              </a:lnSpc>
              <a:buSzPts val="1800"/>
            </a:pPr>
            <a:r>
              <a:rPr lang="en-US" sz="1800" dirty="0" err="1">
                <a:solidFill>
                  <a:schemeClr val="dk1"/>
                </a:solidFill>
                <a:latin typeface="Consolas"/>
                <a:ea typeface="Consolas"/>
                <a:cs typeface="Consolas"/>
                <a:sym typeface="Consolas"/>
              </a:rPr>
              <a:t>arr</a:t>
            </a:r>
            <a:r>
              <a:rPr lang="en-US" sz="1800" dirty="0">
                <a:solidFill>
                  <a:schemeClr val="dk1"/>
                </a:solidFill>
                <a:latin typeface="Consolas"/>
                <a:ea typeface="Consolas"/>
                <a:cs typeface="Consolas"/>
                <a:sym typeface="Consolas"/>
              </a:rPr>
              <a:t>[] = {2,7,4,1,5,3}...</a:t>
            </a:r>
            <a:endParaRPr dirty="0"/>
          </a:p>
        </p:txBody>
      </p:sp>
      <p:graphicFrame>
        <p:nvGraphicFramePr>
          <p:cNvPr id="7" name="Table 6">
            <a:extLst>
              <a:ext uri="{FF2B5EF4-FFF2-40B4-BE49-F238E27FC236}">
                <a16:creationId xmlns:a16="http://schemas.microsoft.com/office/drawing/2014/main" id="{E7470454-2F37-031F-8773-CD3575539B00}"/>
              </a:ext>
            </a:extLst>
          </p:cNvPr>
          <p:cNvGraphicFramePr>
            <a:graphicFrameLocks noGrp="1"/>
          </p:cNvGraphicFramePr>
          <p:nvPr/>
        </p:nvGraphicFramePr>
        <p:xfrm>
          <a:off x="851474" y="1735011"/>
          <a:ext cx="2099226" cy="395276"/>
        </p:xfrm>
        <a:graphic>
          <a:graphicData uri="http://schemas.openxmlformats.org/drawingml/2006/table">
            <a:tbl>
              <a:tblPr/>
              <a:tblGrid>
                <a:gridCol w="349871">
                  <a:extLst>
                    <a:ext uri="{9D8B030D-6E8A-4147-A177-3AD203B41FA5}">
                      <a16:colId xmlns:a16="http://schemas.microsoft.com/office/drawing/2014/main" val="20000"/>
                    </a:ext>
                  </a:extLst>
                </a:gridCol>
                <a:gridCol w="349871">
                  <a:extLst>
                    <a:ext uri="{9D8B030D-6E8A-4147-A177-3AD203B41FA5}">
                      <a16:colId xmlns:a16="http://schemas.microsoft.com/office/drawing/2014/main" val="20001"/>
                    </a:ext>
                  </a:extLst>
                </a:gridCol>
                <a:gridCol w="349871">
                  <a:extLst>
                    <a:ext uri="{9D8B030D-6E8A-4147-A177-3AD203B41FA5}">
                      <a16:colId xmlns:a16="http://schemas.microsoft.com/office/drawing/2014/main" val="20002"/>
                    </a:ext>
                  </a:extLst>
                </a:gridCol>
                <a:gridCol w="349871">
                  <a:extLst>
                    <a:ext uri="{9D8B030D-6E8A-4147-A177-3AD203B41FA5}">
                      <a16:colId xmlns:a16="http://schemas.microsoft.com/office/drawing/2014/main" val="20003"/>
                    </a:ext>
                  </a:extLst>
                </a:gridCol>
                <a:gridCol w="349871">
                  <a:extLst>
                    <a:ext uri="{9D8B030D-6E8A-4147-A177-3AD203B41FA5}">
                      <a16:colId xmlns:a16="http://schemas.microsoft.com/office/drawing/2014/main" val="20004"/>
                    </a:ext>
                  </a:extLst>
                </a:gridCol>
                <a:gridCol w="349871">
                  <a:extLst>
                    <a:ext uri="{9D8B030D-6E8A-4147-A177-3AD203B41FA5}">
                      <a16:colId xmlns:a16="http://schemas.microsoft.com/office/drawing/2014/main" val="20005"/>
                    </a:ext>
                  </a:extLst>
                </a:gridCol>
              </a:tblGrid>
              <a:tr h="395276">
                <a:tc>
                  <a:txBody>
                    <a:bodyPr/>
                    <a:lstStyle/>
                    <a:p>
                      <a:pPr algn="ctr"/>
                      <a:r>
                        <a:rPr lang="en-US" b="1" dirty="0">
                          <a:solidFill>
                            <a:srgbClr val="FF0000"/>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1" dirty="0">
                          <a:solidFill>
                            <a:srgbClr val="FF0000"/>
                          </a:solidFill>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1" dirty="0">
                          <a:solidFill>
                            <a:srgbClr val="FF0000"/>
                          </a:solidFill>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1" dirty="0">
                          <a:solidFill>
                            <a:srgbClr val="00B0F0"/>
                          </a:solidFill>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1" dirty="0">
                          <a:solidFill>
                            <a:srgbClr val="00B0F0"/>
                          </a:solidFill>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1" dirty="0">
                          <a:solidFill>
                            <a:srgbClr val="00B0F0"/>
                          </a:solidFill>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cxnSp>
        <p:nvCxnSpPr>
          <p:cNvPr id="8" name="Straight Arrow Connector 7">
            <a:extLst>
              <a:ext uri="{FF2B5EF4-FFF2-40B4-BE49-F238E27FC236}">
                <a16:creationId xmlns:a16="http://schemas.microsoft.com/office/drawing/2014/main" id="{0A9C2EA0-90EC-4372-2395-9F7A3D556549}"/>
              </a:ext>
            </a:extLst>
          </p:cNvPr>
          <p:cNvCxnSpPr/>
          <p:nvPr/>
        </p:nvCxnSpPr>
        <p:spPr>
          <a:xfrm flipV="1">
            <a:off x="838808" y="1574418"/>
            <a:ext cx="1003742" cy="2732"/>
          </a:xfrm>
          <a:prstGeom prst="straightConnector1">
            <a:avLst/>
          </a:prstGeom>
          <a:ln w="1905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C156C7F0-1945-4FC1-2F96-73670E398DFD}"/>
              </a:ext>
            </a:extLst>
          </p:cNvPr>
          <p:cNvCxnSpPr/>
          <p:nvPr/>
        </p:nvCxnSpPr>
        <p:spPr>
          <a:xfrm flipV="1">
            <a:off x="1938803" y="1574776"/>
            <a:ext cx="984460" cy="1806"/>
          </a:xfrm>
          <a:prstGeom prst="straightConnector1">
            <a:avLst/>
          </a:prstGeom>
          <a:ln w="19050">
            <a:headEnd type="arrow"/>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89558993-BFD3-B4B2-3B11-15255A04E82E}"/>
              </a:ext>
            </a:extLst>
          </p:cNvPr>
          <p:cNvCxnSpPr/>
          <p:nvPr/>
        </p:nvCxnSpPr>
        <p:spPr>
          <a:xfrm flipV="1">
            <a:off x="838808" y="1569707"/>
            <a:ext cx="1003742" cy="2732"/>
          </a:xfrm>
          <a:prstGeom prst="straightConnector1">
            <a:avLst/>
          </a:prstGeom>
          <a:ln w="1905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graphicFrame>
        <p:nvGraphicFramePr>
          <p:cNvPr id="11" name="Table 10">
            <a:extLst>
              <a:ext uri="{FF2B5EF4-FFF2-40B4-BE49-F238E27FC236}">
                <a16:creationId xmlns:a16="http://schemas.microsoft.com/office/drawing/2014/main" id="{D12BDEF5-B1C2-FFE2-C961-2854AAD8D480}"/>
              </a:ext>
            </a:extLst>
          </p:cNvPr>
          <p:cNvGraphicFramePr>
            <a:graphicFrameLocks noGrp="1"/>
          </p:cNvGraphicFramePr>
          <p:nvPr>
            <p:extLst>
              <p:ext uri="{D42A27DB-BD31-4B8C-83A1-F6EECF244321}">
                <p14:modId xmlns:p14="http://schemas.microsoft.com/office/powerpoint/2010/main" val="3692484072"/>
              </p:ext>
            </p:extLst>
          </p:nvPr>
        </p:nvGraphicFramePr>
        <p:xfrm>
          <a:off x="5473896" y="2207778"/>
          <a:ext cx="2079872" cy="304800"/>
        </p:xfrm>
        <a:graphic>
          <a:graphicData uri="http://schemas.openxmlformats.org/drawingml/2006/table">
            <a:tbl>
              <a:tblPr/>
              <a:tblGrid>
                <a:gridCol w="330517">
                  <a:extLst>
                    <a:ext uri="{9D8B030D-6E8A-4147-A177-3AD203B41FA5}">
                      <a16:colId xmlns:a16="http://schemas.microsoft.com/office/drawing/2014/main" val="20000"/>
                    </a:ext>
                  </a:extLst>
                </a:gridCol>
                <a:gridCol w="349871">
                  <a:extLst>
                    <a:ext uri="{9D8B030D-6E8A-4147-A177-3AD203B41FA5}">
                      <a16:colId xmlns:a16="http://schemas.microsoft.com/office/drawing/2014/main" val="20001"/>
                    </a:ext>
                  </a:extLst>
                </a:gridCol>
                <a:gridCol w="349871">
                  <a:extLst>
                    <a:ext uri="{9D8B030D-6E8A-4147-A177-3AD203B41FA5}">
                      <a16:colId xmlns:a16="http://schemas.microsoft.com/office/drawing/2014/main" val="20002"/>
                    </a:ext>
                  </a:extLst>
                </a:gridCol>
                <a:gridCol w="349871">
                  <a:extLst>
                    <a:ext uri="{9D8B030D-6E8A-4147-A177-3AD203B41FA5}">
                      <a16:colId xmlns:a16="http://schemas.microsoft.com/office/drawing/2014/main" val="20003"/>
                    </a:ext>
                  </a:extLst>
                </a:gridCol>
                <a:gridCol w="349871">
                  <a:extLst>
                    <a:ext uri="{9D8B030D-6E8A-4147-A177-3AD203B41FA5}">
                      <a16:colId xmlns:a16="http://schemas.microsoft.com/office/drawing/2014/main" val="20004"/>
                    </a:ext>
                  </a:extLst>
                </a:gridCol>
                <a:gridCol w="349871">
                  <a:extLst>
                    <a:ext uri="{9D8B030D-6E8A-4147-A177-3AD203B41FA5}">
                      <a16:colId xmlns:a16="http://schemas.microsoft.com/office/drawing/2014/main" val="20005"/>
                    </a:ext>
                  </a:extLst>
                </a:gridCol>
              </a:tblGrid>
              <a:tr h="167258">
                <a:tc>
                  <a:txBody>
                    <a:bodyPr/>
                    <a:lstStyle/>
                    <a:p>
                      <a:pPr algn="ctr"/>
                      <a:r>
                        <a:rPr lang="en-US" dirty="0"/>
                        <a:t>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3</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4</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5</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12" name="Table 11">
            <a:extLst>
              <a:ext uri="{FF2B5EF4-FFF2-40B4-BE49-F238E27FC236}">
                <a16:creationId xmlns:a16="http://schemas.microsoft.com/office/drawing/2014/main" id="{5C44B9EF-4F72-6A2A-2764-DD364F22D20B}"/>
              </a:ext>
            </a:extLst>
          </p:cNvPr>
          <p:cNvGraphicFramePr>
            <a:graphicFrameLocks noGrp="1"/>
          </p:cNvGraphicFramePr>
          <p:nvPr>
            <p:extLst>
              <p:ext uri="{D42A27DB-BD31-4B8C-83A1-F6EECF244321}">
                <p14:modId xmlns:p14="http://schemas.microsoft.com/office/powerpoint/2010/main" val="3510143264"/>
              </p:ext>
            </p:extLst>
          </p:nvPr>
        </p:nvGraphicFramePr>
        <p:xfrm>
          <a:off x="851474" y="2244344"/>
          <a:ext cx="2079872" cy="304800"/>
        </p:xfrm>
        <a:graphic>
          <a:graphicData uri="http://schemas.openxmlformats.org/drawingml/2006/table">
            <a:tbl>
              <a:tblPr/>
              <a:tblGrid>
                <a:gridCol w="330517">
                  <a:extLst>
                    <a:ext uri="{9D8B030D-6E8A-4147-A177-3AD203B41FA5}">
                      <a16:colId xmlns:a16="http://schemas.microsoft.com/office/drawing/2014/main" val="20000"/>
                    </a:ext>
                  </a:extLst>
                </a:gridCol>
                <a:gridCol w="349871">
                  <a:extLst>
                    <a:ext uri="{9D8B030D-6E8A-4147-A177-3AD203B41FA5}">
                      <a16:colId xmlns:a16="http://schemas.microsoft.com/office/drawing/2014/main" val="20001"/>
                    </a:ext>
                  </a:extLst>
                </a:gridCol>
                <a:gridCol w="349871">
                  <a:extLst>
                    <a:ext uri="{9D8B030D-6E8A-4147-A177-3AD203B41FA5}">
                      <a16:colId xmlns:a16="http://schemas.microsoft.com/office/drawing/2014/main" val="20002"/>
                    </a:ext>
                  </a:extLst>
                </a:gridCol>
                <a:gridCol w="349871">
                  <a:extLst>
                    <a:ext uri="{9D8B030D-6E8A-4147-A177-3AD203B41FA5}">
                      <a16:colId xmlns:a16="http://schemas.microsoft.com/office/drawing/2014/main" val="20003"/>
                    </a:ext>
                  </a:extLst>
                </a:gridCol>
                <a:gridCol w="349871">
                  <a:extLst>
                    <a:ext uri="{9D8B030D-6E8A-4147-A177-3AD203B41FA5}">
                      <a16:colId xmlns:a16="http://schemas.microsoft.com/office/drawing/2014/main" val="20004"/>
                    </a:ext>
                  </a:extLst>
                </a:gridCol>
                <a:gridCol w="349871">
                  <a:extLst>
                    <a:ext uri="{9D8B030D-6E8A-4147-A177-3AD203B41FA5}">
                      <a16:colId xmlns:a16="http://schemas.microsoft.com/office/drawing/2014/main" val="20005"/>
                    </a:ext>
                  </a:extLst>
                </a:gridCol>
              </a:tblGrid>
              <a:tr h="167258">
                <a:tc>
                  <a:txBody>
                    <a:bodyPr/>
                    <a:lstStyle/>
                    <a:p>
                      <a:pPr algn="ctr"/>
                      <a:r>
                        <a:rPr lang="en-US" dirty="0"/>
                        <a:t>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3</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4</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5</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13" name="Table 12">
            <a:extLst>
              <a:ext uri="{FF2B5EF4-FFF2-40B4-BE49-F238E27FC236}">
                <a16:creationId xmlns:a16="http://schemas.microsoft.com/office/drawing/2014/main" id="{387CA5AD-3273-E556-1E92-4A86D1BE99A0}"/>
              </a:ext>
            </a:extLst>
          </p:cNvPr>
          <p:cNvGraphicFramePr>
            <a:graphicFrameLocks noGrp="1"/>
          </p:cNvGraphicFramePr>
          <p:nvPr>
            <p:extLst>
              <p:ext uri="{D42A27DB-BD31-4B8C-83A1-F6EECF244321}">
                <p14:modId xmlns:p14="http://schemas.microsoft.com/office/powerpoint/2010/main" val="433805954"/>
              </p:ext>
            </p:extLst>
          </p:nvPr>
        </p:nvGraphicFramePr>
        <p:xfrm>
          <a:off x="5473896" y="1735011"/>
          <a:ext cx="2099226" cy="395276"/>
        </p:xfrm>
        <a:graphic>
          <a:graphicData uri="http://schemas.openxmlformats.org/drawingml/2006/table">
            <a:tbl>
              <a:tblPr/>
              <a:tblGrid>
                <a:gridCol w="349871">
                  <a:extLst>
                    <a:ext uri="{9D8B030D-6E8A-4147-A177-3AD203B41FA5}">
                      <a16:colId xmlns:a16="http://schemas.microsoft.com/office/drawing/2014/main" val="20000"/>
                    </a:ext>
                  </a:extLst>
                </a:gridCol>
                <a:gridCol w="349871">
                  <a:extLst>
                    <a:ext uri="{9D8B030D-6E8A-4147-A177-3AD203B41FA5}">
                      <a16:colId xmlns:a16="http://schemas.microsoft.com/office/drawing/2014/main" val="20001"/>
                    </a:ext>
                  </a:extLst>
                </a:gridCol>
                <a:gridCol w="349871">
                  <a:extLst>
                    <a:ext uri="{9D8B030D-6E8A-4147-A177-3AD203B41FA5}">
                      <a16:colId xmlns:a16="http://schemas.microsoft.com/office/drawing/2014/main" val="20002"/>
                    </a:ext>
                  </a:extLst>
                </a:gridCol>
                <a:gridCol w="349871">
                  <a:extLst>
                    <a:ext uri="{9D8B030D-6E8A-4147-A177-3AD203B41FA5}">
                      <a16:colId xmlns:a16="http://schemas.microsoft.com/office/drawing/2014/main" val="20003"/>
                    </a:ext>
                  </a:extLst>
                </a:gridCol>
                <a:gridCol w="349871">
                  <a:extLst>
                    <a:ext uri="{9D8B030D-6E8A-4147-A177-3AD203B41FA5}">
                      <a16:colId xmlns:a16="http://schemas.microsoft.com/office/drawing/2014/main" val="20004"/>
                    </a:ext>
                  </a:extLst>
                </a:gridCol>
                <a:gridCol w="349871">
                  <a:extLst>
                    <a:ext uri="{9D8B030D-6E8A-4147-A177-3AD203B41FA5}">
                      <a16:colId xmlns:a16="http://schemas.microsoft.com/office/drawing/2014/main" val="20005"/>
                    </a:ext>
                  </a:extLst>
                </a:gridCol>
              </a:tblGrid>
              <a:tr h="395276">
                <a:tc>
                  <a:txBody>
                    <a:bodyPr/>
                    <a:lstStyle/>
                    <a:p>
                      <a:pPr algn="ctr"/>
                      <a:r>
                        <a:rPr lang="en-US" b="1" dirty="0">
                          <a:solidFill>
                            <a:srgbClr val="FF0000"/>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1" dirty="0">
                          <a:solidFill>
                            <a:srgbClr val="FF0000"/>
                          </a:solidFill>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1" dirty="0">
                          <a:solidFill>
                            <a:srgbClr val="FF0000"/>
                          </a:solidFill>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1" dirty="0">
                          <a:solidFill>
                            <a:srgbClr val="FF0000"/>
                          </a:solidFill>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1" dirty="0">
                          <a:solidFill>
                            <a:srgbClr val="00B0F0"/>
                          </a:solidFill>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1" dirty="0">
                          <a:solidFill>
                            <a:srgbClr val="00B0F0"/>
                          </a:solidFill>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cxnSp>
        <p:nvCxnSpPr>
          <p:cNvPr id="14" name="Straight Arrow Connector 13">
            <a:extLst>
              <a:ext uri="{FF2B5EF4-FFF2-40B4-BE49-F238E27FC236}">
                <a16:creationId xmlns:a16="http://schemas.microsoft.com/office/drawing/2014/main" id="{9091E3BA-44E1-0AE4-4F9A-37CACDB5A81E}"/>
              </a:ext>
            </a:extLst>
          </p:cNvPr>
          <p:cNvCxnSpPr/>
          <p:nvPr/>
        </p:nvCxnSpPr>
        <p:spPr>
          <a:xfrm>
            <a:off x="5466955" y="1640173"/>
            <a:ext cx="1339481" cy="2997"/>
          </a:xfrm>
          <a:prstGeom prst="straightConnector1">
            <a:avLst/>
          </a:prstGeom>
          <a:ln w="1905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3F17FF75-96F1-7DC4-4277-C8C40E80F634}"/>
              </a:ext>
            </a:extLst>
          </p:cNvPr>
          <p:cNvCxnSpPr/>
          <p:nvPr/>
        </p:nvCxnSpPr>
        <p:spPr>
          <a:xfrm>
            <a:off x="6868313" y="1636295"/>
            <a:ext cx="683097" cy="6215"/>
          </a:xfrm>
          <a:prstGeom prst="straightConnector1">
            <a:avLst/>
          </a:prstGeom>
          <a:ln w="19050">
            <a:headEnd type="arrow"/>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973F1939-7D1F-7C28-8821-224559C91868}"/>
              </a:ext>
            </a:extLst>
          </p:cNvPr>
          <p:cNvCxnSpPr/>
          <p:nvPr/>
        </p:nvCxnSpPr>
        <p:spPr>
          <a:xfrm rot="5400000" flipH="1" flipV="1">
            <a:off x="6943425" y="2689389"/>
            <a:ext cx="259459" cy="794"/>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6B79BF81-03B5-50CF-DA3F-A0BE39B49183}"/>
              </a:ext>
            </a:extLst>
          </p:cNvPr>
          <p:cNvCxnSpPr/>
          <p:nvPr/>
        </p:nvCxnSpPr>
        <p:spPr>
          <a:xfrm rot="5400000" flipH="1" flipV="1">
            <a:off x="7287737" y="2697971"/>
            <a:ext cx="259459" cy="794"/>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DE73A01D-A045-B2D8-4058-786E730CD134}"/>
              </a:ext>
            </a:extLst>
          </p:cNvPr>
          <p:cNvCxnSpPr/>
          <p:nvPr/>
        </p:nvCxnSpPr>
        <p:spPr>
          <a:xfrm rot="5400000" flipH="1" flipV="1">
            <a:off x="1941115" y="2747701"/>
            <a:ext cx="259459" cy="794"/>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C51B3A0C-3A60-57F0-381C-CD4C4BC6DEEA}"/>
              </a:ext>
            </a:extLst>
          </p:cNvPr>
          <p:cNvCxnSpPr/>
          <p:nvPr/>
        </p:nvCxnSpPr>
        <p:spPr>
          <a:xfrm rot="5400000" flipH="1" flipV="1">
            <a:off x="2614135" y="2744671"/>
            <a:ext cx="259459" cy="794"/>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20" name="Table 19">
            <a:extLst>
              <a:ext uri="{FF2B5EF4-FFF2-40B4-BE49-F238E27FC236}">
                <a16:creationId xmlns:a16="http://schemas.microsoft.com/office/drawing/2014/main" id="{34BE568A-C9E9-936E-E4B4-B5F98F11DF48}"/>
              </a:ext>
            </a:extLst>
          </p:cNvPr>
          <p:cNvGraphicFramePr>
            <a:graphicFrameLocks noGrp="1"/>
          </p:cNvGraphicFramePr>
          <p:nvPr/>
        </p:nvGraphicFramePr>
        <p:xfrm>
          <a:off x="820539" y="3814713"/>
          <a:ext cx="2099226" cy="304800"/>
        </p:xfrm>
        <a:graphic>
          <a:graphicData uri="http://schemas.openxmlformats.org/drawingml/2006/table">
            <a:tbl>
              <a:tblPr/>
              <a:tblGrid>
                <a:gridCol w="349871">
                  <a:extLst>
                    <a:ext uri="{9D8B030D-6E8A-4147-A177-3AD203B41FA5}">
                      <a16:colId xmlns:a16="http://schemas.microsoft.com/office/drawing/2014/main" val="20000"/>
                    </a:ext>
                  </a:extLst>
                </a:gridCol>
                <a:gridCol w="349871">
                  <a:extLst>
                    <a:ext uri="{9D8B030D-6E8A-4147-A177-3AD203B41FA5}">
                      <a16:colId xmlns:a16="http://schemas.microsoft.com/office/drawing/2014/main" val="20001"/>
                    </a:ext>
                  </a:extLst>
                </a:gridCol>
                <a:gridCol w="349871">
                  <a:extLst>
                    <a:ext uri="{9D8B030D-6E8A-4147-A177-3AD203B41FA5}">
                      <a16:colId xmlns:a16="http://schemas.microsoft.com/office/drawing/2014/main" val="20002"/>
                    </a:ext>
                  </a:extLst>
                </a:gridCol>
                <a:gridCol w="349871">
                  <a:extLst>
                    <a:ext uri="{9D8B030D-6E8A-4147-A177-3AD203B41FA5}">
                      <a16:colId xmlns:a16="http://schemas.microsoft.com/office/drawing/2014/main" val="20003"/>
                    </a:ext>
                  </a:extLst>
                </a:gridCol>
                <a:gridCol w="349871">
                  <a:extLst>
                    <a:ext uri="{9D8B030D-6E8A-4147-A177-3AD203B41FA5}">
                      <a16:colId xmlns:a16="http://schemas.microsoft.com/office/drawing/2014/main" val="20004"/>
                    </a:ext>
                  </a:extLst>
                </a:gridCol>
                <a:gridCol w="349871">
                  <a:extLst>
                    <a:ext uri="{9D8B030D-6E8A-4147-A177-3AD203B41FA5}">
                      <a16:colId xmlns:a16="http://schemas.microsoft.com/office/drawing/2014/main" val="20005"/>
                    </a:ext>
                  </a:extLst>
                </a:gridCol>
              </a:tblGrid>
              <a:tr h="167258">
                <a:tc>
                  <a:txBody>
                    <a:bodyPr/>
                    <a:lstStyle/>
                    <a:p>
                      <a:pPr algn="ctr"/>
                      <a:r>
                        <a:rPr lang="en-US" dirty="0"/>
                        <a:t>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3</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4</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5</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21" name="Table 20">
            <a:extLst>
              <a:ext uri="{FF2B5EF4-FFF2-40B4-BE49-F238E27FC236}">
                <a16:creationId xmlns:a16="http://schemas.microsoft.com/office/drawing/2014/main" id="{E0806A68-A168-54E6-273C-ED6FA88C722A}"/>
              </a:ext>
            </a:extLst>
          </p:cNvPr>
          <p:cNvGraphicFramePr>
            <a:graphicFrameLocks noGrp="1"/>
          </p:cNvGraphicFramePr>
          <p:nvPr/>
        </p:nvGraphicFramePr>
        <p:xfrm>
          <a:off x="826264" y="3359813"/>
          <a:ext cx="2099226" cy="395276"/>
        </p:xfrm>
        <a:graphic>
          <a:graphicData uri="http://schemas.openxmlformats.org/drawingml/2006/table">
            <a:tbl>
              <a:tblPr/>
              <a:tblGrid>
                <a:gridCol w="349871">
                  <a:extLst>
                    <a:ext uri="{9D8B030D-6E8A-4147-A177-3AD203B41FA5}">
                      <a16:colId xmlns:a16="http://schemas.microsoft.com/office/drawing/2014/main" val="20000"/>
                    </a:ext>
                  </a:extLst>
                </a:gridCol>
                <a:gridCol w="349871">
                  <a:extLst>
                    <a:ext uri="{9D8B030D-6E8A-4147-A177-3AD203B41FA5}">
                      <a16:colId xmlns:a16="http://schemas.microsoft.com/office/drawing/2014/main" val="20001"/>
                    </a:ext>
                  </a:extLst>
                </a:gridCol>
                <a:gridCol w="349871">
                  <a:extLst>
                    <a:ext uri="{9D8B030D-6E8A-4147-A177-3AD203B41FA5}">
                      <a16:colId xmlns:a16="http://schemas.microsoft.com/office/drawing/2014/main" val="20002"/>
                    </a:ext>
                  </a:extLst>
                </a:gridCol>
                <a:gridCol w="349871">
                  <a:extLst>
                    <a:ext uri="{9D8B030D-6E8A-4147-A177-3AD203B41FA5}">
                      <a16:colId xmlns:a16="http://schemas.microsoft.com/office/drawing/2014/main" val="20003"/>
                    </a:ext>
                  </a:extLst>
                </a:gridCol>
                <a:gridCol w="349871">
                  <a:extLst>
                    <a:ext uri="{9D8B030D-6E8A-4147-A177-3AD203B41FA5}">
                      <a16:colId xmlns:a16="http://schemas.microsoft.com/office/drawing/2014/main" val="20004"/>
                    </a:ext>
                  </a:extLst>
                </a:gridCol>
                <a:gridCol w="349871">
                  <a:extLst>
                    <a:ext uri="{9D8B030D-6E8A-4147-A177-3AD203B41FA5}">
                      <a16:colId xmlns:a16="http://schemas.microsoft.com/office/drawing/2014/main" val="20005"/>
                    </a:ext>
                  </a:extLst>
                </a:gridCol>
              </a:tblGrid>
              <a:tr h="395276">
                <a:tc>
                  <a:txBody>
                    <a:bodyPr/>
                    <a:lstStyle/>
                    <a:p>
                      <a:pPr algn="ctr"/>
                      <a:r>
                        <a:rPr lang="en-US" b="1" dirty="0">
                          <a:solidFill>
                            <a:srgbClr val="FF0000"/>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1" dirty="0">
                          <a:solidFill>
                            <a:srgbClr val="FF0000"/>
                          </a:solidFill>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1" dirty="0">
                          <a:solidFill>
                            <a:srgbClr val="FF0000"/>
                          </a:solidFill>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1" dirty="0">
                          <a:solidFill>
                            <a:srgbClr val="FF0000"/>
                          </a:solidFill>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1" dirty="0">
                          <a:solidFill>
                            <a:srgbClr val="FF0000"/>
                          </a:solidFill>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1" dirty="0">
                          <a:solidFill>
                            <a:srgbClr val="FF0000"/>
                          </a:solidFill>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cxnSp>
        <p:nvCxnSpPr>
          <p:cNvPr id="22" name="Straight Arrow Connector 21">
            <a:extLst>
              <a:ext uri="{FF2B5EF4-FFF2-40B4-BE49-F238E27FC236}">
                <a16:creationId xmlns:a16="http://schemas.microsoft.com/office/drawing/2014/main" id="{B952769E-50C3-ADED-615C-A105C3E2DB35}"/>
              </a:ext>
            </a:extLst>
          </p:cNvPr>
          <p:cNvCxnSpPr/>
          <p:nvPr/>
        </p:nvCxnSpPr>
        <p:spPr>
          <a:xfrm flipV="1">
            <a:off x="813598" y="3196962"/>
            <a:ext cx="2053355" cy="4990"/>
          </a:xfrm>
          <a:prstGeom prst="straightConnector1">
            <a:avLst/>
          </a:prstGeom>
          <a:ln w="1905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0FC39F5A-2BBD-AAD4-9621-B3AAECF23183}"/>
              </a:ext>
            </a:extLst>
          </p:cNvPr>
          <p:cNvCxnSpPr/>
          <p:nvPr/>
        </p:nvCxnSpPr>
        <p:spPr>
          <a:xfrm>
            <a:off x="3885027" y="4609466"/>
            <a:ext cx="1373945" cy="2347"/>
          </a:xfrm>
          <a:prstGeom prst="straightConnector1">
            <a:avLst/>
          </a:prstGeom>
          <a:ln w="1905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25" name="Google Shape;69;p13">
            <a:extLst>
              <a:ext uri="{FF2B5EF4-FFF2-40B4-BE49-F238E27FC236}">
                <a16:creationId xmlns:a16="http://schemas.microsoft.com/office/drawing/2014/main" id="{A5B483F6-A9E1-1C3F-5B55-E43C9A2A5729}"/>
              </a:ext>
            </a:extLst>
          </p:cNvPr>
          <p:cNvSpPr/>
          <p:nvPr/>
        </p:nvSpPr>
        <p:spPr>
          <a:xfrm>
            <a:off x="2131256" y="4367850"/>
            <a:ext cx="1638887" cy="415498"/>
          </a:xfrm>
          <a:prstGeom prst="rect">
            <a:avLst/>
          </a:prstGeom>
          <a:noFill/>
          <a:ln>
            <a:noFill/>
          </a:ln>
        </p:spPr>
        <p:txBody>
          <a:bodyPr spcFirstLastPara="1" wrap="square" lIns="0" tIns="0" rIns="0" bIns="0" anchor="t" anchorCtr="0">
            <a:spAutoFit/>
          </a:bodyPr>
          <a:lstStyle/>
          <a:p>
            <a:pPr lvl="0">
              <a:lnSpc>
                <a:spcPct val="150000"/>
              </a:lnSpc>
              <a:buSzPts val="1800"/>
            </a:pPr>
            <a:r>
              <a:rPr lang="en-US" sz="1800" dirty="0">
                <a:solidFill>
                  <a:schemeClr val="dk1"/>
                </a:solidFill>
                <a:latin typeface="Consolas"/>
                <a:ea typeface="Consolas"/>
                <a:cs typeface="Consolas"/>
                <a:sym typeface="Consolas"/>
              </a:rPr>
              <a:t>Sorted Array:</a:t>
            </a:r>
            <a:endParaRPr/>
          </a:p>
        </p:txBody>
      </p:sp>
      <p:sp>
        <p:nvSpPr>
          <p:cNvPr id="26" name="Google Shape;69;p13">
            <a:extLst>
              <a:ext uri="{FF2B5EF4-FFF2-40B4-BE49-F238E27FC236}">
                <a16:creationId xmlns:a16="http://schemas.microsoft.com/office/drawing/2014/main" id="{FD2F9323-9418-5010-FA8B-2F069E73A122}"/>
              </a:ext>
            </a:extLst>
          </p:cNvPr>
          <p:cNvSpPr/>
          <p:nvPr/>
        </p:nvSpPr>
        <p:spPr>
          <a:xfrm>
            <a:off x="5466955" y="4367850"/>
            <a:ext cx="1638887" cy="415498"/>
          </a:xfrm>
          <a:prstGeom prst="rect">
            <a:avLst/>
          </a:prstGeom>
          <a:noFill/>
          <a:ln>
            <a:noFill/>
          </a:ln>
        </p:spPr>
        <p:txBody>
          <a:bodyPr spcFirstLastPara="1" wrap="square" lIns="0" tIns="0" rIns="0" bIns="0" anchor="t" anchorCtr="0">
            <a:spAutoFit/>
          </a:bodyPr>
          <a:lstStyle/>
          <a:p>
            <a:pPr lvl="0">
              <a:lnSpc>
                <a:spcPct val="150000"/>
              </a:lnSpc>
              <a:buSzPts val="1800"/>
            </a:pPr>
            <a:r>
              <a:rPr lang="en-US" sz="1800" dirty="0">
                <a:solidFill>
                  <a:schemeClr val="dk1"/>
                </a:solidFill>
                <a:latin typeface="Consolas"/>
                <a:ea typeface="Consolas"/>
                <a:cs typeface="Consolas"/>
                <a:sym typeface="Consolas"/>
              </a:rPr>
              <a:t>Sorted Array:</a:t>
            </a:r>
            <a:endParaRPr dirty="0"/>
          </a:p>
        </p:txBody>
      </p:sp>
      <p:cxnSp>
        <p:nvCxnSpPr>
          <p:cNvPr id="27" name="Straight Arrow Connector 26">
            <a:extLst>
              <a:ext uri="{FF2B5EF4-FFF2-40B4-BE49-F238E27FC236}">
                <a16:creationId xmlns:a16="http://schemas.microsoft.com/office/drawing/2014/main" id="{843FAE1E-3138-90FA-1C5E-5EAB0FE0594C}"/>
              </a:ext>
            </a:extLst>
          </p:cNvPr>
          <p:cNvCxnSpPr>
            <a:cxnSpLocks/>
          </p:cNvCxnSpPr>
          <p:nvPr/>
        </p:nvCxnSpPr>
        <p:spPr>
          <a:xfrm>
            <a:off x="7169374" y="4609466"/>
            <a:ext cx="1217825" cy="16744"/>
          </a:xfrm>
          <a:prstGeom prst="straightConnector1">
            <a:avLst/>
          </a:prstGeom>
          <a:ln w="19050">
            <a:headEnd type="arrow"/>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41278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lide(from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slide(from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55"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1000" fill="hold"/>
                                        <p:tgtEl>
                                          <p:spTgt spid="7"/>
                                        </p:tgtEl>
                                        <p:attrNameLst>
                                          <p:attrName>ppt_w</p:attrName>
                                        </p:attrNameLst>
                                      </p:cBhvr>
                                      <p:tavLst>
                                        <p:tav tm="0">
                                          <p:val>
                                            <p:strVal val="#ppt_w*0.70"/>
                                          </p:val>
                                        </p:tav>
                                        <p:tav tm="100000">
                                          <p:val>
                                            <p:strVal val="#ppt_w"/>
                                          </p:val>
                                        </p:tav>
                                      </p:tavLst>
                                    </p:anim>
                                    <p:anim calcmode="lin" valueType="num">
                                      <p:cBhvr>
                                        <p:cTn id="18" dur="1000" fill="hold"/>
                                        <p:tgtEl>
                                          <p:spTgt spid="7"/>
                                        </p:tgtEl>
                                        <p:attrNameLst>
                                          <p:attrName>ppt_h</p:attrName>
                                        </p:attrNameLst>
                                      </p:cBhvr>
                                      <p:tavLst>
                                        <p:tav tm="0">
                                          <p:val>
                                            <p:strVal val="#ppt_h"/>
                                          </p:val>
                                        </p:tav>
                                        <p:tav tm="100000">
                                          <p:val>
                                            <p:strVal val="#ppt_h"/>
                                          </p:val>
                                        </p:tav>
                                      </p:tavLst>
                                    </p:anim>
                                    <p:animEffect transition="in" filter="fade">
                                      <p:cBhvr>
                                        <p:cTn id="19" dur="1000"/>
                                        <p:tgtEl>
                                          <p:spTgt spid="7"/>
                                        </p:tgtEl>
                                      </p:cBhvr>
                                    </p:animEffect>
                                  </p:childTnLst>
                                </p:cTn>
                              </p:par>
                            </p:childTnLst>
                          </p:cTn>
                        </p:par>
                        <p:par>
                          <p:cTn id="20" fill="hold">
                            <p:stCondLst>
                              <p:cond delay="1000"/>
                            </p:stCondLst>
                            <p:childTnLst>
                              <p:par>
                                <p:cTn id="21" presetID="55" presetClass="entr" presetSubtype="0" fill="hold" nodeType="after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p:cTn id="23" dur="1000" fill="hold"/>
                                        <p:tgtEl>
                                          <p:spTgt spid="8"/>
                                        </p:tgtEl>
                                        <p:attrNameLst>
                                          <p:attrName>ppt_w</p:attrName>
                                        </p:attrNameLst>
                                      </p:cBhvr>
                                      <p:tavLst>
                                        <p:tav tm="0">
                                          <p:val>
                                            <p:strVal val="#ppt_w*0.70"/>
                                          </p:val>
                                        </p:tav>
                                        <p:tav tm="100000">
                                          <p:val>
                                            <p:strVal val="#ppt_w"/>
                                          </p:val>
                                        </p:tav>
                                      </p:tavLst>
                                    </p:anim>
                                    <p:anim calcmode="lin" valueType="num">
                                      <p:cBhvr>
                                        <p:cTn id="24" dur="1000" fill="hold"/>
                                        <p:tgtEl>
                                          <p:spTgt spid="8"/>
                                        </p:tgtEl>
                                        <p:attrNameLst>
                                          <p:attrName>ppt_h</p:attrName>
                                        </p:attrNameLst>
                                      </p:cBhvr>
                                      <p:tavLst>
                                        <p:tav tm="0">
                                          <p:val>
                                            <p:strVal val="#ppt_h"/>
                                          </p:val>
                                        </p:tav>
                                        <p:tav tm="100000">
                                          <p:val>
                                            <p:strVal val="#ppt_h"/>
                                          </p:val>
                                        </p:tav>
                                      </p:tavLst>
                                    </p:anim>
                                    <p:animEffect transition="in" filter="fade">
                                      <p:cBhvr>
                                        <p:cTn id="25" dur="1000"/>
                                        <p:tgtEl>
                                          <p:spTgt spid="8"/>
                                        </p:tgtEl>
                                      </p:cBhvr>
                                    </p:animEffect>
                                  </p:childTnLst>
                                </p:cTn>
                              </p:par>
                            </p:childTnLst>
                          </p:cTn>
                        </p:par>
                        <p:par>
                          <p:cTn id="26" fill="hold">
                            <p:stCondLst>
                              <p:cond delay="2000"/>
                            </p:stCondLst>
                            <p:childTnLst>
                              <p:par>
                                <p:cTn id="27" presetID="55" presetClass="entr" presetSubtype="0" fill="hold" nodeType="afterEffect">
                                  <p:stCondLst>
                                    <p:cond delay="0"/>
                                  </p:stCondLst>
                                  <p:childTnLst>
                                    <p:set>
                                      <p:cBhvr>
                                        <p:cTn id="28" dur="1" fill="hold">
                                          <p:stCondLst>
                                            <p:cond delay="0"/>
                                          </p:stCondLst>
                                        </p:cTn>
                                        <p:tgtEl>
                                          <p:spTgt spid="10"/>
                                        </p:tgtEl>
                                        <p:attrNameLst>
                                          <p:attrName>style.visibility</p:attrName>
                                        </p:attrNameLst>
                                      </p:cBhvr>
                                      <p:to>
                                        <p:strVal val="visible"/>
                                      </p:to>
                                    </p:set>
                                    <p:anim calcmode="lin" valueType="num">
                                      <p:cBhvr>
                                        <p:cTn id="29" dur="1000" fill="hold"/>
                                        <p:tgtEl>
                                          <p:spTgt spid="10"/>
                                        </p:tgtEl>
                                        <p:attrNameLst>
                                          <p:attrName>ppt_w</p:attrName>
                                        </p:attrNameLst>
                                      </p:cBhvr>
                                      <p:tavLst>
                                        <p:tav tm="0">
                                          <p:val>
                                            <p:strVal val="#ppt_w*0.70"/>
                                          </p:val>
                                        </p:tav>
                                        <p:tav tm="100000">
                                          <p:val>
                                            <p:strVal val="#ppt_w"/>
                                          </p:val>
                                        </p:tav>
                                      </p:tavLst>
                                    </p:anim>
                                    <p:anim calcmode="lin" valueType="num">
                                      <p:cBhvr>
                                        <p:cTn id="30" dur="1000" fill="hold"/>
                                        <p:tgtEl>
                                          <p:spTgt spid="10"/>
                                        </p:tgtEl>
                                        <p:attrNameLst>
                                          <p:attrName>ppt_h</p:attrName>
                                        </p:attrNameLst>
                                      </p:cBhvr>
                                      <p:tavLst>
                                        <p:tav tm="0">
                                          <p:val>
                                            <p:strVal val="#ppt_h"/>
                                          </p:val>
                                        </p:tav>
                                        <p:tav tm="100000">
                                          <p:val>
                                            <p:strVal val="#ppt_h"/>
                                          </p:val>
                                        </p:tav>
                                      </p:tavLst>
                                    </p:anim>
                                    <p:animEffect transition="in" filter="fade">
                                      <p:cBhvr>
                                        <p:cTn id="31" dur="1000"/>
                                        <p:tgtEl>
                                          <p:spTgt spid="10"/>
                                        </p:tgtEl>
                                      </p:cBhvr>
                                    </p:animEffect>
                                  </p:childTnLst>
                                </p:cTn>
                              </p:par>
                            </p:childTnLst>
                          </p:cTn>
                        </p:par>
                        <p:par>
                          <p:cTn id="32" fill="hold">
                            <p:stCondLst>
                              <p:cond delay="3000"/>
                            </p:stCondLst>
                            <p:childTnLst>
                              <p:par>
                                <p:cTn id="33" presetID="55" presetClass="entr" presetSubtype="0" fill="hold" nodeType="after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p:cTn id="35" dur="1000" fill="hold"/>
                                        <p:tgtEl>
                                          <p:spTgt spid="9"/>
                                        </p:tgtEl>
                                        <p:attrNameLst>
                                          <p:attrName>ppt_w</p:attrName>
                                        </p:attrNameLst>
                                      </p:cBhvr>
                                      <p:tavLst>
                                        <p:tav tm="0">
                                          <p:val>
                                            <p:strVal val="#ppt_w*0.70"/>
                                          </p:val>
                                        </p:tav>
                                        <p:tav tm="100000">
                                          <p:val>
                                            <p:strVal val="#ppt_w"/>
                                          </p:val>
                                        </p:tav>
                                      </p:tavLst>
                                    </p:anim>
                                    <p:anim calcmode="lin" valueType="num">
                                      <p:cBhvr>
                                        <p:cTn id="36" dur="1000" fill="hold"/>
                                        <p:tgtEl>
                                          <p:spTgt spid="9"/>
                                        </p:tgtEl>
                                        <p:attrNameLst>
                                          <p:attrName>ppt_h</p:attrName>
                                        </p:attrNameLst>
                                      </p:cBhvr>
                                      <p:tavLst>
                                        <p:tav tm="0">
                                          <p:val>
                                            <p:strVal val="#ppt_h"/>
                                          </p:val>
                                        </p:tav>
                                        <p:tav tm="100000">
                                          <p:val>
                                            <p:strVal val="#ppt_h"/>
                                          </p:val>
                                        </p:tav>
                                      </p:tavLst>
                                    </p:anim>
                                    <p:animEffect transition="in" filter="fade">
                                      <p:cBhvr>
                                        <p:cTn id="37" dur="10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1" fill="hold"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slide(fromTop)">
                                      <p:cBhvr>
                                        <p:cTn id="42" dur="50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12" presetClass="entr" presetSubtype="1" fill="hold"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slide(fromTop)">
                                      <p:cBhvr>
                                        <p:cTn id="47" dur="500"/>
                                        <p:tgtEl>
                                          <p:spTgt spid="12"/>
                                        </p:tgtEl>
                                      </p:cBhvr>
                                    </p:animEffect>
                                  </p:childTnLst>
                                </p:cTn>
                              </p:par>
                            </p:childTnLst>
                          </p:cTn>
                        </p:par>
                      </p:childTnLst>
                    </p:cTn>
                  </p:par>
                  <p:par>
                    <p:cTn id="48" fill="hold">
                      <p:stCondLst>
                        <p:cond delay="indefinite"/>
                      </p:stCondLst>
                      <p:childTnLst>
                        <p:par>
                          <p:cTn id="49" fill="hold">
                            <p:stCondLst>
                              <p:cond delay="0"/>
                            </p:stCondLst>
                            <p:childTnLst>
                              <p:par>
                                <p:cTn id="50" presetID="55" presetClass="entr" presetSubtype="0" fill="hold" nodeType="clickEffect">
                                  <p:stCondLst>
                                    <p:cond delay="0"/>
                                  </p:stCondLst>
                                  <p:childTnLst>
                                    <p:set>
                                      <p:cBhvr>
                                        <p:cTn id="51" dur="1" fill="hold">
                                          <p:stCondLst>
                                            <p:cond delay="0"/>
                                          </p:stCondLst>
                                        </p:cTn>
                                        <p:tgtEl>
                                          <p:spTgt spid="13"/>
                                        </p:tgtEl>
                                        <p:attrNameLst>
                                          <p:attrName>style.visibility</p:attrName>
                                        </p:attrNameLst>
                                      </p:cBhvr>
                                      <p:to>
                                        <p:strVal val="visible"/>
                                      </p:to>
                                    </p:set>
                                    <p:anim calcmode="lin" valueType="num">
                                      <p:cBhvr>
                                        <p:cTn id="52" dur="1000" fill="hold"/>
                                        <p:tgtEl>
                                          <p:spTgt spid="13"/>
                                        </p:tgtEl>
                                        <p:attrNameLst>
                                          <p:attrName>ppt_w</p:attrName>
                                        </p:attrNameLst>
                                      </p:cBhvr>
                                      <p:tavLst>
                                        <p:tav tm="0">
                                          <p:val>
                                            <p:strVal val="#ppt_w*0.70"/>
                                          </p:val>
                                        </p:tav>
                                        <p:tav tm="100000">
                                          <p:val>
                                            <p:strVal val="#ppt_w"/>
                                          </p:val>
                                        </p:tav>
                                      </p:tavLst>
                                    </p:anim>
                                    <p:anim calcmode="lin" valueType="num">
                                      <p:cBhvr>
                                        <p:cTn id="53" dur="1000" fill="hold"/>
                                        <p:tgtEl>
                                          <p:spTgt spid="13"/>
                                        </p:tgtEl>
                                        <p:attrNameLst>
                                          <p:attrName>ppt_h</p:attrName>
                                        </p:attrNameLst>
                                      </p:cBhvr>
                                      <p:tavLst>
                                        <p:tav tm="0">
                                          <p:val>
                                            <p:strVal val="#ppt_h"/>
                                          </p:val>
                                        </p:tav>
                                        <p:tav tm="100000">
                                          <p:val>
                                            <p:strVal val="#ppt_h"/>
                                          </p:val>
                                        </p:tav>
                                      </p:tavLst>
                                    </p:anim>
                                    <p:animEffect transition="in" filter="fade">
                                      <p:cBhvr>
                                        <p:cTn id="54" dur="1000"/>
                                        <p:tgtEl>
                                          <p:spTgt spid="13"/>
                                        </p:tgtEl>
                                      </p:cBhvr>
                                    </p:animEffect>
                                  </p:childTnLst>
                                </p:cTn>
                              </p:par>
                            </p:childTnLst>
                          </p:cTn>
                        </p:par>
                        <p:par>
                          <p:cTn id="55" fill="hold">
                            <p:stCondLst>
                              <p:cond delay="1000"/>
                            </p:stCondLst>
                            <p:childTnLst>
                              <p:par>
                                <p:cTn id="56" presetID="55" presetClass="entr" presetSubtype="0" fill="hold" nodeType="afterEffect">
                                  <p:stCondLst>
                                    <p:cond delay="0"/>
                                  </p:stCondLst>
                                  <p:childTnLst>
                                    <p:set>
                                      <p:cBhvr>
                                        <p:cTn id="57" dur="1" fill="hold">
                                          <p:stCondLst>
                                            <p:cond delay="0"/>
                                          </p:stCondLst>
                                        </p:cTn>
                                        <p:tgtEl>
                                          <p:spTgt spid="14"/>
                                        </p:tgtEl>
                                        <p:attrNameLst>
                                          <p:attrName>style.visibility</p:attrName>
                                        </p:attrNameLst>
                                      </p:cBhvr>
                                      <p:to>
                                        <p:strVal val="visible"/>
                                      </p:to>
                                    </p:set>
                                    <p:anim calcmode="lin" valueType="num">
                                      <p:cBhvr>
                                        <p:cTn id="58" dur="1000" fill="hold"/>
                                        <p:tgtEl>
                                          <p:spTgt spid="14"/>
                                        </p:tgtEl>
                                        <p:attrNameLst>
                                          <p:attrName>ppt_w</p:attrName>
                                        </p:attrNameLst>
                                      </p:cBhvr>
                                      <p:tavLst>
                                        <p:tav tm="0">
                                          <p:val>
                                            <p:strVal val="#ppt_w*0.70"/>
                                          </p:val>
                                        </p:tav>
                                        <p:tav tm="100000">
                                          <p:val>
                                            <p:strVal val="#ppt_w"/>
                                          </p:val>
                                        </p:tav>
                                      </p:tavLst>
                                    </p:anim>
                                    <p:anim calcmode="lin" valueType="num">
                                      <p:cBhvr>
                                        <p:cTn id="59" dur="1000" fill="hold"/>
                                        <p:tgtEl>
                                          <p:spTgt spid="14"/>
                                        </p:tgtEl>
                                        <p:attrNameLst>
                                          <p:attrName>ppt_h</p:attrName>
                                        </p:attrNameLst>
                                      </p:cBhvr>
                                      <p:tavLst>
                                        <p:tav tm="0">
                                          <p:val>
                                            <p:strVal val="#ppt_h"/>
                                          </p:val>
                                        </p:tav>
                                        <p:tav tm="100000">
                                          <p:val>
                                            <p:strVal val="#ppt_h"/>
                                          </p:val>
                                        </p:tav>
                                      </p:tavLst>
                                    </p:anim>
                                    <p:animEffect transition="in" filter="fade">
                                      <p:cBhvr>
                                        <p:cTn id="60" dur="1000"/>
                                        <p:tgtEl>
                                          <p:spTgt spid="14"/>
                                        </p:tgtEl>
                                      </p:cBhvr>
                                    </p:animEffect>
                                  </p:childTnLst>
                                </p:cTn>
                              </p:par>
                            </p:childTnLst>
                          </p:cTn>
                        </p:par>
                        <p:par>
                          <p:cTn id="61" fill="hold">
                            <p:stCondLst>
                              <p:cond delay="2000"/>
                            </p:stCondLst>
                            <p:childTnLst>
                              <p:par>
                                <p:cTn id="62" presetID="55" presetClass="entr" presetSubtype="0" fill="hold" nodeType="afterEffect">
                                  <p:stCondLst>
                                    <p:cond delay="0"/>
                                  </p:stCondLst>
                                  <p:childTnLst>
                                    <p:set>
                                      <p:cBhvr>
                                        <p:cTn id="63" dur="1" fill="hold">
                                          <p:stCondLst>
                                            <p:cond delay="0"/>
                                          </p:stCondLst>
                                        </p:cTn>
                                        <p:tgtEl>
                                          <p:spTgt spid="15"/>
                                        </p:tgtEl>
                                        <p:attrNameLst>
                                          <p:attrName>style.visibility</p:attrName>
                                        </p:attrNameLst>
                                      </p:cBhvr>
                                      <p:to>
                                        <p:strVal val="visible"/>
                                      </p:to>
                                    </p:set>
                                    <p:anim calcmode="lin" valueType="num">
                                      <p:cBhvr>
                                        <p:cTn id="64" dur="1000" fill="hold"/>
                                        <p:tgtEl>
                                          <p:spTgt spid="15"/>
                                        </p:tgtEl>
                                        <p:attrNameLst>
                                          <p:attrName>ppt_w</p:attrName>
                                        </p:attrNameLst>
                                      </p:cBhvr>
                                      <p:tavLst>
                                        <p:tav tm="0">
                                          <p:val>
                                            <p:strVal val="#ppt_w*0.70"/>
                                          </p:val>
                                        </p:tav>
                                        <p:tav tm="100000">
                                          <p:val>
                                            <p:strVal val="#ppt_w"/>
                                          </p:val>
                                        </p:tav>
                                      </p:tavLst>
                                    </p:anim>
                                    <p:anim calcmode="lin" valueType="num">
                                      <p:cBhvr>
                                        <p:cTn id="65" dur="1000" fill="hold"/>
                                        <p:tgtEl>
                                          <p:spTgt spid="15"/>
                                        </p:tgtEl>
                                        <p:attrNameLst>
                                          <p:attrName>ppt_h</p:attrName>
                                        </p:attrNameLst>
                                      </p:cBhvr>
                                      <p:tavLst>
                                        <p:tav tm="0">
                                          <p:val>
                                            <p:strVal val="#ppt_h"/>
                                          </p:val>
                                        </p:tav>
                                        <p:tav tm="100000">
                                          <p:val>
                                            <p:strVal val="#ppt_h"/>
                                          </p:val>
                                        </p:tav>
                                      </p:tavLst>
                                    </p:anim>
                                    <p:animEffect transition="in" filter="fade">
                                      <p:cBhvr>
                                        <p:cTn id="66" dur="1000"/>
                                        <p:tgtEl>
                                          <p:spTgt spid="15"/>
                                        </p:tgtEl>
                                      </p:cBhvr>
                                    </p:animEffect>
                                  </p:childTnLst>
                                </p:cTn>
                              </p:par>
                            </p:childTnLst>
                          </p:cTn>
                        </p:par>
                      </p:childTnLst>
                    </p:cTn>
                  </p:par>
                  <p:par>
                    <p:cTn id="67" fill="hold">
                      <p:stCondLst>
                        <p:cond delay="indefinite"/>
                      </p:stCondLst>
                      <p:childTnLst>
                        <p:par>
                          <p:cTn id="68" fill="hold">
                            <p:stCondLst>
                              <p:cond delay="0"/>
                            </p:stCondLst>
                            <p:childTnLst>
                              <p:par>
                                <p:cTn id="69" presetID="4" presetClass="entr" presetSubtype="16" repeatCount="indefinite" fill="hold" nodeType="clickEffect">
                                  <p:stCondLst>
                                    <p:cond delay="0"/>
                                  </p:stCondLst>
                                  <p:endCondLst>
                                    <p:cond evt="onNext" delay="0">
                                      <p:tgtEl>
                                        <p:sldTgt/>
                                      </p:tgtEl>
                                    </p:cond>
                                  </p:endCondLst>
                                  <p:childTnLst>
                                    <p:set>
                                      <p:cBhvr>
                                        <p:cTn id="70" dur="1" fill="hold">
                                          <p:stCondLst>
                                            <p:cond delay="0"/>
                                          </p:stCondLst>
                                        </p:cTn>
                                        <p:tgtEl>
                                          <p:spTgt spid="16"/>
                                        </p:tgtEl>
                                        <p:attrNameLst>
                                          <p:attrName>style.visibility</p:attrName>
                                        </p:attrNameLst>
                                      </p:cBhvr>
                                      <p:to>
                                        <p:strVal val="visible"/>
                                      </p:to>
                                    </p:set>
                                    <p:animEffect transition="in" filter="box(in)">
                                      <p:cBhvr>
                                        <p:cTn id="71" dur="500"/>
                                        <p:tgtEl>
                                          <p:spTgt spid="16"/>
                                        </p:tgtEl>
                                      </p:cBhvr>
                                    </p:animEffect>
                                  </p:childTnLst>
                                </p:cTn>
                              </p:par>
                            </p:childTnLst>
                          </p:cTn>
                        </p:par>
                      </p:childTnLst>
                    </p:cTn>
                  </p:par>
                  <p:par>
                    <p:cTn id="72" fill="hold">
                      <p:stCondLst>
                        <p:cond delay="indefinite"/>
                      </p:stCondLst>
                      <p:childTnLst>
                        <p:par>
                          <p:cTn id="73" fill="hold">
                            <p:stCondLst>
                              <p:cond delay="0"/>
                            </p:stCondLst>
                            <p:childTnLst>
                              <p:par>
                                <p:cTn id="74" presetID="4" presetClass="entr" presetSubtype="16" repeatCount="indefinite" fill="hold" nodeType="clickEffect">
                                  <p:stCondLst>
                                    <p:cond delay="0"/>
                                  </p:stCondLst>
                                  <p:endCondLst>
                                    <p:cond evt="onNext" delay="0">
                                      <p:tgtEl>
                                        <p:sldTgt/>
                                      </p:tgtEl>
                                    </p:cond>
                                  </p:endCondLst>
                                  <p:childTnLst>
                                    <p:set>
                                      <p:cBhvr>
                                        <p:cTn id="75" dur="1" fill="hold">
                                          <p:stCondLst>
                                            <p:cond delay="0"/>
                                          </p:stCondLst>
                                        </p:cTn>
                                        <p:tgtEl>
                                          <p:spTgt spid="17"/>
                                        </p:tgtEl>
                                        <p:attrNameLst>
                                          <p:attrName>style.visibility</p:attrName>
                                        </p:attrNameLst>
                                      </p:cBhvr>
                                      <p:to>
                                        <p:strVal val="visible"/>
                                      </p:to>
                                    </p:set>
                                    <p:animEffect transition="in" filter="box(in)">
                                      <p:cBhvr>
                                        <p:cTn id="76" dur="500"/>
                                        <p:tgtEl>
                                          <p:spTgt spid="17"/>
                                        </p:tgtEl>
                                      </p:cBhvr>
                                    </p:animEffect>
                                  </p:childTnLst>
                                </p:cTn>
                              </p:par>
                            </p:childTnLst>
                          </p:cTn>
                        </p:par>
                      </p:childTnLst>
                    </p:cTn>
                  </p:par>
                  <p:par>
                    <p:cTn id="77" fill="hold">
                      <p:stCondLst>
                        <p:cond delay="indefinite"/>
                      </p:stCondLst>
                      <p:childTnLst>
                        <p:par>
                          <p:cTn id="78" fill="hold">
                            <p:stCondLst>
                              <p:cond delay="0"/>
                            </p:stCondLst>
                            <p:childTnLst>
                              <p:par>
                                <p:cTn id="79" presetID="4" presetClass="entr" presetSubtype="16" repeatCount="indefinite" fill="hold" nodeType="clickEffect">
                                  <p:stCondLst>
                                    <p:cond delay="0"/>
                                  </p:stCondLst>
                                  <p:endCondLst>
                                    <p:cond evt="onNext" delay="0">
                                      <p:tgtEl>
                                        <p:sldTgt/>
                                      </p:tgtEl>
                                    </p:cond>
                                  </p:endCondLst>
                                  <p:childTnLst>
                                    <p:set>
                                      <p:cBhvr>
                                        <p:cTn id="80" dur="1" fill="hold">
                                          <p:stCondLst>
                                            <p:cond delay="0"/>
                                          </p:stCondLst>
                                        </p:cTn>
                                        <p:tgtEl>
                                          <p:spTgt spid="18"/>
                                        </p:tgtEl>
                                        <p:attrNameLst>
                                          <p:attrName>style.visibility</p:attrName>
                                        </p:attrNameLst>
                                      </p:cBhvr>
                                      <p:to>
                                        <p:strVal val="visible"/>
                                      </p:to>
                                    </p:set>
                                    <p:animEffect transition="in" filter="box(in)">
                                      <p:cBhvr>
                                        <p:cTn id="81" dur="500"/>
                                        <p:tgtEl>
                                          <p:spTgt spid="18"/>
                                        </p:tgtEl>
                                      </p:cBhvr>
                                    </p:animEffect>
                                  </p:childTnLst>
                                </p:cTn>
                              </p:par>
                            </p:childTnLst>
                          </p:cTn>
                        </p:par>
                      </p:childTnLst>
                    </p:cTn>
                  </p:par>
                  <p:par>
                    <p:cTn id="82" fill="hold">
                      <p:stCondLst>
                        <p:cond delay="indefinite"/>
                      </p:stCondLst>
                      <p:childTnLst>
                        <p:par>
                          <p:cTn id="83" fill="hold">
                            <p:stCondLst>
                              <p:cond delay="0"/>
                            </p:stCondLst>
                            <p:childTnLst>
                              <p:par>
                                <p:cTn id="84" presetID="4" presetClass="entr" presetSubtype="16" repeatCount="indefinite" fill="hold" nodeType="clickEffect">
                                  <p:stCondLst>
                                    <p:cond delay="0"/>
                                  </p:stCondLst>
                                  <p:endCondLst>
                                    <p:cond evt="onNext" delay="0">
                                      <p:tgtEl>
                                        <p:sldTgt/>
                                      </p:tgtEl>
                                    </p:cond>
                                  </p:endCondLst>
                                  <p:childTnLst>
                                    <p:set>
                                      <p:cBhvr>
                                        <p:cTn id="85" dur="1" fill="hold">
                                          <p:stCondLst>
                                            <p:cond delay="0"/>
                                          </p:stCondLst>
                                        </p:cTn>
                                        <p:tgtEl>
                                          <p:spTgt spid="19"/>
                                        </p:tgtEl>
                                        <p:attrNameLst>
                                          <p:attrName>style.visibility</p:attrName>
                                        </p:attrNameLst>
                                      </p:cBhvr>
                                      <p:to>
                                        <p:strVal val="visible"/>
                                      </p:to>
                                    </p:set>
                                    <p:animEffect transition="in" filter="box(in)">
                                      <p:cBhvr>
                                        <p:cTn id="86" dur="500"/>
                                        <p:tgtEl>
                                          <p:spTgt spid="19"/>
                                        </p:tgtEl>
                                      </p:cBhvr>
                                    </p:animEffect>
                                  </p:childTnLst>
                                </p:cTn>
                              </p:par>
                            </p:childTnLst>
                          </p:cTn>
                        </p:par>
                      </p:childTnLst>
                    </p:cTn>
                  </p:par>
                  <p:par>
                    <p:cTn id="87" fill="hold">
                      <p:stCondLst>
                        <p:cond delay="indefinite"/>
                      </p:stCondLst>
                      <p:childTnLst>
                        <p:par>
                          <p:cTn id="88" fill="hold">
                            <p:stCondLst>
                              <p:cond delay="0"/>
                            </p:stCondLst>
                            <p:childTnLst>
                              <p:par>
                                <p:cTn id="89" presetID="12" presetClass="entr" presetSubtype="1" fill="hold" nodeType="clickEffect">
                                  <p:stCondLst>
                                    <p:cond delay="0"/>
                                  </p:stCondLst>
                                  <p:childTnLst>
                                    <p:set>
                                      <p:cBhvr>
                                        <p:cTn id="90" dur="1" fill="hold">
                                          <p:stCondLst>
                                            <p:cond delay="0"/>
                                          </p:stCondLst>
                                        </p:cTn>
                                        <p:tgtEl>
                                          <p:spTgt spid="20"/>
                                        </p:tgtEl>
                                        <p:attrNameLst>
                                          <p:attrName>style.visibility</p:attrName>
                                        </p:attrNameLst>
                                      </p:cBhvr>
                                      <p:to>
                                        <p:strVal val="visible"/>
                                      </p:to>
                                    </p:set>
                                    <p:animEffect transition="in" filter="slide(fromTop)">
                                      <p:cBhvr>
                                        <p:cTn id="91" dur="500"/>
                                        <p:tgtEl>
                                          <p:spTgt spid="20"/>
                                        </p:tgtEl>
                                      </p:cBhvr>
                                    </p:animEffect>
                                  </p:childTnLst>
                                </p:cTn>
                              </p:par>
                            </p:childTnLst>
                          </p:cTn>
                        </p:par>
                      </p:childTnLst>
                    </p:cTn>
                  </p:par>
                  <p:par>
                    <p:cTn id="92" fill="hold">
                      <p:stCondLst>
                        <p:cond delay="indefinite"/>
                      </p:stCondLst>
                      <p:childTnLst>
                        <p:par>
                          <p:cTn id="93" fill="hold">
                            <p:stCondLst>
                              <p:cond delay="0"/>
                            </p:stCondLst>
                            <p:childTnLst>
                              <p:par>
                                <p:cTn id="94" presetID="55" presetClass="entr" presetSubtype="0" fill="hold" nodeType="clickEffect">
                                  <p:stCondLst>
                                    <p:cond delay="0"/>
                                  </p:stCondLst>
                                  <p:childTnLst>
                                    <p:set>
                                      <p:cBhvr>
                                        <p:cTn id="95" dur="1" fill="hold">
                                          <p:stCondLst>
                                            <p:cond delay="0"/>
                                          </p:stCondLst>
                                        </p:cTn>
                                        <p:tgtEl>
                                          <p:spTgt spid="21"/>
                                        </p:tgtEl>
                                        <p:attrNameLst>
                                          <p:attrName>style.visibility</p:attrName>
                                        </p:attrNameLst>
                                      </p:cBhvr>
                                      <p:to>
                                        <p:strVal val="visible"/>
                                      </p:to>
                                    </p:set>
                                    <p:anim calcmode="lin" valueType="num">
                                      <p:cBhvr>
                                        <p:cTn id="96" dur="1000" fill="hold"/>
                                        <p:tgtEl>
                                          <p:spTgt spid="21"/>
                                        </p:tgtEl>
                                        <p:attrNameLst>
                                          <p:attrName>ppt_w</p:attrName>
                                        </p:attrNameLst>
                                      </p:cBhvr>
                                      <p:tavLst>
                                        <p:tav tm="0">
                                          <p:val>
                                            <p:strVal val="#ppt_w*0.70"/>
                                          </p:val>
                                        </p:tav>
                                        <p:tav tm="100000">
                                          <p:val>
                                            <p:strVal val="#ppt_w"/>
                                          </p:val>
                                        </p:tav>
                                      </p:tavLst>
                                    </p:anim>
                                    <p:anim calcmode="lin" valueType="num">
                                      <p:cBhvr>
                                        <p:cTn id="97" dur="1000" fill="hold"/>
                                        <p:tgtEl>
                                          <p:spTgt spid="21"/>
                                        </p:tgtEl>
                                        <p:attrNameLst>
                                          <p:attrName>ppt_h</p:attrName>
                                        </p:attrNameLst>
                                      </p:cBhvr>
                                      <p:tavLst>
                                        <p:tav tm="0">
                                          <p:val>
                                            <p:strVal val="#ppt_h"/>
                                          </p:val>
                                        </p:tav>
                                        <p:tav tm="100000">
                                          <p:val>
                                            <p:strVal val="#ppt_h"/>
                                          </p:val>
                                        </p:tav>
                                      </p:tavLst>
                                    </p:anim>
                                    <p:animEffect transition="in" filter="fade">
                                      <p:cBhvr>
                                        <p:cTn id="98" dur="1000"/>
                                        <p:tgtEl>
                                          <p:spTgt spid="21"/>
                                        </p:tgtEl>
                                      </p:cBhvr>
                                    </p:animEffect>
                                  </p:childTnLst>
                                </p:cTn>
                              </p:par>
                            </p:childTnLst>
                          </p:cTn>
                        </p:par>
                        <p:par>
                          <p:cTn id="99" fill="hold">
                            <p:stCondLst>
                              <p:cond delay="1000"/>
                            </p:stCondLst>
                            <p:childTnLst>
                              <p:par>
                                <p:cTn id="100" presetID="55" presetClass="entr" presetSubtype="0" fill="hold" nodeType="afterEffect">
                                  <p:stCondLst>
                                    <p:cond delay="0"/>
                                  </p:stCondLst>
                                  <p:childTnLst>
                                    <p:set>
                                      <p:cBhvr>
                                        <p:cTn id="101" dur="1" fill="hold">
                                          <p:stCondLst>
                                            <p:cond delay="0"/>
                                          </p:stCondLst>
                                        </p:cTn>
                                        <p:tgtEl>
                                          <p:spTgt spid="22"/>
                                        </p:tgtEl>
                                        <p:attrNameLst>
                                          <p:attrName>style.visibility</p:attrName>
                                        </p:attrNameLst>
                                      </p:cBhvr>
                                      <p:to>
                                        <p:strVal val="visible"/>
                                      </p:to>
                                    </p:set>
                                    <p:anim calcmode="lin" valueType="num">
                                      <p:cBhvr>
                                        <p:cTn id="102" dur="1000" fill="hold"/>
                                        <p:tgtEl>
                                          <p:spTgt spid="22"/>
                                        </p:tgtEl>
                                        <p:attrNameLst>
                                          <p:attrName>ppt_w</p:attrName>
                                        </p:attrNameLst>
                                      </p:cBhvr>
                                      <p:tavLst>
                                        <p:tav tm="0">
                                          <p:val>
                                            <p:strVal val="#ppt_w*0.70"/>
                                          </p:val>
                                        </p:tav>
                                        <p:tav tm="100000">
                                          <p:val>
                                            <p:strVal val="#ppt_w"/>
                                          </p:val>
                                        </p:tav>
                                      </p:tavLst>
                                    </p:anim>
                                    <p:anim calcmode="lin" valueType="num">
                                      <p:cBhvr>
                                        <p:cTn id="103" dur="1000" fill="hold"/>
                                        <p:tgtEl>
                                          <p:spTgt spid="22"/>
                                        </p:tgtEl>
                                        <p:attrNameLst>
                                          <p:attrName>ppt_h</p:attrName>
                                        </p:attrNameLst>
                                      </p:cBhvr>
                                      <p:tavLst>
                                        <p:tav tm="0">
                                          <p:val>
                                            <p:strVal val="#ppt_h"/>
                                          </p:val>
                                        </p:tav>
                                        <p:tav tm="100000">
                                          <p:val>
                                            <p:strVal val="#ppt_h"/>
                                          </p:val>
                                        </p:tav>
                                      </p:tavLst>
                                    </p:anim>
                                    <p:animEffect transition="in" filter="fade">
                                      <p:cBhvr>
                                        <p:cTn id="104" dur="1000"/>
                                        <p:tgtEl>
                                          <p:spTgt spid="22"/>
                                        </p:tgtEl>
                                      </p:cBhvr>
                                    </p:animEffect>
                                  </p:childTnLst>
                                </p:cTn>
                              </p:par>
                            </p:childTnLst>
                          </p:cTn>
                        </p:par>
                      </p:childTnLst>
                    </p:cTn>
                  </p:par>
                  <p:par>
                    <p:cTn id="105" fill="hold">
                      <p:stCondLst>
                        <p:cond delay="indefinite"/>
                      </p:stCondLst>
                      <p:childTnLst>
                        <p:par>
                          <p:cTn id="106" fill="hold">
                            <p:stCondLst>
                              <p:cond delay="0"/>
                            </p:stCondLst>
                            <p:childTnLst>
                              <p:par>
                                <p:cTn id="107" presetID="12" presetClass="entr" presetSubtype="8" fill="hold" grpId="0" nodeType="clickEffect">
                                  <p:stCondLst>
                                    <p:cond delay="0"/>
                                  </p:stCondLst>
                                  <p:childTnLst>
                                    <p:set>
                                      <p:cBhvr>
                                        <p:cTn id="108" dur="1" fill="hold">
                                          <p:stCondLst>
                                            <p:cond delay="0"/>
                                          </p:stCondLst>
                                        </p:cTn>
                                        <p:tgtEl>
                                          <p:spTgt spid="25"/>
                                        </p:tgtEl>
                                        <p:attrNameLst>
                                          <p:attrName>style.visibility</p:attrName>
                                        </p:attrNameLst>
                                      </p:cBhvr>
                                      <p:to>
                                        <p:strVal val="visible"/>
                                      </p:to>
                                    </p:set>
                                    <p:animEffect transition="in" filter="slide(fromLeft)">
                                      <p:cBhvr>
                                        <p:cTn id="109" dur="500"/>
                                        <p:tgtEl>
                                          <p:spTgt spid="25"/>
                                        </p:tgtEl>
                                      </p:cBhvr>
                                    </p:animEffect>
                                  </p:childTnLst>
                                </p:cTn>
                              </p:par>
                            </p:childTnLst>
                          </p:cTn>
                        </p:par>
                        <p:par>
                          <p:cTn id="110" fill="hold">
                            <p:stCondLst>
                              <p:cond delay="500"/>
                            </p:stCondLst>
                            <p:childTnLst>
                              <p:par>
                                <p:cTn id="111" presetID="55" presetClass="entr" presetSubtype="0" fill="hold" nodeType="afterEffect">
                                  <p:stCondLst>
                                    <p:cond delay="0"/>
                                  </p:stCondLst>
                                  <p:childTnLst>
                                    <p:set>
                                      <p:cBhvr>
                                        <p:cTn id="112" dur="1" fill="hold">
                                          <p:stCondLst>
                                            <p:cond delay="0"/>
                                          </p:stCondLst>
                                        </p:cTn>
                                        <p:tgtEl>
                                          <p:spTgt spid="24"/>
                                        </p:tgtEl>
                                        <p:attrNameLst>
                                          <p:attrName>style.visibility</p:attrName>
                                        </p:attrNameLst>
                                      </p:cBhvr>
                                      <p:to>
                                        <p:strVal val="visible"/>
                                      </p:to>
                                    </p:set>
                                    <p:anim calcmode="lin" valueType="num">
                                      <p:cBhvr>
                                        <p:cTn id="113" dur="1000" fill="hold"/>
                                        <p:tgtEl>
                                          <p:spTgt spid="24"/>
                                        </p:tgtEl>
                                        <p:attrNameLst>
                                          <p:attrName>ppt_w</p:attrName>
                                        </p:attrNameLst>
                                      </p:cBhvr>
                                      <p:tavLst>
                                        <p:tav tm="0">
                                          <p:val>
                                            <p:strVal val="#ppt_w*0.70"/>
                                          </p:val>
                                        </p:tav>
                                        <p:tav tm="100000">
                                          <p:val>
                                            <p:strVal val="#ppt_w"/>
                                          </p:val>
                                        </p:tav>
                                      </p:tavLst>
                                    </p:anim>
                                    <p:anim calcmode="lin" valueType="num">
                                      <p:cBhvr>
                                        <p:cTn id="114" dur="1000" fill="hold"/>
                                        <p:tgtEl>
                                          <p:spTgt spid="24"/>
                                        </p:tgtEl>
                                        <p:attrNameLst>
                                          <p:attrName>ppt_h</p:attrName>
                                        </p:attrNameLst>
                                      </p:cBhvr>
                                      <p:tavLst>
                                        <p:tav tm="0">
                                          <p:val>
                                            <p:strVal val="#ppt_h"/>
                                          </p:val>
                                        </p:tav>
                                        <p:tav tm="100000">
                                          <p:val>
                                            <p:strVal val="#ppt_h"/>
                                          </p:val>
                                        </p:tav>
                                      </p:tavLst>
                                    </p:anim>
                                    <p:animEffect transition="in" filter="fade">
                                      <p:cBhvr>
                                        <p:cTn id="115" dur="1000"/>
                                        <p:tgtEl>
                                          <p:spTgt spid="24"/>
                                        </p:tgtEl>
                                      </p:cBhvr>
                                    </p:animEffect>
                                  </p:childTnLst>
                                </p:cTn>
                              </p:par>
                            </p:childTnLst>
                          </p:cTn>
                        </p:par>
                      </p:childTnLst>
                    </p:cTn>
                  </p:par>
                  <p:par>
                    <p:cTn id="116" fill="hold">
                      <p:stCondLst>
                        <p:cond delay="indefinite"/>
                      </p:stCondLst>
                      <p:childTnLst>
                        <p:par>
                          <p:cTn id="117" fill="hold">
                            <p:stCondLst>
                              <p:cond delay="0"/>
                            </p:stCondLst>
                            <p:childTnLst>
                              <p:par>
                                <p:cTn id="118" presetID="12" presetClass="entr" presetSubtype="8" fill="hold" grpId="0" nodeType="clickEffect">
                                  <p:stCondLst>
                                    <p:cond delay="0"/>
                                  </p:stCondLst>
                                  <p:childTnLst>
                                    <p:set>
                                      <p:cBhvr>
                                        <p:cTn id="119" dur="1" fill="hold">
                                          <p:stCondLst>
                                            <p:cond delay="0"/>
                                          </p:stCondLst>
                                        </p:cTn>
                                        <p:tgtEl>
                                          <p:spTgt spid="26"/>
                                        </p:tgtEl>
                                        <p:attrNameLst>
                                          <p:attrName>style.visibility</p:attrName>
                                        </p:attrNameLst>
                                      </p:cBhvr>
                                      <p:to>
                                        <p:strVal val="visible"/>
                                      </p:to>
                                    </p:set>
                                    <p:animEffect transition="in" filter="slide(fromLeft)">
                                      <p:cBhvr>
                                        <p:cTn id="120" dur="500"/>
                                        <p:tgtEl>
                                          <p:spTgt spid="26"/>
                                        </p:tgtEl>
                                      </p:cBhvr>
                                    </p:animEffect>
                                  </p:childTnLst>
                                </p:cTn>
                              </p:par>
                            </p:childTnLst>
                          </p:cTn>
                        </p:par>
                        <p:par>
                          <p:cTn id="121" fill="hold">
                            <p:stCondLst>
                              <p:cond delay="500"/>
                            </p:stCondLst>
                            <p:childTnLst>
                              <p:par>
                                <p:cTn id="122" presetID="55" presetClass="entr" presetSubtype="0" fill="hold" nodeType="afterEffect">
                                  <p:stCondLst>
                                    <p:cond delay="0"/>
                                  </p:stCondLst>
                                  <p:childTnLst>
                                    <p:set>
                                      <p:cBhvr>
                                        <p:cTn id="123" dur="1" fill="hold">
                                          <p:stCondLst>
                                            <p:cond delay="0"/>
                                          </p:stCondLst>
                                        </p:cTn>
                                        <p:tgtEl>
                                          <p:spTgt spid="27"/>
                                        </p:tgtEl>
                                        <p:attrNameLst>
                                          <p:attrName>style.visibility</p:attrName>
                                        </p:attrNameLst>
                                      </p:cBhvr>
                                      <p:to>
                                        <p:strVal val="visible"/>
                                      </p:to>
                                    </p:set>
                                    <p:anim calcmode="lin" valueType="num">
                                      <p:cBhvr>
                                        <p:cTn id="124" dur="1000" fill="hold"/>
                                        <p:tgtEl>
                                          <p:spTgt spid="27"/>
                                        </p:tgtEl>
                                        <p:attrNameLst>
                                          <p:attrName>ppt_w</p:attrName>
                                        </p:attrNameLst>
                                      </p:cBhvr>
                                      <p:tavLst>
                                        <p:tav tm="0">
                                          <p:val>
                                            <p:strVal val="#ppt_w*0.70"/>
                                          </p:val>
                                        </p:tav>
                                        <p:tav tm="100000">
                                          <p:val>
                                            <p:strVal val="#ppt_w"/>
                                          </p:val>
                                        </p:tav>
                                      </p:tavLst>
                                    </p:anim>
                                    <p:anim calcmode="lin" valueType="num">
                                      <p:cBhvr>
                                        <p:cTn id="125" dur="1000" fill="hold"/>
                                        <p:tgtEl>
                                          <p:spTgt spid="27"/>
                                        </p:tgtEl>
                                        <p:attrNameLst>
                                          <p:attrName>ppt_h</p:attrName>
                                        </p:attrNameLst>
                                      </p:cBhvr>
                                      <p:tavLst>
                                        <p:tav tm="0">
                                          <p:val>
                                            <p:strVal val="#ppt_h"/>
                                          </p:val>
                                        </p:tav>
                                        <p:tav tm="100000">
                                          <p:val>
                                            <p:strVal val="#ppt_h"/>
                                          </p:val>
                                        </p:tav>
                                      </p:tavLst>
                                    </p:anim>
                                    <p:animEffect transition="in" filter="fade">
                                      <p:cBhvr>
                                        <p:cTn id="126" dur="10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25" grpId="0"/>
      <p:bldP spid="2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1;p13">
            <a:extLst>
              <a:ext uri="{FF2B5EF4-FFF2-40B4-BE49-F238E27FC236}">
                <a16:creationId xmlns:a16="http://schemas.microsoft.com/office/drawing/2014/main" id="{060EEBB7-7A07-A182-DD85-52DB300CDE38}"/>
              </a:ext>
            </a:extLst>
          </p:cNvPr>
          <p:cNvSpPr/>
          <p:nvPr/>
        </p:nvSpPr>
        <p:spPr>
          <a:xfrm>
            <a:off x="2111298" y="363682"/>
            <a:ext cx="4921404" cy="291073"/>
          </a:xfrm>
          <a:prstGeom prst="roundRect">
            <a:avLst>
              <a:gd name="adj" fmla="val 16667"/>
            </a:avLst>
          </a:prstGeom>
          <a:solidFill>
            <a:srgbClr val="99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lvl="0" algn="ctr"/>
            <a:r>
              <a:rPr lang="en-US" sz="1600" b="1" dirty="0">
                <a:solidFill>
                  <a:schemeClr val="lt1"/>
                </a:solidFill>
                <a:latin typeface="Consolas"/>
                <a:ea typeface="Consolas"/>
                <a:cs typeface="Consolas"/>
                <a:sym typeface="Consolas"/>
              </a:rPr>
              <a:t>SELECTION SORT</a:t>
            </a:r>
            <a:endParaRPr/>
          </a:p>
        </p:txBody>
      </p:sp>
      <p:graphicFrame>
        <p:nvGraphicFramePr>
          <p:cNvPr id="5" name="Google Shape;195;p40">
            <a:extLst>
              <a:ext uri="{FF2B5EF4-FFF2-40B4-BE49-F238E27FC236}">
                <a16:creationId xmlns:a16="http://schemas.microsoft.com/office/drawing/2014/main" id="{517A890E-0301-6DC7-5C8E-44D7852FC8BE}"/>
              </a:ext>
            </a:extLst>
          </p:cNvPr>
          <p:cNvGraphicFramePr/>
          <p:nvPr>
            <p:extLst>
              <p:ext uri="{D42A27DB-BD31-4B8C-83A1-F6EECF244321}">
                <p14:modId xmlns:p14="http://schemas.microsoft.com/office/powerpoint/2010/main" val="4105939619"/>
              </p:ext>
            </p:extLst>
          </p:nvPr>
        </p:nvGraphicFramePr>
        <p:xfrm>
          <a:off x="213434" y="748455"/>
          <a:ext cx="8106477" cy="4304734"/>
        </p:xfrm>
        <a:graphic>
          <a:graphicData uri="http://schemas.openxmlformats.org/drawingml/2006/table">
            <a:tbl>
              <a:tblPr firstRow="1" bandRow="1">
                <a:noFill/>
              </a:tblPr>
              <a:tblGrid>
                <a:gridCol w="4004920">
                  <a:extLst>
                    <a:ext uri="{9D8B030D-6E8A-4147-A177-3AD203B41FA5}">
                      <a16:colId xmlns:a16="http://schemas.microsoft.com/office/drawing/2014/main" val="20000"/>
                    </a:ext>
                  </a:extLst>
                </a:gridCol>
                <a:gridCol w="4101557">
                  <a:extLst>
                    <a:ext uri="{9D8B030D-6E8A-4147-A177-3AD203B41FA5}">
                      <a16:colId xmlns:a16="http://schemas.microsoft.com/office/drawing/2014/main" val="20001"/>
                    </a:ext>
                  </a:extLst>
                </a:gridCol>
              </a:tblGrid>
              <a:tr h="4304734">
                <a:tc>
                  <a:txBody>
                    <a:bodyPr/>
                    <a:lstStyle/>
                    <a:p>
                      <a:pPr marL="0" lvl="0" indent="0" algn="l" rtl="0">
                        <a:spcBef>
                          <a:spcPts val="0"/>
                        </a:spcBef>
                        <a:spcAft>
                          <a:spcPts val="0"/>
                        </a:spcAft>
                        <a:buSzPts val="1100"/>
                        <a:buNone/>
                      </a:pPr>
                      <a:r>
                        <a:rPr lang="nn-NO" sz="1400" b="0" dirty="0">
                          <a:solidFill>
                            <a:schemeClr val="dk1"/>
                          </a:solidFill>
                          <a:latin typeface="Consolas" pitchFamily="49" charset="0"/>
                          <a:ea typeface="Consolas"/>
                          <a:cs typeface="Consolas"/>
                          <a:sym typeface="Consolas"/>
                        </a:rPr>
                        <a:t>class EthCode</a:t>
                      </a:r>
                    </a:p>
                    <a:p>
                      <a:pPr marL="0" lvl="0" indent="0" algn="l" rtl="0">
                        <a:spcBef>
                          <a:spcPts val="0"/>
                        </a:spcBef>
                        <a:spcAft>
                          <a:spcPts val="0"/>
                        </a:spcAft>
                        <a:buSzPts val="1100"/>
                        <a:buNone/>
                      </a:pPr>
                      <a:r>
                        <a:rPr lang="nn-NO" sz="1400" b="0" dirty="0">
                          <a:solidFill>
                            <a:schemeClr val="dk1"/>
                          </a:solidFill>
                          <a:latin typeface="Consolas" pitchFamily="49" charset="0"/>
                          <a:ea typeface="Consolas"/>
                          <a:cs typeface="Consolas"/>
                          <a:sym typeface="Consolas"/>
                        </a:rPr>
                        <a:t>{</a:t>
                      </a:r>
                    </a:p>
                    <a:p>
                      <a:pPr marL="0" lvl="0" indent="0" algn="l" rtl="0">
                        <a:spcBef>
                          <a:spcPts val="0"/>
                        </a:spcBef>
                        <a:spcAft>
                          <a:spcPts val="0"/>
                        </a:spcAft>
                        <a:buSzPts val="1100"/>
                        <a:buNone/>
                      </a:pPr>
                      <a:r>
                        <a:rPr lang="nn-NO" sz="1400" b="0" dirty="0">
                          <a:solidFill>
                            <a:schemeClr val="dk1"/>
                          </a:solidFill>
                          <a:latin typeface="Consolas" pitchFamily="49" charset="0"/>
                          <a:ea typeface="Consolas"/>
                          <a:cs typeface="Consolas"/>
                          <a:sym typeface="Consolas"/>
                        </a:rPr>
                        <a:t>void sort(int arr[])</a:t>
                      </a:r>
                    </a:p>
                    <a:p>
                      <a:pPr marL="0" lvl="0" indent="0" algn="l" rtl="0">
                        <a:spcBef>
                          <a:spcPts val="0"/>
                        </a:spcBef>
                        <a:spcAft>
                          <a:spcPts val="0"/>
                        </a:spcAft>
                        <a:buSzPts val="1100"/>
                        <a:buNone/>
                      </a:pPr>
                      <a:r>
                        <a:rPr lang="nn-NO" sz="1400" b="0" dirty="0">
                          <a:solidFill>
                            <a:schemeClr val="dk1"/>
                          </a:solidFill>
                          <a:latin typeface="Consolas" pitchFamily="49" charset="0"/>
                          <a:ea typeface="Consolas"/>
                          <a:cs typeface="Consolas"/>
                          <a:sym typeface="Consolas"/>
                        </a:rPr>
                        <a:t>{</a:t>
                      </a:r>
                    </a:p>
                    <a:p>
                      <a:pPr marL="0" lvl="0" indent="0" algn="l" rtl="0">
                        <a:spcBef>
                          <a:spcPts val="0"/>
                        </a:spcBef>
                        <a:spcAft>
                          <a:spcPts val="0"/>
                        </a:spcAft>
                        <a:buSzPts val="1100"/>
                        <a:buNone/>
                      </a:pPr>
                      <a:r>
                        <a:rPr lang="nn-NO" sz="1400" b="0" dirty="0">
                          <a:solidFill>
                            <a:schemeClr val="dk1"/>
                          </a:solidFill>
                          <a:latin typeface="Consolas" pitchFamily="49" charset="0"/>
                          <a:ea typeface="Consolas"/>
                          <a:cs typeface="Consolas"/>
                          <a:sym typeface="Consolas"/>
                        </a:rPr>
                        <a:t>int n = arr.length;</a:t>
                      </a:r>
                    </a:p>
                    <a:p>
                      <a:pPr marL="0" lvl="0" indent="0" algn="l" rtl="0">
                        <a:spcBef>
                          <a:spcPts val="0"/>
                        </a:spcBef>
                        <a:spcAft>
                          <a:spcPts val="0"/>
                        </a:spcAft>
                        <a:buSzPts val="1100"/>
                        <a:buNone/>
                      </a:pPr>
                      <a:r>
                        <a:rPr lang="nn-NO" sz="1400" b="0" dirty="0">
                          <a:solidFill>
                            <a:schemeClr val="dk1"/>
                          </a:solidFill>
                          <a:latin typeface="Consolas" pitchFamily="49" charset="0"/>
                          <a:ea typeface="Consolas"/>
                          <a:cs typeface="Consolas"/>
                          <a:sym typeface="Consolas"/>
                        </a:rPr>
                        <a:t>// One by one move boundary of unsorted subarray</a:t>
                      </a:r>
                    </a:p>
                    <a:p>
                      <a:pPr marL="0" lvl="0" indent="0" algn="l" rtl="0">
                        <a:spcBef>
                          <a:spcPts val="0"/>
                        </a:spcBef>
                        <a:spcAft>
                          <a:spcPts val="0"/>
                        </a:spcAft>
                        <a:buSzPts val="1100"/>
                        <a:buNone/>
                      </a:pPr>
                      <a:r>
                        <a:rPr lang="nn-NO" sz="1400" b="0" dirty="0">
                          <a:solidFill>
                            <a:schemeClr val="dk1"/>
                          </a:solidFill>
                          <a:latin typeface="Consolas" pitchFamily="49" charset="0"/>
                          <a:ea typeface="Consolas"/>
                          <a:cs typeface="Consolas"/>
                          <a:sym typeface="Consolas"/>
                        </a:rPr>
                        <a:t>for (int i = 0; i &lt; n-1; i++)</a:t>
                      </a:r>
                    </a:p>
                    <a:p>
                      <a:pPr marL="0" lvl="0" indent="0" algn="l" rtl="0">
                        <a:spcBef>
                          <a:spcPts val="0"/>
                        </a:spcBef>
                        <a:spcAft>
                          <a:spcPts val="0"/>
                        </a:spcAft>
                        <a:buSzPts val="1100"/>
                        <a:buNone/>
                      </a:pPr>
                      <a:r>
                        <a:rPr lang="nn-NO" sz="1400" b="0" dirty="0">
                          <a:solidFill>
                            <a:schemeClr val="dk1"/>
                          </a:solidFill>
                          <a:latin typeface="Consolas" pitchFamily="49" charset="0"/>
                          <a:ea typeface="Consolas"/>
                          <a:cs typeface="Consolas"/>
                          <a:sym typeface="Consolas"/>
                        </a:rPr>
                        <a:t>{</a:t>
                      </a:r>
                    </a:p>
                    <a:p>
                      <a:pPr marL="0" lvl="0" indent="0" algn="l" rtl="0">
                        <a:spcBef>
                          <a:spcPts val="0"/>
                        </a:spcBef>
                        <a:spcAft>
                          <a:spcPts val="0"/>
                        </a:spcAft>
                        <a:buSzPts val="1100"/>
                        <a:buNone/>
                      </a:pPr>
                      <a:r>
                        <a:rPr lang="nn-NO" sz="1400" b="0" dirty="0">
                          <a:solidFill>
                            <a:schemeClr val="dk1"/>
                          </a:solidFill>
                          <a:latin typeface="Consolas" pitchFamily="49" charset="0"/>
                          <a:ea typeface="Consolas"/>
                          <a:cs typeface="Consolas"/>
                          <a:sym typeface="Consolas"/>
                        </a:rPr>
                        <a:t>// Find the minimum element in unsorted array</a:t>
                      </a:r>
                    </a:p>
                    <a:p>
                      <a:pPr marL="0" lvl="0" indent="0" algn="l" rtl="0">
                        <a:spcBef>
                          <a:spcPts val="0"/>
                        </a:spcBef>
                        <a:spcAft>
                          <a:spcPts val="0"/>
                        </a:spcAft>
                        <a:buSzPts val="1100"/>
                        <a:buNone/>
                      </a:pPr>
                      <a:r>
                        <a:rPr lang="nn-NO" sz="1400" b="0" dirty="0">
                          <a:solidFill>
                            <a:schemeClr val="dk1"/>
                          </a:solidFill>
                          <a:latin typeface="Consolas" pitchFamily="49" charset="0"/>
                          <a:ea typeface="Consolas"/>
                          <a:cs typeface="Consolas"/>
                          <a:sym typeface="Consolas"/>
                        </a:rPr>
                        <a:t>int min_idx = i;</a:t>
                      </a:r>
                    </a:p>
                    <a:p>
                      <a:pPr marL="0" lvl="0" indent="0" algn="l" rtl="0">
                        <a:spcBef>
                          <a:spcPts val="0"/>
                        </a:spcBef>
                        <a:spcAft>
                          <a:spcPts val="0"/>
                        </a:spcAft>
                        <a:buSzPts val="1100"/>
                        <a:buNone/>
                      </a:pPr>
                      <a:r>
                        <a:rPr lang="nn-NO" sz="1400" b="0" dirty="0">
                          <a:solidFill>
                            <a:schemeClr val="dk1"/>
                          </a:solidFill>
                          <a:latin typeface="Consolas" pitchFamily="49" charset="0"/>
                          <a:ea typeface="Consolas"/>
                          <a:cs typeface="Consolas"/>
                          <a:sym typeface="Consolas"/>
                        </a:rPr>
                        <a:t>for (int j = i+1; j &lt; n; j++)</a:t>
                      </a:r>
                    </a:p>
                    <a:p>
                      <a:pPr marL="0" lvl="0" indent="0" algn="l" rtl="0">
                        <a:spcBef>
                          <a:spcPts val="0"/>
                        </a:spcBef>
                        <a:spcAft>
                          <a:spcPts val="0"/>
                        </a:spcAft>
                        <a:buSzPts val="1100"/>
                        <a:buNone/>
                      </a:pPr>
                      <a:r>
                        <a:rPr lang="nn-NO" sz="1400" b="0" dirty="0">
                          <a:solidFill>
                            <a:schemeClr val="dk1"/>
                          </a:solidFill>
                          <a:latin typeface="Consolas" pitchFamily="49" charset="0"/>
                          <a:ea typeface="Consolas"/>
                          <a:cs typeface="Consolas"/>
                          <a:sym typeface="Consolas"/>
                        </a:rPr>
                        <a:t>if (arr[j] &lt; arr[min_idx])</a:t>
                      </a:r>
                    </a:p>
                    <a:p>
                      <a:pPr marL="0" lvl="0" indent="0" algn="l" rtl="0">
                        <a:spcBef>
                          <a:spcPts val="0"/>
                        </a:spcBef>
                        <a:spcAft>
                          <a:spcPts val="0"/>
                        </a:spcAft>
                        <a:buSzPts val="1100"/>
                        <a:buNone/>
                      </a:pPr>
                      <a:r>
                        <a:rPr lang="nn-NO" sz="1400" b="0" dirty="0">
                          <a:solidFill>
                            <a:schemeClr val="dk1"/>
                          </a:solidFill>
                          <a:latin typeface="Consolas" pitchFamily="49" charset="0"/>
                          <a:ea typeface="Consolas"/>
                          <a:cs typeface="Consolas"/>
                          <a:sym typeface="Consolas"/>
                        </a:rPr>
                        <a:t>min_idx = j;</a:t>
                      </a:r>
                    </a:p>
                    <a:p>
                      <a:pPr marL="0" lvl="0" indent="0" algn="l" rtl="0">
                        <a:spcBef>
                          <a:spcPts val="0"/>
                        </a:spcBef>
                        <a:spcAft>
                          <a:spcPts val="0"/>
                        </a:spcAft>
                        <a:buSzPts val="1100"/>
                        <a:buNone/>
                      </a:pPr>
                      <a:endParaRPr lang="nn-NO" sz="1400" b="0" dirty="0">
                        <a:solidFill>
                          <a:schemeClr val="dk1"/>
                        </a:solidFill>
                        <a:latin typeface="Consolas" pitchFamily="49" charset="0"/>
                        <a:ea typeface="Consolas"/>
                        <a:cs typeface="Consolas"/>
                        <a:sym typeface="Consolas"/>
                      </a:endParaRPr>
                    </a:p>
                    <a:p>
                      <a:pPr marL="0" lvl="0" indent="0" algn="l" rtl="0">
                        <a:spcBef>
                          <a:spcPts val="0"/>
                        </a:spcBef>
                        <a:spcAft>
                          <a:spcPts val="0"/>
                        </a:spcAft>
                        <a:buSzPts val="1100"/>
                        <a:buNone/>
                      </a:pPr>
                      <a:r>
                        <a:rPr lang="en-US" sz="1400" b="0" dirty="0">
                          <a:solidFill>
                            <a:schemeClr val="dk1"/>
                          </a:solidFill>
                          <a:latin typeface="Consolas" pitchFamily="49" charset="0"/>
                          <a:ea typeface="Consolas"/>
                          <a:cs typeface="Consolas"/>
                          <a:sym typeface="Consolas"/>
                        </a:rPr>
                        <a:t>// Swap the found minimum element with the first</a:t>
                      </a:r>
                    </a:p>
                    <a:p>
                      <a:pPr marL="0" lvl="0" indent="0" algn="l" rtl="0">
                        <a:spcBef>
                          <a:spcPts val="0"/>
                        </a:spcBef>
                        <a:spcAft>
                          <a:spcPts val="0"/>
                        </a:spcAft>
                        <a:buSzPts val="1100"/>
                        <a:buNone/>
                      </a:pPr>
                      <a:r>
                        <a:rPr lang="en-US" sz="1400" b="0" dirty="0">
                          <a:solidFill>
                            <a:schemeClr val="dk1"/>
                          </a:solidFill>
                          <a:latin typeface="Consolas" pitchFamily="49" charset="0"/>
                          <a:ea typeface="Consolas"/>
                          <a:cs typeface="Consolas"/>
                          <a:sym typeface="Consolas"/>
                        </a:rPr>
                        <a:t>// element</a:t>
                      </a:r>
                      <a:endParaRPr lang="nn-NO" sz="1400" b="0" dirty="0">
                        <a:solidFill>
                          <a:schemeClr val="dk1"/>
                        </a:solidFill>
                        <a:latin typeface="Consolas" pitchFamily="49" charset="0"/>
                        <a:ea typeface="Consolas"/>
                        <a:cs typeface="Consolas"/>
                        <a:sym typeface="Consolas"/>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None/>
                      </a:pPr>
                      <a:r>
                        <a:rPr lang="sv-SE" sz="1400" b="0" u="none" strike="noStrike" cap="none" dirty="0">
                          <a:solidFill>
                            <a:schemeClr val="dk1"/>
                          </a:solidFill>
                          <a:highlight>
                            <a:schemeClr val="lt1"/>
                          </a:highlight>
                          <a:latin typeface="Consolas" pitchFamily="49" charset="0"/>
                          <a:ea typeface="Consolas"/>
                          <a:cs typeface="Consolas"/>
                          <a:sym typeface="Consolas"/>
                        </a:rPr>
                        <a:t>int temp = arr[min_idx];</a:t>
                      </a:r>
                    </a:p>
                    <a:p>
                      <a:pPr marL="0" marR="0" lvl="0" indent="0" algn="l" rtl="0">
                        <a:lnSpc>
                          <a:spcPct val="100000"/>
                        </a:lnSpc>
                        <a:spcBef>
                          <a:spcPts val="0"/>
                        </a:spcBef>
                        <a:spcAft>
                          <a:spcPts val="0"/>
                        </a:spcAft>
                        <a:buNone/>
                      </a:pPr>
                      <a:r>
                        <a:rPr lang="sv-SE" sz="1400" b="0" u="none" strike="noStrike" cap="none" dirty="0">
                          <a:solidFill>
                            <a:schemeClr val="dk1"/>
                          </a:solidFill>
                          <a:highlight>
                            <a:schemeClr val="lt1"/>
                          </a:highlight>
                          <a:latin typeface="Consolas" pitchFamily="49" charset="0"/>
                          <a:ea typeface="Consolas"/>
                          <a:cs typeface="Consolas"/>
                          <a:sym typeface="Consolas"/>
                        </a:rPr>
                        <a:t>arr[min_idx] = arr[i];</a:t>
                      </a:r>
                    </a:p>
                    <a:p>
                      <a:pPr marL="0" marR="0" lvl="0" indent="0" algn="l" rtl="0">
                        <a:lnSpc>
                          <a:spcPct val="100000"/>
                        </a:lnSpc>
                        <a:spcBef>
                          <a:spcPts val="0"/>
                        </a:spcBef>
                        <a:spcAft>
                          <a:spcPts val="0"/>
                        </a:spcAft>
                        <a:buNone/>
                      </a:pPr>
                      <a:r>
                        <a:rPr lang="sv-SE" sz="1400" b="0" u="none" strike="noStrike" cap="none" dirty="0">
                          <a:solidFill>
                            <a:schemeClr val="dk1"/>
                          </a:solidFill>
                          <a:highlight>
                            <a:schemeClr val="lt1"/>
                          </a:highlight>
                          <a:latin typeface="Consolas" pitchFamily="49" charset="0"/>
                          <a:ea typeface="Consolas"/>
                          <a:cs typeface="Consolas"/>
                          <a:sym typeface="Consolas"/>
                        </a:rPr>
                        <a:t>arr[i] = temp;</a:t>
                      </a:r>
                    </a:p>
                    <a:p>
                      <a:pPr marL="0" marR="0" lvl="0" indent="0" algn="l" rtl="0">
                        <a:lnSpc>
                          <a:spcPct val="100000"/>
                        </a:lnSpc>
                        <a:spcBef>
                          <a:spcPts val="0"/>
                        </a:spcBef>
                        <a:spcAft>
                          <a:spcPts val="0"/>
                        </a:spcAft>
                        <a:buNone/>
                      </a:pPr>
                      <a:r>
                        <a:rPr lang="sv-SE" sz="1400" b="0" u="none" strike="noStrike" cap="none" dirty="0">
                          <a:solidFill>
                            <a:schemeClr val="dk1"/>
                          </a:solidFill>
                          <a:highlight>
                            <a:schemeClr val="lt1"/>
                          </a:highlight>
                          <a:latin typeface="Consolas" pitchFamily="49" charset="0"/>
                          <a:ea typeface="Consolas"/>
                          <a:cs typeface="Consolas"/>
                          <a:sym typeface="Consolas"/>
                        </a:rPr>
                        <a:t>}}</a:t>
                      </a:r>
                    </a:p>
                    <a:p>
                      <a:pPr marL="0" marR="0" lvl="0" indent="0" algn="l" rtl="0">
                        <a:lnSpc>
                          <a:spcPct val="100000"/>
                        </a:lnSpc>
                        <a:spcBef>
                          <a:spcPts val="0"/>
                        </a:spcBef>
                        <a:spcAft>
                          <a:spcPts val="0"/>
                        </a:spcAft>
                        <a:buNone/>
                      </a:pPr>
                      <a:r>
                        <a:rPr lang="en-US" sz="1400" b="0" u="none" strike="noStrike" cap="none" dirty="0">
                          <a:solidFill>
                            <a:schemeClr val="dk1"/>
                          </a:solidFill>
                          <a:highlight>
                            <a:schemeClr val="lt1"/>
                          </a:highlight>
                          <a:latin typeface="Consolas" pitchFamily="49" charset="0"/>
                          <a:ea typeface="Consolas"/>
                          <a:cs typeface="Consolas"/>
                          <a:sym typeface="Consolas"/>
                        </a:rPr>
                        <a:t>void </a:t>
                      </a:r>
                      <a:r>
                        <a:rPr lang="en-US" sz="1400" b="0" u="none" strike="noStrike" cap="none" dirty="0" err="1">
                          <a:solidFill>
                            <a:schemeClr val="dk1"/>
                          </a:solidFill>
                          <a:highlight>
                            <a:schemeClr val="lt1"/>
                          </a:highlight>
                          <a:latin typeface="Consolas" pitchFamily="49" charset="0"/>
                          <a:ea typeface="Consolas"/>
                          <a:cs typeface="Consolas"/>
                          <a:sym typeface="Consolas"/>
                        </a:rPr>
                        <a:t>printArray</a:t>
                      </a:r>
                      <a:r>
                        <a:rPr lang="en-US" sz="1400" b="0" u="none" strike="noStrike" cap="none" dirty="0">
                          <a:solidFill>
                            <a:schemeClr val="dk1"/>
                          </a:solidFill>
                          <a:highlight>
                            <a:schemeClr val="lt1"/>
                          </a:highlight>
                          <a:latin typeface="Consolas" pitchFamily="49" charset="0"/>
                          <a:ea typeface="Consolas"/>
                          <a:cs typeface="Consolas"/>
                          <a:sym typeface="Consolas"/>
                        </a:rPr>
                        <a:t>(</a:t>
                      </a:r>
                      <a:r>
                        <a:rPr lang="en-US" sz="1400" b="0" u="none" strike="noStrike" cap="none" dirty="0" err="1">
                          <a:solidFill>
                            <a:schemeClr val="dk1"/>
                          </a:solidFill>
                          <a:highlight>
                            <a:schemeClr val="lt1"/>
                          </a:highlight>
                          <a:latin typeface="Consolas" pitchFamily="49" charset="0"/>
                          <a:ea typeface="Consolas"/>
                          <a:cs typeface="Consolas"/>
                          <a:sym typeface="Consolas"/>
                        </a:rPr>
                        <a:t>int</a:t>
                      </a:r>
                      <a:r>
                        <a:rPr lang="en-US" sz="1400" b="0" u="none" strike="noStrike" cap="none" dirty="0">
                          <a:solidFill>
                            <a:schemeClr val="dk1"/>
                          </a:solidFill>
                          <a:highlight>
                            <a:schemeClr val="lt1"/>
                          </a:highlight>
                          <a:latin typeface="Consolas" pitchFamily="49" charset="0"/>
                          <a:ea typeface="Consolas"/>
                          <a:cs typeface="Consolas"/>
                          <a:sym typeface="Consolas"/>
                        </a:rPr>
                        <a:t> </a:t>
                      </a:r>
                      <a:r>
                        <a:rPr lang="en-US" sz="1400" b="0" u="none" strike="noStrike" cap="none" dirty="0" err="1">
                          <a:solidFill>
                            <a:schemeClr val="dk1"/>
                          </a:solidFill>
                          <a:highlight>
                            <a:schemeClr val="lt1"/>
                          </a:highlight>
                          <a:latin typeface="Consolas" pitchFamily="49" charset="0"/>
                          <a:ea typeface="Consolas"/>
                          <a:cs typeface="Consolas"/>
                          <a:sym typeface="Consolas"/>
                        </a:rPr>
                        <a:t>arr</a:t>
                      </a:r>
                      <a:r>
                        <a:rPr lang="en-US" sz="1400" b="0" u="none" strike="noStrike" cap="none" dirty="0">
                          <a:solidFill>
                            <a:schemeClr val="dk1"/>
                          </a:solidFill>
                          <a:highlight>
                            <a:schemeClr val="lt1"/>
                          </a:highlight>
                          <a:latin typeface="Consolas" pitchFamily="49" charset="0"/>
                          <a:ea typeface="Consolas"/>
                          <a:cs typeface="Consolas"/>
                          <a:sym typeface="Consolas"/>
                        </a:rPr>
                        <a:t>[])</a:t>
                      </a:r>
                    </a:p>
                    <a:p>
                      <a:pPr marL="0" marR="0" lvl="0" indent="0" algn="l" rtl="0">
                        <a:lnSpc>
                          <a:spcPct val="100000"/>
                        </a:lnSpc>
                        <a:spcBef>
                          <a:spcPts val="0"/>
                        </a:spcBef>
                        <a:spcAft>
                          <a:spcPts val="0"/>
                        </a:spcAft>
                        <a:buNone/>
                      </a:pPr>
                      <a:r>
                        <a:rPr lang="en-US" sz="1400" b="0" u="none" strike="noStrike" cap="none" dirty="0">
                          <a:solidFill>
                            <a:schemeClr val="dk1"/>
                          </a:solidFill>
                          <a:highlight>
                            <a:schemeClr val="lt1"/>
                          </a:highlight>
                          <a:latin typeface="Consolas" pitchFamily="49" charset="0"/>
                          <a:ea typeface="Consolas"/>
                          <a:cs typeface="Consolas"/>
                          <a:sym typeface="Consolas"/>
                        </a:rPr>
                        <a:t>{</a:t>
                      </a:r>
                    </a:p>
                    <a:p>
                      <a:pPr marL="0" marR="0" lvl="0" indent="0" algn="l" rtl="0">
                        <a:lnSpc>
                          <a:spcPct val="100000"/>
                        </a:lnSpc>
                        <a:spcBef>
                          <a:spcPts val="0"/>
                        </a:spcBef>
                        <a:spcAft>
                          <a:spcPts val="0"/>
                        </a:spcAft>
                        <a:buNone/>
                      </a:pPr>
                      <a:r>
                        <a:rPr lang="en-US" sz="1400" b="0" u="none" strike="noStrike" cap="none" dirty="0" err="1">
                          <a:solidFill>
                            <a:schemeClr val="dk1"/>
                          </a:solidFill>
                          <a:highlight>
                            <a:schemeClr val="lt1"/>
                          </a:highlight>
                          <a:latin typeface="Consolas" pitchFamily="49" charset="0"/>
                          <a:ea typeface="Consolas"/>
                          <a:cs typeface="Consolas"/>
                          <a:sym typeface="Consolas"/>
                        </a:rPr>
                        <a:t>int</a:t>
                      </a:r>
                      <a:r>
                        <a:rPr lang="en-US" sz="1400" b="0" u="none" strike="noStrike" cap="none" dirty="0">
                          <a:solidFill>
                            <a:schemeClr val="dk1"/>
                          </a:solidFill>
                          <a:highlight>
                            <a:schemeClr val="lt1"/>
                          </a:highlight>
                          <a:latin typeface="Consolas" pitchFamily="49" charset="0"/>
                          <a:ea typeface="Consolas"/>
                          <a:cs typeface="Consolas"/>
                          <a:sym typeface="Consolas"/>
                        </a:rPr>
                        <a:t> n = </a:t>
                      </a:r>
                      <a:r>
                        <a:rPr lang="en-US" sz="1400" b="0" u="none" strike="noStrike" cap="none" dirty="0" err="1">
                          <a:solidFill>
                            <a:schemeClr val="dk1"/>
                          </a:solidFill>
                          <a:highlight>
                            <a:schemeClr val="lt1"/>
                          </a:highlight>
                          <a:latin typeface="Consolas" pitchFamily="49" charset="0"/>
                          <a:ea typeface="Consolas"/>
                          <a:cs typeface="Consolas"/>
                          <a:sym typeface="Consolas"/>
                        </a:rPr>
                        <a:t>arr.length</a:t>
                      </a:r>
                      <a:r>
                        <a:rPr lang="en-US" sz="1400" b="0" u="none" strike="noStrike" cap="none" dirty="0">
                          <a:solidFill>
                            <a:schemeClr val="dk1"/>
                          </a:solidFill>
                          <a:highlight>
                            <a:schemeClr val="lt1"/>
                          </a:highlight>
                          <a:latin typeface="Consolas" pitchFamily="49" charset="0"/>
                          <a:ea typeface="Consolas"/>
                          <a:cs typeface="Consolas"/>
                          <a:sym typeface="Consolas"/>
                        </a:rPr>
                        <a:t>;</a:t>
                      </a:r>
                    </a:p>
                    <a:p>
                      <a:pPr marL="0" marR="0" lvl="0" indent="0" algn="l" rtl="0">
                        <a:lnSpc>
                          <a:spcPct val="100000"/>
                        </a:lnSpc>
                        <a:spcBef>
                          <a:spcPts val="0"/>
                        </a:spcBef>
                        <a:spcAft>
                          <a:spcPts val="0"/>
                        </a:spcAft>
                        <a:buNone/>
                      </a:pPr>
                      <a:r>
                        <a:rPr lang="en-US" sz="1400" b="0" u="none" strike="noStrike" cap="none" dirty="0">
                          <a:solidFill>
                            <a:schemeClr val="dk1"/>
                          </a:solidFill>
                          <a:highlight>
                            <a:schemeClr val="lt1"/>
                          </a:highlight>
                          <a:latin typeface="Consolas" pitchFamily="49" charset="0"/>
                          <a:ea typeface="Consolas"/>
                          <a:cs typeface="Consolas"/>
                          <a:sym typeface="Consolas"/>
                        </a:rPr>
                        <a:t>for (</a:t>
                      </a:r>
                      <a:r>
                        <a:rPr lang="en-US" sz="1400" b="0" u="none" strike="noStrike" cap="none" dirty="0" err="1">
                          <a:solidFill>
                            <a:schemeClr val="dk1"/>
                          </a:solidFill>
                          <a:highlight>
                            <a:schemeClr val="lt1"/>
                          </a:highlight>
                          <a:latin typeface="Consolas" pitchFamily="49" charset="0"/>
                          <a:ea typeface="Consolas"/>
                          <a:cs typeface="Consolas"/>
                          <a:sym typeface="Consolas"/>
                        </a:rPr>
                        <a:t>int</a:t>
                      </a:r>
                      <a:r>
                        <a:rPr lang="en-US" sz="1400" b="0" u="none" strike="noStrike" cap="none" dirty="0">
                          <a:solidFill>
                            <a:schemeClr val="dk1"/>
                          </a:solidFill>
                          <a:highlight>
                            <a:schemeClr val="lt1"/>
                          </a:highlight>
                          <a:latin typeface="Consolas" pitchFamily="49" charset="0"/>
                          <a:ea typeface="Consolas"/>
                          <a:cs typeface="Consolas"/>
                          <a:sym typeface="Consolas"/>
                        </a:rPr>
                        <a:t> </a:t>
                      </a:r>
                      <a:r>
                        <a:rPr lang="en-US" sz="1400" b="0" u="none" strike="noStrike" cap="none" dirty="0" err="1">
                          <a:solidFill>
                            <a:schemeClr val="dk1"/>
                          </a:solidFill>
                          <a:highlight>
                            <a:schemeClr val="lt1"/>
                          </a:highlight>
                          <a:latin typeface="Consolas" pitchFamily="49" charset="0"/>
                          <a:ea typeface="Consolas"/>
                          <a:cs typeface="Consolas"/>
                          <a:sym typeface="Consolas"/>
                        </a:rPr>
                        <a:t>i</a:t>
                      </a:r>
                      <a:r>
                        <a:rPr lang="en-US" sz="1400" b="0" u="none" strike="noStrike" cap="none" dirty="0">
                          <a:solidFill>
                            <a:schemeClr val="dk1"/>
                          </a:solidFill>
                          <a:highlight>
                            <a:schemeClr val="lt1"/>
                          </a:highlight>
                          <a:latin typeface="Consolas" pitchFamily="49" charset="0"/>
                          <a:ea typeface="Consolas"/>
                          <a:cs typeface="Consolas"/>
                          <a:sym typeface="Consolas"/>
                        </a:rPr>
                        <a:t>=0; </a:t>
                      </a:r>
                      <a:r>
                        <a:rPr lang="en-US" sz="1400" b="0" u="none" strike="noStrike" cap="none" dirty="0" err="1">
                          <a:solidFill>
                            <a:schemeClr val="dk1"/>
                          </a:solidFill>
                          <a:highlight>
                            <a:schemeClr val="lt1"/>
                          </a:highlight>
                          <a:latin typeface="Consolas" pitchFamily="49" charset="0"/>
                          <a:ea typeface="Consolas"/>
                          <a:cs typeface="Consolas"/>
                          <a:sym typeface="Consolas"/>
                        </a:rPr>
                        <a:t>i</a:t>
                      </a:r>
                      <a:r>
                        <a:rPr lang="en-US" sz="1400" b="0" u="none" strike="noStrike" cap="none" dirty="0">
                          <a:solidFill>
                            <a:schemeClr val="dk1"/>
                          </a:solidFill>
                          <a:highlight>
                            <a:schemeClr val="lt1"/>
                          </a:highlight>
                          <a:latin typeface="Consolas" pitchFamily="49" charset="0"/>
                          <a:ea typeface="Consolas"/>
                          <a:cs typeface="Consolas"/>
                          <a:sym typeface="Consolas"/>
                        </a:rPr>
                        <a:t>&lt;n; ++</a:t>
                      </a:r>
                      <a:r>
                        <a:rPr lang="en-US" sz="1400" b="0" u="none" strike="noStrike" cap="none" dirty="0" err="1">
                          <a:solidFill>
                            <a:schemeClr val="dk1"/>
                          </a:solidFill>
                          <a:highlight>
                            <a:schemeClr val="lt1"/>
                          </a:highlight>
                          <a:latin typeface="Consolas" pitchFamily="49" charset="0"/>
                          <a:ea typeface="Consolas"/>
                          <a:cs typeface="Consolas"/>
                          <a:sym typeface="Consolas"/>
                        </a:rPr>
                        <a:t>i</a:t>
                      </a:r>
                      <a:r>
                        <a:rPr lang="en-US" sz="1400" b="0" u="none" strike="noStrike" cap="none" dirty="0">
                          <a:solidFill>
                            <a:schemeClr val="dk1"/>
                          </a:solidFill>
                          <a:highlight>
                            <a:schemeClr val="lt1"/>
                          </a:highlight>
                          <a:latin typeface="Consolas" pitchFamily="49" charset="0"/>
                          <a:ea typeface="Consolas"/>
                          <a:cs typeface="Consolas"/>
                          <a:sym typeface="Consolas"/>
                        </a:rPr>
                        <a:t>)</a:t>
                      </a:r>
                    </a:p>
                    <a:p>
                      <a:pPr marL="0" marR="0" lvl="0" indent="0" algn="l" rtl="0">
                        <a:lnSpc>
                          <a:spcPct val="100000"/>
                        </a:lnSpc>
                        <a:spcBef>
                          <a:spcPts val="0"/>
                        </a:spcBef>
                        <a:spcAft>
                          <a:spcPts val="0"/>
                        </a:spcAft>
                        <a:buNone/>
                      </a:pPr>
                      <a:r>
                        <a:rPr lang="en-US" sz="1400" b="0" u="none" strike="noStrike" cap="none" dirty="0" err="1">
                          <a:solidFill>
                            <a:schemeClr val="dk1"/>
                          </a:solidFill>
                          <a:highlight>
                            <a:schemeClr val="lt1"/>
                          </a:highlight>
                          <a:latin typeface="Consolas" pitchFamily="49" charset="0"/>
                          <a:ea typeface="Consolas"/>
                          <a:cs typeface="Consolas"/>
                          <a:sym typeface="Consolas"/>
                        </a:rPr>
                        <a:t>System.out.print</a:t>
                      </a:r>
                      <a:r>
                        <a:rPr lang="en-US" sz="1400" b="0" u="none" strike="noStrike" cap="none" dirty="0">
                          <a:solidFill>
                            <a:schemeClr val="dk1"/>
                          </a:solidFill>
                          <a:highlight>
                            <a:schemeClr val="lt1"/>
                          </a:highlight>
                          <a:latin typeface="Consolas" pitchFamily="49" charset="0"/>
                          <a:ea typeface="Consolas"/>
                          <a:cs typeface="Consolas"/>
                          <a:sym typeface="Consolas"/>
                        </a:rPr>
                        <a:t>(</a:t>
                      </a:r>
                      <a:r>
                        <a:rPr lang="en-US" sz="1400" b="0" u="none" strike="noStrike" cap="none" dirty="0" err="1">
                          <a:solidFill>
                            <a:schemeClr val="dk1"/>
                          </a:solidFill>
                          <a:highlight>
                            <a:schemeClr val="lt1"/>
                          </a:highlight>
                          <a:latin typeface="Consolas" pitchFamily="49" charset="0"/>
                          <a:ea typeface="Consolas"/>
                          <a:cs typeface="Consolas"/>
                          <a:sym typeface="Consolas"/>
                        </a:rPr>
                        <a:t>arr</a:t>
                      </a:r>
                      <a:r>
                        <a:rPr lang="en-US" sz="1400" b="0" u="none" strike="noStrike" cap="none" dirty="0">
                          <a:solidFill>
                            <a:schemeClr val="dk1"/>
                          </a:solidFill>
                          <a:highlight>
                            <a:schemeClr val="lt1"/>
                          </a:highlight>
                          <a:latin typeface="Consolas" pitchFamily="49" charset="0"/>
                          <a:ea typeface="Consolas"/>
                          <a:cs typeface="Consolas"/>
                          <a:sym typeface="Consolas"/>
                        </a:rPr>
                        <a:t>[</a:t>
                      </a:r>
                      <a:r>
                        <a:rPr lang="en-US" sz="1400" b="0" u="none" strike="noStrike" cap="none" dirty="0" err="1">
                          <a:solidFill>
                            <a:schemeClr val="dk1"/>
                          </a:solidFill>
                          <a:highlight>
                            <a:schemeClr val="lt1"/>
                          </a:highlight>
                          <a:latin typeface="Consolas" pitchFamily="49" charset="0"/>
                          <a:ea typeface="Consolas"/>
                          <a:cs typeface="Consolas"/>
                          <a:sym typeface="Consolas"/>
                        </a:rPr>
                        <a:t>i</a:t>
                      </a:r>
                      <a:r>
                        <a:rPr lang="en-US" sz="1400" b="0" u="none" strike="noStrike" cap="none" dirty="0">
                          <a:solidFill>
                            <a:schemeClr val="dk1"/>
                          </a:solidFill>
                          <a:highlight>
                            <a:schemeClr val="lt1"/>
                          </a:highlight>
                          <a:latin typeface="Consolas" pitchFamily="49" charset="0"/>
                          <a:ea typeface="Consolas"/>
                          <a:cs typeface="Consolas"/>
                          <a:sym typeface="Consolas"/>
                        </a:rPr>
                        <a:t>]+" ");</a:t>
                      </a:r>
                    </a:p>
                    <a:p>
                      <a:pPr marL="0" marR="0" lvl="0" indent="0" algn="l" rtl="0">
                        <a:lnSpc>
                          <a:spcPct val="100000"/>
                        </a:lnSpc>
                        <a:spcBef>
                          <a:spcPts val="0"/>
                        </a:spcBef>
                        <a:spcAft>
                          <a:spcPts val="0"/>
                        </a:spcAft>
                        <a:buNone/>
                      </a:pPr>
                      <a:r>
                        <a:rPr lang="en-US" sz="1400" b="0" u="none" strike="noStrike" cap="none" dirty="0" err="1">
                          <a:solidFill>
                            <a:schemeClr val="dk1"/>
                          </a:solidFill>
                          <a:highlight>
                            <a:schemeClr val="lt1"/>
                          </a:highlight>
                          <a:latin typeface="Consolas" pitchFamily="49" charset="0"/>
                          <a:ea typeface="Consolas"/>
                          <a:cs typeface="Consolas"/>
                          <a:sym typeface="Consolas"/>
                        </a:rPr>
                        <a:t>System.out.println</a:t>
                      </a:r>
                      <a:r>
                        <a:rPr lang="en-US" sz="1400" b="0" u="none" strike="noStrike" cap="none" dirty="0">
                          <a:solidFill>
                            <a:schemeClr val="dk1"/>
                          </a:solidFill>
                          <a:highlight>
                            <a:schemeClr val="lt1"/>
                          </a:highlight>
                          <a:latin typeface="Consolas" pitchFamily="49" charset="0"/>
                          <a:ea typeface="Consolas"/>
                          <a:cs typeface="Consolas"/>
                          <a:sym typeface="Consolas"/>
                        </a:rPr>
                        <a:t>();</a:t>
                      </a:r>
                    </a:p>
                    <a:p>
                      <a:pPr marL="0" marR="0" lvl="0" indent="0" algn="l" rtl="0">
                        <a:lnSpc>
                          <a:spcPct val="100000"/>
                        </a:lnSpc>
                        <a:spcBef>
                          <a:spcPts val="0"/>
                        </a:spcBef>
                        <a:spcAft>
                          <a:spcPts val="0"/>
                        </a:spcAft>
                        <a:buNone/>
                      </a:pPr>
                      <a:r>
                        <a:rPr lang="en-US" sz="1400" b="0" u="none" strike="noStrike" cap="none" dirty="0">
                          <a:solidFill>
                            <a:schemeClr val="dk1"/>
                          </a:solidFill>
                          <a:highlight>
                            <a:schemeClr val="lt1"/>
                          </a:highlight>
                          <a:latin typeface="Consolas" pitchFamily="49" charset="0"/>
                          <a:ea typeface="Consolas"/>
                          <a:cs typeface="Consolas"/>
                          <a:sym typeface="Consolas"/>
                        </a:rPr>
                        <a:t>}</a:t>
                      </a:r>
                    </a:p>
                    <a:p>
                      <a:pPr marL="0" marR="0" lvl="0" indent="0" algn="l" rtl="0">
                        <a:lnSpc>
                          <a:spcPct val="100000"/>
                        </a:lnSpc>
                        <a:spcBef>
                          <a:spcPts val="0"/>
                        </a:spcBef>
                        <a:spcAft>
                          <a:spcPts val="0"/>
                        </a:spcAft>
                        <a:buNone/>
                      </a:pPr>
                      <a:r>
                        <a:rPr lang="en-US" sz="1400" b="0" u="none" strike="noStrike" cap="none" dirty="0">
                          <a:solidFill>
                            <a:schemeClr val="dk1"/>
                          </a:solidFill>
                          <a:highlight>
                            <a:schemeClr val="lt1"/>
                          </a:highlight>
                          <a:latin typeface="Consolas" pitchFamily="49" charset="0"/>
                          <a:ea typeface="Consolas"/>
                          <a:cs typeface="Consolas"/>
                          <a:sym typeface="Consolas"/>
                        </a:rPr>
                        <a:t>public static void main(String </a:t>
                      </a:r>
                      <a:r>
                        <a:rPr lang="en-US" sz="1400" b="0" u="none" strike="noStrike" cap="none" dirty="0" err="1">
                          <a:solidFill>
                            <a:schemeClr val="dk1"/>
                          </a:solidFill>
                          <a:highlight>
                            <a:schemeClr val="lt1"/>
                          </a:highlight>
                          <a:latin typeface="Consolas" pitchFamily="49" charset="0"/>
                          <a:ea typeface="Consolas"/>
                          <a:cs typeface="Consolas"/>
                          <a:sym typeface="Consolas"/>
                        </a:rPr>
                        <a:t>args</a:t>
                      </a:r>
                      <a:r>
                        <a:rPr lang="en-US" sz="1400" b="0" u="none" strike="noStrike" cap="none" dirty="0">
                          <a:solidFill>
                            <a:schemeClr val="dk1"/>
                          </a:solidFill>
                          <a:highlight>
                            <a:schemeClr val="lt1"/>
                          </a:highlight>
                          <a:latin typeface="Consolas" pitchFamily="49" charset="0"/>
                          <a:ea typeface="Consolas"/>
                          <a:cs typeface="Consolas"/>
                          <a:sym typeface="Consolas"/>
                        </a:rPr>
                        <a:t>[])</a:t>
                      </a:r>
                    </a:p>
                    <a:p>
                      <a:pPr marL="0" marR="0" lvl="0" indent="0" algn="l" rtl="0">
                        <a:lnSpc>
                          <a:spcPct val="100000"/>
                        </a:lnSpc>
                        <a:spcBef>
                          <a:spcPts val="0"/>
                        </a:spcBef>
                        <a:spcAft>
                          <a:spcPts val="0"/>
                        </a:spcAft>
                        <a:buNone/>
                      </a:pPr>
                      <a:r>
                        <a:rPr lang="en-US" sz="1400" b="0" u="none" strike="noStrike" cap="none" dirty="0">
                          <a:solidFill>
                            <a:schemeClr val="dk1"/>
                          </a:solidFill>
                          <a:highlight>
                            <a:schemeClr val="lt1"/>
                          </a:highlight>
                          <a:latin typeface="Consolas" pitchFamily="49" charset="0"/>
                          <a:ea typeface="Consolas"/>
                          <a:cs typeface="Consolas"/>
                          <a:sym typeface="Consolas"/>
                        </a:rPr>
                        <a:t>{</a:t>
                      </a:r>
                    </a:p>
                    <a:p>
                      <a:pPr marL="0" marR="0" lvl="0" indent="0" algn="l" rtl="0">
                        <a:lnSpc>
                          <a:spcPct val="100000"/>
                        </a:lnSpc>
                        <a:spcBef>
                          <a:spcPts val="0"/>
                        </a:spcBef>
                        <a:spcAft>
                          <a:spcPts val="0"/>
                        </a:spcAft>
                        <a:buNone/>
                      </a:pPr>
                      <a:r>
                        <a:rPr lang="en-US" sz="1400" b="0" u="none" strike="noStrike" cap="none" dirty="0" err="1">
                          <a:solidFill>
                            <a:schemeClr val="dk1"/>
                          </a:solidFill>
                          <a:highlight>
                            <a:schemeClr val="lt1"/>
                          </a:highlight>
                          <a:latin typeface="Consolas" pitchFamily="49" charset="0"/>
                          <a:ea typeface="Consolas"/>
                          <a:cs typeface="Consolas"/>
                          <a:sym typeface="Consolas"/>
                        </a:rPr>
                        <a:t>SelectionSort</a:t>
                      </a:r>
                      <a:r>
                        <a:rPr lang="en-US" sz="1400" b="0" u="none" strike="noStrike" cap="none" dirty="0">
                          <a:solidFill>
                            <a:schemeClr val="dk1"/>
                          </a:solidFill>
                          <a:highlight>
                            <a:schemeClr val="lt1"/>
                          </a:highlight>
                          <a:latin typeface="Consolas" pitchFamily="49" charset="0"/>
                          <a:ea typeface="Consolas"/>
                          <a:cs typeface="Consolas"/>
                          <a:sym typeface="Consolas"/>
                        </a:rPr>
                        <a:t> ob = new </a:t>
                      </a:r>
                      <a:r>
                        <a:rPr lang="en-US" sz="1400" b="0" u="none" strike="noStrike" cap="none" dirty="0" err="1">
                          <a:solidFill>
                            <a:schemeClr val="dk1"/>
                          </a:solidFill>
                          <a:highlight>
                            <a:schemeClr val="lt1"/>
                          </a:highlight>
                          <a:latin typeface="Consolas" pitchFamily="49" charset="0"/>
                          <a:ea typeface="Consolas"/>
                          <a:cs typeface="Consolas"/>
                          <a:sym typeface="Consolas"/>
                        </a:rPr>
                        <a:t>SelectionSort</a:t>
                      </a:r>
                      <a:r>
                        <a:rPr lang="en-US" sz="1400" b="0" u="none" strike="noStrike" cap="none" dirty="0">
                          <a:solidFill>
                            <a:schemeClr val="dk1"/>
                          </a:solidFill>
                          <a:highlight>
                            <a:schemeClr val="lt1"/>
                          </a:highlight>
                          <a:latin typeface="Consolas" pitchFamily="49" charset="0"/>
                          <a:ea typeface="Consolas"/>
                          <a:cs typeface="Consolas"/>
                          <a:sym typeface="Consolas"/>
                        </a:rPr>
                        <a:t>();</a:t>
                      </a:r>
                    </a:p>
                    <a:p>
                      <a:pPr marL="0" marR="0" lvl="0" indent="0" algn="l" rtl="0">
                        <a:lnSpc>
                          <a:spcPct val="100000"/>
                        </a:lnSpc>
                        <a:spcBef>
                          <a:spcPts val="0"/>
                        </a:spcBef>
                        <a:spcAft>
                          <a:spcPts val="0"/>
                        </a:spcAft>
                        <a:buNone/>
                      </a:pPr>
                      <a:r>
                        <a:rPr lang="en-US" sz="1400" b="0" u="none" strike="noStrike" cap="none" dirty="0" err="1">
                          <a:solidFill>
                            <a:schemeClr val="dk1"/>
                          </a:solidFill>
                          <a:highlight>
                            <a:schemeClr val="lt1"/>
                          </a:highlight>
                          <a:latin typeface="Consolas" pitchFamily="49" charset="0"/>
                          <a:ea typeface="Consolas"/>
                          <a:cs typeface="Consolas"/>
                          <a:sym typeface="Consolas"/>
                        </a:rPr>
                        <a:t>int</a:t>
                      </a:r>
                      <a:r>
                        <a:rPr lang="en-US" sz="1400" b="0" u="none" strike="noStrike" cap="none" dirty="0">
                          <a:solidFill>
                            <a:schemeClr val="dk1"/>
                          </a:solidFill>
                          <a:highlight>
                            <a:schemeClr val="lt1"/>
                          </a:highlight>
                          <a:latin typeface="Consolas" pitchFamily="49" charset="0"/>
                          <a:ea typeface="Consolas"/>
                          <a:cs typeface="Consolas"/>
                          <a:sym typeface="Consolas"/>
                        </a:rPr>
                        <a:t> </a:t>
                      </a:r>
                      <a:r>
                        <a:rPr lang="en-US" sz="1400" b="0" u="none" strike="noStrike" cap="none" dirty="0" err="1">
                          <a:solidFill>
                            <a:schemeClr val="dk1"/>
                          </a:solidFill>
                          <a:highlight>
                            <a:schemeClr val="lt1"/>
                          </a:highlight>
                          <a:latin typeface="Consolas" pitchFamily="49" charset="0"/>
                          <a:ea typeface="Consolas"/>
                          <a:cs typeface="Consolas"/>
                          <a:sym typeface="Consolas"/>
                        </a:rPr>
                        <a:t>arr</a:t>
                      </a:r>
                      <a:r>
                        <a:rPr lang="en-US" sz="1400" b="0" u="none" strike="noStrike" cap="none" dirty="0">
                          <a:solidFill>
                            <a:schemeClr val="dk1"/>
                          </a:solidFill>
                          <a:highlight>
                            <a:schemeClr val="lt1"/>
                          </a:highlight>
                          <a:latin typeface="Consolas" pitchFamily="49" charset="0"/>
                          <a:ea typeface="Consolas"/>
                          <a:cs typeface="Consolas"/>
                          <a:sym typeface="Consolas"/>
                        </a:rPr>
                        <a:t>[] = {64,25,12,22,11};</a:t>
                      </a:r>
                    </a:p>
                    <a:p>
                      <a:pPr marL="0" marR="0" lvl="0" indent="0" algn="l" rtl="0">
                        <a:lnSpc>
                          <a:spcPct val="100000"/>
                        </a:lnSpc>
                        <a:spcBef>
                          <a:spcPts val="0"/>
                        </a:spcBef>
                        <a:spcAft>
                          <a:spcPts val="0"/>
                        </a:spcAft>
                        <a:buNone/>
                      </a:pPr>
                      <a:r>
                        <a:rPr lang="en-US" sz="1400" b="0" u="none" strike="noStrike" cap="none" dirty="0" err="1">
                          <a:solidFill>
                            <a:schemeClr val="dk1"/>
                          </a:solidFill>
                          <a:highlight>
                            <a:schemeClr val="lt1"/>
                          </a:highlight>
                          <a:latin typeface="Consolas" pitchFamily="49" charset="0"/>
                          <a:ea typeface="Consolas"/>
                          <a:cs typeface="Consolas"/>
                          <a:sym typeface="Consolas"/>
                        </a:rPr>
                        <a:t>ob.sort</a:t>
                      </a:r>
                      <a:r>
                        <a:rPr lang="en-US" sz="1400" b="0" u="none" strike="noStrike" cap="none" dirty="0">
                          <a:solidFill>
                            <a:schemeClr val="dk1"/>
                          </a:solidFill>
                          <a:highlight>
                            <a:schemeClr val="lt1"/>
                          </a:highlight>
                          <a:latin typeface="Consolas" pitchFamily="49" charset="0"/>
                          <a:ea typeface="Consolas"/>
                          <a:cs typeface="Consolas"/>
                          <a:sym typeface="Consolas"/>
                        </a:rPr>
                        <a:t>(</a:t>
                      </a:r>
                      <a:r>
                        <a:rPr lang="en-US" sz="1400" b="0" u="none" strike="noStrike" cap="none" dirty="0" err="1">
                          <a:solidFill>
                            <a:schemeClr val="dk1"/>
                          </a:solidFill>
                          <a:highlight>
                            <a:schemeClr val="lt1"/>
                          </a:highlight>
                          <a:latin typeface="Consolas" pitchFamily="49" charset="0"/>
                          <a:ea typeface="Consolas"/>
                          <a:cs typeface="Consolas"/>
                          <a:sym typeface="Consolas"/>
                        </a:rPr>
                        <a:t>arr</a:t>
                      </a:r>
                      <a:r>
                        <a:rPr lang="en-US" sz="1400" b="0" u="none" strike="noStrike" cap="none" dirty="0">
                          <a:solidFill>
                            <a:schemeClr val="dk1"/>
                          </a:solidFill>
                          <a:highlight>
                            <a:schemeClr val="lt1"/>
                          </a:highlight>
                          <a:latin typeface="Consolas" pitchFamily="49" charset="0"/>
                          <a:ea typeface="Consolas"/>
                          <a:cs typeface="Consolas"/>
                          <a:sym typeface="Consolas"/>
                        </a:rPr>
                        <a:t>);</a:t>
                      </a:r>
                    </a:p>
                    <a:p>
                      <a:pPr marL="0" marR="0" lvl="0" indent="0" algn="l" rtl="0">
                        <a:lnSpc>
                          <a:spcPct val="100000"/>
                        </a:lnSpc>
                        <a:spcBef>
                          <a:spcPts val="0"/>
                        </a:spcBef>
                        <a:spcAft>
                          <a:spcPts val="0"/>
                        </a:spcAft>
                        <a:buNone/>
                      </a:pPr>
                      <a:r>
                        <a:rPr lang="en-US" sz="1400" b="0" u="none" strike="noStrike" cap="none" dirty="0" err="1">
                          <a:solidFill>
                            <a:schemeClr val="dk1"/>
                          </a:solidFill>
                          <a:highlight>
                            <a:schemeClr val="lt1"/>
                          </a:highlight>
                          <a:latin typeface="Consolas" pitchFamily="49" charset="0"/>
                          <a:ea typeface="Consolas"/>
                          <a:cs typeface="Consolas"/>
                          <a:sym typeface="Consolas"/>
                        </a:rPr>
                        <a:t>System.out.println</a:t>
                      </a:r>
                      <a:r>
                        <a:rPr lang="en-US" sz="1400" b="0" u="none" strike="noStrike" cap="none" dirty="0">
                          <a:solidFill>
                            <a:schemeClr val="dk1"/>
                          </a:solidFill>
                          <a:highlight>
                            <a:schemeClr val="lt1"/>
                          </a:highlight>
                          <a:latin typeface="Consolas" pitchFamily="49" charset="0"/>
                          <a:ea typeface="Consolas"/>
                          <a:cs typeface="Consolas"/>
                          <a:sym typeface="Consolas"/>
                        </a:rPr>
                        <a:t>("Sorted array");</a:t>
                      </a:r>
                    </a:p>
                    <a:p>
                      <a:pPr marL="0" marR="0" lvl="0" indent="0" algn="l" rtl="0">
                        <a:lnSpc>
                          <a:spcPct val="100000"/>
                        </a:lnSpc>
                        <a:spcBef>
                          <a:spcPts val="0"/>
                        </a:spcBef>
                        <a:spcAft>
                          <a:spcPts val="0"/>
                        </a:spcAft>
                        <a:buNone/>
                      </a:pPr>
                      <a:r>
                        <a:rPr lang="en-US" sz="1400" b="0" u="none" strike="noStrike" cap="none" dirty="0" err="1">
                          <a:solidFill>
                            <a:schemeClr val="dk1"/>
                          </a:solidFill>
                          <a:highlight>
                            <a:schemeClr val="lt1"/>
                          </a:highlight>
                          <a:latin typeface="Consolas" pitchFamily="49" charset="0"/>
                          <a:ea typeface="Consolas"/>
                          <a:cs typeface="Consolas"/>
                          <a:sym typeface="Consolas"/>
                        </a:rPr>
                        <a:t>ob.printArray</a:t>
                      </a:r>
                      <a:r>
                        <a:rPr lang="en-US" sz="1400" b="0" u="none" strike="noStrike" cap="none" dirty="0">
                          <a:solidFill>
                            <a:schemeClr val="dk1"/>
                          </a:solidFill>
                          <a:highlight>
                            <a:schemeClr val="lt1"/>
                          </a:highlight>
                          <a:latin typeface="Consolas" pitchFamily="49" charset="0"/>
                          <a:ea typeface="Consolas"/>
                          <a:cs typeface="Consolas"/>
                          <a:sym typeface="Consolas"/>
                        </a:rPr>
                        <a:t>(</a:t>
                      </a:r>
                      <a:r>
                        <a:rPr lang="en-US" sz="1400" b="0" u="none" strike="noStrike" cap="none" dirty="0" err="1">
                          <a:solidFill>
                            <a:schemeClr val="dk1"/>
                          </a:solidFill>
                          <a:highlight>
                            <a:schemeClr val="lt1"/>
                          </a:highlight>
                          <a:latin typeface="Consolas" pitchFamily="49" charset="0"/>
                          <a:ea typeface="Consolas"/>
                          <a:cs typeface="Consolas"/>
                          <a:sym typeface="Consolas"/>
                        </a:rPr>
                        <a:t>arr</a:t>
                      </a:r>
                      <a:r>
                        <a:rPr lang="en-US" sz="1400" b="0" u="none" strike="noStrike" cap="none" dirty="0">
                          <a:solidFill>
                            <a:schemeClr val="dk1"/>
                          </a:solidFill>
                          <a:highlight>
                            <a:schemeClr val="lt1"/>
                          </a:highlight>
                          <a:latin typeface="Consolas" pitchFamily="49" charset="0"/>
                          <a:ea typeface="Consolas"/>
                          <a:cs typeface="Consolas"/>
                          <a:sym typeface="Consolas"/>
                        </a:rPr>
                        <a:t>);</a:t>
                      </a:r>
                    </a:p>
                    <a:p>
                      <a:pPr marL="0" marR="0" lvl="0" indent="0" algn="l" rtl="0">
                        <a:lnSpc>
                          <a:spcPct val="100000"/>
                        </a:lnSpc>
                        <a:spcBef>
                          <a:spcPts val="0"/>
                        </a:spcBef>
                        <a:spcAft>
                          <a:spcPts val="0"/>
                        </a:spcAft>
                        <a:buNone/>
                      </a:pPr>
                      <a:r>
                        <a:rPr lang="en-US" sz="1400" b="0" u="none" strike="noStrike" cap="none" dirty="0">
                          <a:solidFill>
                            <a:schemeClr val="dk1"/>
                          </a:solidFill>
                          <a:highlight>
                            <a:schemeClr val="lt1"/>
                          </a:highlight>
                          <a:latin typeface="Consolas" pitchFamily="49" charset="0"/>
                          <a:ea typeface="Consolas"/>
                          <a:cs typeface="Consolas"/>
                          <a:sym typeface="Consolas"/>
                        </a:rPr>
                        <a:t>}}</a:t>
                      </a:r>
                      <a:endParaRPr sz="1400" b="0" u="none" strike="noStrike" cap="none" dirty="0">
                        <a:solidFill>
                          <a:schemeClr val="dk1"/>
                        </a:solidFill>
                        <a:highlight>
                          <a:schemeClr val="lt1"/>
                        </a:highlight>
                        <a:latin typeface="Consolas" pitchFamily="49" charset="0"/>
                        <a:ea typeface="Consolas"/>
                        <a:cs typeface="Consolas"/>
                        <a:sym typeface="Consolas"/>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6174976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1;p13">
            <a:extLst>
              <a:ext uri="{FF2B5EF4-FFF2-40B4-BE49-F238E27FC236}">
                <a16:creationId xmlns:a16="http://schemas.microsoft.com/office/drawing/2014/main" id="{4C30AAA0-8D7B-8EA5-3579-38D1C6FFFF6C}"/>
              </a:ext>
            </a:extLst>
          </p:cNvPr>
          <p:cNvSpPr/>
          <p:nvPr/>
        </p:nvSpPr>
        <p:spPr>
          <a:xfrm>
            <a:off x="2111298" y="340587"/>
            <a:ext cx="4921404" cy="325457"/>
          </a:xfrm>
          <a:prstGeom prst="roundRect">
            <a:avLst>
              <a:gd name="adj" fmla="val 16667"/>
            </a:avLst>
          </a:prstGeom>
          <a:solidFill>
            <a:srgbClr val="99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lvl="0" algn="ctr"/>
            <a:r>
              <a:rPr lang="en-US" sz="1600" b="1" dirty="0">
                <a:solidFill>
                  <a:schemeClr val="lt1"/>
                </a:solidFill>
                <a:latin typeface="Consolas"/>
                <a:ea typeface="Consolas"/>
                <a:cs typeface="Consolas"/>
                <a:sym typeface="Consolas"/>
              </a:rPr>
              <a:t>SELECTION SORT</a:t>
            </a:r>
            <a:endParaRPr dirty="0"/>
          </a:p>
        </p:txBody>
      </p:sp>
      <p:sp>
        <p:nvSpPr>
          <p:cNvPr id="5" name="Google Shape;69;p13">
            <a:extLst>
              <a:ext uri="{FF2B5EF4-FFF2-40B4-BE49-F238E27FC236}">
                <a16:creationId xmlns:a16="http://schemas.microsoft.com/office/drawing/2014/main" id="{AFADE747-BBB7-4D07-085C-B59F68116076}"/>
              </a:ext>
            </a:extLst>
          </p:cNvPr>
          <p:cNvSpPr/>
          <p:nvPr/>
        </p:nvSpPr>
        <p:spPr>
          <a:xfrm>
            <a:off x="571911" y="1118998"/>
            <a:ext cx="3663205" cy="415498"/>
          </a:xfrm>
          <a:prstGeom prst="rect">
            <a:avLst/>
          </a:prstGeom>
          <a:noFill/>
          <a:ln>
            <a:noFill/>
          </a:ln>
        </p:spPr>
        <p:txBody>
          <a:bodyPr spcFirstLastPara="1" wrap="square" lIns="0" tIns="0" rIns="0" bIns="0" anchor="t" anchorCtr="0">
            <a:spAutoFit/>
          </a:bodyPr>
          <a:lstStyle/>
          <a:p>
            <a:pPr lvl="0" algn="r">
              <a:lnSpc>
                <a:spcPct val="150000"/>
              </a:lnSpc>
              <a:buSzPts val="1800"/>
            </a:pPr>
            <a:r>
              <a:rPr lang="en-US" sz="1800" dirty="0">
                <a:solidFill>
                  <a:schemeClr val="dk1"/>
                </a:solidFill>
                <a:latin typeface="Consolas"/>
                <a:ea typeface="Consolas"/>
                <a:cs typeface="Consolas"/>
                <a:sym typeface="Consolas"/>
              </a:rPr>
              <a:t>Time Complexity T(n) :</a:t>
            </a:r>
            <a:endParaRPr dirty="0"/>
          </a:p>
        </p:txBody>
      </p:sp>
      <p:sp>
        <p:nvSpPr>
          <p:cNvPr id="6" name="Google Shape;69;p13">
            <a:extLst>
              <a:ext uri="{FF2B5EF4-FFF2-40B4-BE49-F238E27FC236}">
                <a16:creationId xmlns:a16="http://schemas.microsoft.com/office/drawing/2014/main" id="{546A448F-09E1-3D91-2F51-01346D3D32A5}"/>
              </a:ext>
            </a:extLst>
          </p:cNvPr>
          <p:cNvSpPr/>
          <p:nvPr/>
        </p:nvSpPr>
        <p:spPr>
          <a:xfrm>
            <a:off x="4326813" y="1106398"/>
            <a:ext cx="3120004" cy="415498"/>
          </a:xfrm>
          <a:prstGeom prst="rect">
            <a:avLst/>
          </a:prstGeom>
          <a:noFill/>
          <a:ln>
            <a:noFill/>
          </a:ln>
        </p:spPr>
        <p:txBody>
          <a:bodyPr spcFirstLastPara="1" wrap="square" lIns="0" tIns="0" rIns="0" bIns="0" anchor="t" anchorCtr="0">
            <a:spAutoFit/>
          </a:bodyPr>
          <a:lstStyle/>
          <a:p>
            <a:pPr lvl="0">
              <a:lnSpc>
                <a:spcPct val="150000"/>
              </a:lnSpc>
              <a:buSzPts val="1800"/>
            </a:pPr>
            <a:r>
              <a:rPr lang="en-US" sz="1800" dirty="0">
                <a:solidFill>
                  <a:schemeClr val="dk1"/>
                </a:solidFill>
                <a:latin typeface="Consolas"/>
                <a:ea typeface="Consolas"/>
                <a:cs typeface="Consolas"/>
                <a:sym typeface="Consolas"/>
              </a:rPr>
              <a:t>O(n*2)</a:t>
            </a:r>
            <a:endParaRPr dirty="0"/>
          </a:p>
        </p:txBody>
      </p:sp>
      <p:sp>
        <p:nvSpPr>
          <p:cNvPr id="7" name="Google Shape;69;p13">
            <a:extLst>
              <a:ext uri="{FF2B5EF4-FFF2-40B4-BE49-F238E27FC236}">
                <a16:creationId xmlns:a16="http://schemas.microsoft.com/office/drawing/2014/main" id="{1BB70DDF-451A-E888-1C65-A40EC7F89574}"/>
              </a:ext>
            </a:extLst>
          </p:cNvPr>
          <p:cNvSpPr/>
          <p:nvPr/>
        </p:nvSpPr>
        <p:spPr>
          <a:xfrm>
            <a:off x="579936" y="1546398"/>
            <a:ext cx="3663205" cy="415498"/>
          </a:xfrm>
          <a:prstGeom prst="rect">
            <a:avLst/>
          </a:prstGeom>
          <a:noFill/>
          <a:ln>
            <a:noFill/>
          </a:ln>
        </p:spPr>
        <p:txBody>
          <a:bodyPr spcFirstLastPara="1" wrap="square" lIns="0" tIns="0" rIns="0" bIns="0" anchor="t" anchorCtr="0">
            <a:spAutoFit/>
          </a:bodyPr>
          <a:lstStyle/>
          <a:p>
            <a:pPr lvl="0" algn="r">
              <a:lnSpc>
                <a:spcPct val="150000"/>
              </a:lnSpc>
              <a:buSzPts val="1800"/>
            </a:pPr>
            <a:r>
              <a:rPr lang="en-US" sz="1800" dirty="0">
                <a:solidFill>
                  <a:schemeClr val="dk1"/>
                </a:solidFill>
                <a:latin typeface="Consolas"/>
                <a:ea typeface="Consolas"/>
                <a:cs typeface="Consolas"/>
                <a:sym typeface="Consolas"/>
              </a:rPr>
              <a:t>Auxiliary Space :</a:t>
            </a:r>
            <a:endParaRPr dirty="0"/>
          </a:p>
        </p:txBody>
      </p:sp>
      <p:sp>
        <p:nvSpPr>
          <p:cNvPr id="8" name="Google Shape;69;p13">
            <a:extLst>
              <a:ext uri="{FF2B5EF4-FFF2-40B4-BE49-F238E27FC236}">
                <a16:creationId xmlns:a16="http://schemas.microsoft.com/office/drawing/2014/main" id="{BFB11BDF-E035-5DE7-B59B-769DB62A6C8A}"/>
              </a:ext>
            </a:extLst>
          </p:cNvPr>
          <p:cNvSpPr/>
          <p:nvPr/>
        </p:nvSpPr>
        <p:spPr>
          <a:xfrm>
            <a:off x="4334838" y="1533798"/>
            <a:ext cx="3120004" cy="415498"/>
          </a:xfrm>
          <a:prstGeom prst="rect">
            <a:avLst/>
          </a:prstGeom>
          <a:noFill/>
          <a:ln>
            <a:noFill/>
          </a:ln>
        </p:spPr>
        <p:txBody>
          <a:bodyPr spcFirstLastPara="1" wrap="square" lIns="0" tIns="0" rIns="0" bIns="0" anchor="t" anchorCtr="0">
            <a:spAutoFit/>
          </a:bodyPr>
          <a:lstStyle/>
          <a:p>
            <a:pPr lvl="0">
              <a:lnSpc>
                <a:spcPct val="150000"/>
              </a:lnSpc>
              <a:buSzPts val="1800"/>
            </a:pPr>
            <a:r>
              <a:rPr lang="en-US" sz="1800" dirty="0">
                <a:solidFill>
                  <a:schemeClr val="dk1"/>
                </a:solidFill>
                <a:latin typeface="Consolas"/>
                <a:ea typeface="Consolas"/>
                <a:cs typeface="Consolas"/>
                <a:sym typeface="Consolas"/>
              </a:rPr>
              <a:t>O(1)</a:t>
            </a:r>
            <a:endParaRPr dirty="0"/>
          </a:p>
        </p:txBody>
      </p:sp>
      <p:sp>
        <p:nvSpPr>
          <p:cNvPr id="9" name="Google Shape;69;p13">
            <a:extLst>
              <a:ext uri="{FF2B5EF4-FFF2-40B4-BE49-F238E27FC236}">
                <a16:creationId xmlns:a16="http://schemas.microsoft.com/office/drawing/2014/main" id="{56843913-13F8-958E-05FA-D41A5E047B68}"/>
              </a:ext>
            </a:extLst>
          </p:cNvPr>
          <p:cNvSpPr/>
          <p:nvPr/>
        </p:nvSpPr>
        <p:spPr>
          <a:xfrm>
            <a:off x="579936" y="2014988"/>
            <a:ext cx="3663205" cy="415498"/>
          </a:xfrm>
          <a:prstGeom prst="rect">
            <a:avLst/>
          </a:prstGeom>
          <a:noFill/>
          <a:ln>
            <a:noFill/>
          </a:ln>
        </p:spPr>
        <p:txBody>
          <a:bodyPr spcFirstLastPara="1" wrap="square" lIns="0" tIns="0" rIns="0" bIns="0" anchor="t" anchorCtr="0">
            <a:spAutoFit/>
          </a:bodyPr>
          <a:lstStyle/>
          <a:p>
            <a:pPr lvl="0" algn="r">
              <a:lnSpc>
                <a:spcPct val="150000"/>
              </a:lnSpc>
              <a:buSzPts val="1800"/>
            </a:pPr>
            <a:r>
              <a:rPr lang="en-US" sz="1800" dirty="0">
                <a:solidFill>
                  <a:schemeClr val="dk1"/>
                </a:solidFill>
                <a:latin typeface="Consolas"/>
                <a:ea typeface="Consolas"/>
                <a:cs typeface="Consolas"/>
                <a:sym typeface="Consolas"/>
              </a:rPr>
              <a:t>Algorithmic Paradigm :</a:t>
            </a:r>
            <a:endParaRPr dirty="0"/>
          </a:p>
        </p:txBody>
      </p:sp>
      <p:sp>
        <p:nvSpPr>
          <p:cNvPr id="10" name="Google Shape;69;p13">
            <a:extLst>
              <a:ext uri="{FF2B5EF4-FFF2-40B4-BE49-F238E27FC236}">
                <a16:creationId xmlns:a16="http://schemas.microsoft.com/office/drawing/2014/main" id="{93CB4959-0CD0-898E-FC43-CD3C21647510}"/>
              </a:ext>
            </a:extLst>
          </p:cNvPr>
          <p:cNvSpPr/>
          <p:nvPr/>
        </p:nvSpPr>
        <p:spPr>
          <a:xfrm>
            <a:off x="4326813" y="2014988"/>
            <a:ext cx="3120004" cy="415498"/>
          </a:xfrm>
          <a:prstGeom prst="rect">
            <a:avLst/>
          </a:prstGeom>
          <a:noFill/>
          <a:ln>
            <a:noFill/>
          </a:ln>
        </p:spPr>
        <p:txBody>
          <a:bodyPr spcFirstLastPara="1" wrap="square" lIns="0" tIns="0" rIns="0" bIns="0" anchor="t" anchorCtr="0">
            <a:spAutoFit/>
          </a:bodyPr>
          <a:lstStyle/>
          <a:p>
            <a:pPr lvl="0">
              <a:lnSpc>
                <a:spcPct val="150000"/>
              </a:lnSpc>
              <a:buSzPts val="1800"/>
            </a:pPr>
            <a:r>
              <a:rPr lang="en-US" sz="1800" dirty="0">
                <a:solidFill>
                  <a:schemeClr val="dk1"/>
                </a:solidFill>
                <a:latin typeface="Consolas"/>
                <a:ea typeface="Consolas"/>
                <a:cs typeface="Consolas"/>
                <a:sym typeface="Consolas"/>
              </a:rPr>
              <a:t>Divide and Conquer</a:t>
            </a:r>
            <a:endParaRPr dirty="0"/>
          </a:p>
        </p:txBody>
      </p:sp>
      <p:sp>
        <p:nvSpPr>
          <p:cNvPr id="11" name="Google Shape;69;p13">
            <a:extLst>
              <a:ext uri="{FF2B5EF4-FFF2-40B4-BE49-F238E27FC236}">
                <a16:creationId xmlns:a16="http://schemas.microsoft.com/office/drawing/2014/main" id="{9C5A570B-C7CC-E631-7EB4-EBADD22031B3}"/>
              </a:ext>
            </a:extLst>
          </p:cNvPr>
          <p:cNvSpPr/>
          <p:nvPr/>
        </p:nvSpPr>
        <p:spPr>
          <a:xfrm>
            <a:off x="571910" y="2414850"/>
            <a:ext cx="3663205" cy="415498"/>
          </a:xfrm>
          <a:prstGeom prst="rect">
            <a:avLst/>
          </a:prstGeom>
          <a:noFill/>
          <a:ln>
            <a:noFill/>
          </a:ln>
        </p:spPr>
        <p:txBody>
          <a:bodyPr spcFirstLastPara="1" wrap="square" lIns="0" tIns="0" rIns="0" bIns="0" anchor="t" anchorCtr="0">
            <a:spAutoFit/>
          </a:bodyPr>
          <a:lstStyle/>
          <a:p>
            <a:pPr lvl="0" algn="r">
              <a:lnSpc>
                <a:spcPct val="150000"/>
              </a:lnSpc>
              <a:buSzPts val="1800"/>
            </a:pPr>
            <a:r>
              <a:rPr lang="en-US" sz="1800" dirty="0">
                <a:solidFill>
                  <a:schemeClr val="dk1"/>
                </a:solidFill>
                <a:latin typeface="Consolas"/>
                <a:ea typeface="Consolas"/>
                <a:cs typeface="Consolas"/>
                <a:sym typeface="Consolas"/>
              </a:rPr>
              <a:t>Sorting In Place :</a:t>
            </a:r>
            <a:endParaRPr dirty="0"/>
          </a:p>
        </p:txBody>
      </p:sp>
      <p:sp>
        <p:nvSpPr>
          <p:cNvPr id="12" name="Google Shape;69;p13">
            <a:extLst>
              <a:ext uri="{FF2B5EF4-FFF2-40B4-BE49-F238E27FC236}">
                <a16:creationId xmlns:a16="http://schemas.microsoft.com/office/drawing/2014/main" id="{92638D16-0103-C89F-7692-E36548ADAB4B}"/>
              </a:ext>
            </a:extLst>
          </p:cNvPr>
          <p:cNvSpPr/>
          <p:nvPr/>
        </p:nvSpPr>
        <p:spPr>
          <a:xfrm>
            <a:off x="4326813" y="2414850"/>
            <a:ext cx="3120004" cy="415498"/>
          </a:xfrm>
          <a:prstGeom prst="rect">
            <a:avLst/>
          </a:prstGeom>
          <a:noFill/>
          <a:ln>
            <a:noFill/>
          </a:ln>
        </p:spPr>
        <p:txBody>
          <a:bodyPr spcFirstLastPara="1" wrap="square" lIns="0" tIns="0" rIns="0" bIns="0" anchor="t" anchorCtr="0">
            <a:spAutoFit/>
          </a:bodyPr>
          <a:lstStyle/>
          <a:p>
            <a:pPr lvl="0">
              <a:lnSpc>
                <a:spcPct val="150000"/>
              </a:lnSpc>
              <a:buSzPts val="1800"/>
            </a:pPr>
            <a:r>
              <a:rPr lang="en-US" sz="1800" dirty="0">
                <a:solidFill>
                  <a:schemeClr val="dk1"/>
                </a:solidFill>
                <a:latin typeface="Consolas"/>
                <a:ea typeface="Consolas"/>
                <a:cs typeface="Consolas"/>
                <a:sym typeface="Consolas"/>
              </a:rPr>
              <a:t>Yes</a:t>
            </a:r>
            <a:endParaRPr dirty="0"/>
          </a:p>
        </p:txBody>
      </p:sp>
      <p:sp>
        <p:nvSpPr>
          <p:cNvPr id="13" name="Google Shape;69;p13">
            <a:extLst>
              <a:ext uri="{FF2B5EF4-FFF2-40B4-BE49-F238E27FC236}">
                <a16:creationId xmlns:a16="http://schemas.microsoft.com/office/drawing/2014/main" id="{8E92065B-A346-8FEF-12D2-70F77B719966}"/>
              </a:ext>
            </a:extLst>
          </p:cNvPr>
          <p:cNvSpPr/>
          <p:nvPr/>
        </p:nvSpPr>
        <p:spPr>
          <a:xfrm>
            <a:off x="571909" y="2830348"/>
            <a:ext cx="3663205" cy="415498"/>
          </a:xfrm>
          <a:prstGeom prst="rect">
            <a:avLst/>
          </a:prstGeom>
          <a:noFill/>
          <a:ln>
            <a:noFill/>
          </a:ln>
        </p:spPr>
        <p:txBody>
          <a:bodyPr spcFirstLastPara="1" wrap="square" lIns="0" tIns="0" rIns="0" bIns="0" anchor="t" anchorCtr="0">
            <a:spAutoFit/>
          </a:bodyPr>
          <a:lstStyle/>
          <a:p>
            <a:pPr lvl="0" algn="r">
              <a:lnSpc>
                <a:spcPct val="150000"/>
              </a:lnSpc>
              <a:buSzPts val="1800"/>
            </a:pPr>
            <a:r>
              <a:rPr lang="en-US" sz="1800" dirty="0">
                <a:solidFill>
                  <a:schemeClr val="dk1"/>
                </a:solidFill>
                <a:latin typeface="Consolas"/>
                <a:ea typeface="Consolas"/>
                <a:cs typeface="Consolas"/>
                <a:sym typeface="Consolas"/>
              </a:rPr>
              <a:t>Stable :</a:t>
            </a:r>
            <a:endParaRPr dirty="0"/>
          </a:p>
        </p:txBody>
      </p:sp>
      <p:sp>
        <p:nvSpPr>
          <p:cNvPr id="14" name="Google Shape;69;p13">
            <a:extLst>
              <a:ext uri="{FF2B5EF4-FFF2-40B4-BE49-F238E27FC236}">
                <a16:creationId xmlns:a16="http://schemas.microsoft.com/office/drawing/2014/main" id="{2BE88FAA-973A-17EE-E105-70C8E9AA1B51}"/>
              </a:ext>
            </a:extLst>
          </p:cNvPr>
          <p:cNvSpPr/>
          <p:nvPr/>
        </p:nvSpPr>
        <p:spPr>
          <a:xfrm>
            <a:off x="4318786" y="2814712"/>
            <a:ext cx="3120004" cy="415498"/>
          </a:xfrm>
          <a:prstGeom prst="rect">
            <a:avLst/>
          </a:prstGeom>
          <a:noFill/>
          <a:ln>
            <a:noFill/>
          </a:ln>
        </p:spPr>
        <p:txBody>
          <a:bodyPr spcFirstLastPara="1" wrap="square" lIns="0" tIns="0" rIns="0" bIns="0" anchor="t" anchorCtr="0">
            <a:spAutoFit/>
          </a:bodyPr>
          <a:lstStyle/>
          <a:p>
            <a:pPr lvl="0">
              <a:lnSpc>
                <a:spcPct val="150000"/>
              </a:lnSpc>
              <a:buSzPts val="1800"/>
            </a:pPr>
            <a:r>
              <a:rPr lang="en-US" sz="1800" dirty="0">
                <a:solidFill>
                  <a:schemeClr val="dk1"/>
                </a:solidFill>
                <a:latin typeface="Consolas"/>
                <a:ea typeface="Consolas"/>
                <a:cs typeface="Consolas"/>
                <a:sym typeface="Consolas"/>
              </a:rPr>
              <a:t>No</a:t>
            </a:r>
            <a:endParaRPr dirty="0"/>
          </a:p>
        </p:txBody>
      </p:sp>
    </p:spTree>
    <p:extLst>
      <p:ext uri="{BB962C8B-B14F-4D97-AF65-F5344CB8AC3E}">
        <p14:creationId xmlns:p14="http://schemas.microsoft.com/office/powerpoint/2010/main" val="4112777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lide(from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slide(from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8"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slide(fromLef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8"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slide(fromLeft)">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8"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slide(fromLeft)">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8"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slide(fromLeft)">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8"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slide(fromLeft)">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8" fill="hold" grpId="0"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slide(fromLeft)">
                                      <p:cBhvr>
                                        <p:cTn id="42" dur="500"/>
                                        <p:tgtEl>
                                          <p:spTgt spid="12"/>
                                        </p:tgtEl>
                                      </p:cBhvr>
                                    </p:animEffect>
                                  </p:childTnLst>
                                </p:cTn>
                              </p:par>
                            </p:childTnLst>
                          </p:cTn>
                        </p:par>
                      </p:childTnLst>
                    </p:cTn>
                  </p:par>
                  <p:par>
                    <p:cTn id="43" fill="hold">
                      <p:stCondLst>
                        <p:cond delay="indefinite"/>
                      </p:stCondLst>
                      <p:childTnLst>
                        <p:par>
                          <p:cTn id="44" fill="hold">
                            <p:stCondLst>
                              <p:cond delay="0"/>
                            </p:stCondLst>
                            <p:childTnLst>
                              <p:par>
                                <p:cTn id="45" presetID="12" presetClass="entr" presetSubtype="8"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slide(fromLeft)">
                                      <p:cBhvr>
                                        <p:cTn id="47" dur="500"/>
                                        <p:tgtEl>
                                          <p:spTgt spid="13"/>
                                        </p:tgtEl>
                                      </p:cBhvr>
                                    </p:animEffect>
                                  </p:childTnLst>
                                </p:cTn>
                              </p:par>
                            </p:childTnLst>
                          </p:cTn>
                        </p:par>
                      </p:childTnLst>
                    </p:cTn>
                  </p:par>
                  <p:par>
                    <p:cTn id="48" fill="hold">
                      <p:stCondLst>
                        <p:cond delay="indefinite"/>
                      </p:stCondLst>
                      <p:childTnLst>
                        <p:par>
                          <p:cTn id="49" fill="hold">
                            <p:stCondLst>
                              <p:cond delay="0"/>
                            </p:stCondLst>
                            <p:childTnLst>
                              <p:par>
                                <p:cTn id="50" presetID="12" presetClass="entr" presetSubtype="8" fill="hold" grpId="0" nodeType="click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slide(fromLeft)">
                                      <p:cBhvr>
                                        <p:cTn id="5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1;p13">
            <a:extLst>
              <a:ext uri="{FF2B5EF4-FFF2-40B4-BE49-F238E27FC236}">
                <a16:creationId xmlns:a16="http://schemas.microsoft.com/office/drawing/2014/main" id="{21832131-B294-F89E-2FD7-4F8EA04E04A5}"/>
              </a:ext>
            </a:extLst>
          </p:cNvPr>
          <p:cNvSpPr/>
          <p:nvPr/>
        </p:nvSpPr>
        <p:spPr>
          <a:xfrm>
            <a:off x="2111298" y="462604"/>
            <a:ext cx="4921404" cy="449400"/>
          </a:xfrm>
          <a:prstGeom prst="roundRect">
            <a:avLst>
              <a:gd name="adj" fmla="val 16667"/>
            </a:avLst>
          </a:prstGeom>
          <a:solidFill>
            <a:srgbClr val="99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lvl="0" algn="ctr"/>
            <a:r>
              <a:rPr lang="en-US" sz="1600" b="1" dirty="0">
                <a:solidFill>
                  <a:schemeClr val="lt1"/>
                </a:solidFill>
                <a:latin typeface="Consolas"/>
                <a:sym typeface="Consolas"/>
              </a:rPr>
              <a:t>INTERVIEW QUESTIONS</a:t>
            </a:r>
            <a:endParaRPr lang="en-US" dirty="0"/>
          </a:p>
        </p:txBody>
      </p:sp>
      <p:sp>
        <p:nvSpPr>
          <p:cNvPr id="5" name="Google Shape;69;p13">
            <a:extLst>
              <a:ext uri="{FF2B5EF4-FFF2-40B4-BE49-F238E27FC236}">
                <a16:creationId xmlns:a16="http://schemas.microsoft.com/office/drawing/2014/main" id="{68302EFF-1778-D4D6-9B68-1E79B9C0C2C4}"/>
              </a:ext>
            </a:extLst>
          </p:cNvPr>
          <p:cNvSpPr/>
          <p:nvPr/>
        </p:nvSpPr>
        <p:spPr>
          <a:xfrm>
            <a:off x="587889" y="1595012"/>
            <a:ext cx="7968222" cy="830997"/>
          </a:xfrm>
          <a:prstGeom prst="rect">
            <a:avLst/>
          </a:prstGeom>
          <a:noFill/>
          <a:ln>
            <a:noFill/>
          </a:ln>
        </p:spPr>
        <p:txBody>
          <a:bodyPr spcFirstLastPara="1" wrap="square" lIns="0" tIns="0" rIns="0" bIns="0" anchor="t" anchorCtr="0">
            <a:spAutoFit/>
          </a:bodyPr>
          <a:lstStyle/>
          <a:p>
            <a:pPr>
              <a:lnSpc>
                <a:spcPct val="150000"/>
              </a:lnSpc>
              <a:buSzPts val="1800"/>
            </a:pPr>
            <a:r>
              <a:rPr lang="en-US" sz="1800" dirty="0">
                <a:solidFill>
                  <a:schemeClr val="dk1"/>
                </a:solidFill>
                <a:latin typeface="Consolas"/>
                <a:ea typeface="Consolas"/>
                <a:cs typeface="Consolas"/>
                <a:sym typeface="Consolas"/>
              </a:rPr>
              <a:t>1.What is Selection Sort?</a:t>
            </a:r>
          </a:p>
          <a:p>
            <a:pPr>
              <a:lnSpc>
                <a:spcPct val="150000"/>
              </a:lnSpc>
              <a:buSzPts val="1800"/>
            </a:pPr>
            <a:endParaRPr lang="en-US" sz="1800" dirty="0">
              <a:solidFill>
                <a:schemeClr val="dk1"/>
              </a:solidFill>
              <a:latin typeface="Consolas"/>
              <a:ea typeface="Consolas"/>
              <a:cs typeface="Consolas"/>
              <a:sym typeface="Consolas"/>
            </a:endParaRPr>
          </a:p>
        </p:txBody>
      </p:sp>
      <p:sp>
        <p:nvSpPr>
          <p:cNvPr id="6" name="Google Shape;69;p13">
            <a:extLst>
              <a:ext uri="{FF2B5EF4-FFF2-40B4-BE49-F238E27FC236}">
                <a16:creationId xmlns:a16="http://schemas.microsoft.com/office/drawing/2014/main" id="{474BC124-DDB1-46A9-8BDB-D1CEE0C43BB4}"/>
              </a:ext>
            </a:extLst>
          </p:cNvPr>
          <p:cNvSpPr/>
          <p:nvPr/>
        </p:nvSpPr>
        <p:spPr>
          <a:xfrm>
            <a:off x="1189463" y="2214911"/>
            <a:ext cx="7366648" cy="2077492"/>
          </a:xfrm>
          <a:prstGeom prst="rect">
            <a:avLst/>
          </a:prstGeom>
          <a:noFill/>
          <a:ln>
            <a:noFill/>
          </a:ln>
        </p:spPr>
        <p:txBody>
          <a:bodyPr spcFirstLastPara="1" wrap="square" lIns="0" tIns="0" rIns="0" bIns="0" anchor="t" anchorCtr="0">
            <a:spAutoFit/>
          </a:bodyPr>
          <a:lstStyle/>
          <a:p>
            <a:pPr>
              <a:lnSpc>
                <a:spcPct val="150000"/>
              </a:lnSpc>
              <a:buSzPts val="1800"/>
            </a:pPr>
            <a:r>
              <a:rPr lang="en-US" sz="1800" dirty="0">
                <a:solidFill>
                  <a:schemeClr val="dk1"/>
                </a:solidFill>
                <a:latin typeface="Consolas"/>
                <a:ea typeface="Consolas"/>
                <a:cs typeface="Consolas"/>
                <a:sym typeface="Consolas"/>
              </a:rPr>
              <a:t>Selection Sort is a simple sorting algorithm that repeatedly selects the minimum (or maximum) element from an unsorted portion of the array and swaps it with the first unsorted element.</a:t>
            </a:r>
          </a:p>
          <a:p>
            <a:pPr lvl="0">
              <a:lnSpc>
                <a:spcPct val="150000"/>
              </a:lnSpc>
              <a:buSzPts val="1800"/>
            </a:pPr>
            <a:endParaRPr lang="en-US" sz="1800" dirty="0">
              <a:solidFill>
                <a:schemeClr val="dk1"/>
              </a:solidFill>
              <a:latin typeface="Consolas"/>
              <a:ea typeface="Consolas"/>
              <a:cs typeface="Consolas"/>
              <a:sym typeface="Consolas"/>
            </a:endParaRPr>
          </a:p>
        </p:txBody>
      </p:sp>
    </p:spTree>
    <p:extLst>
      <p:ext uri="{BB962C8B-B14F-4D97-AF65-F5344CB8AC3E}">
        <p14:creationId xmlns:p14="http://schemas.microsoft.com/office/powerpoint/2010/main" val="2503687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lide(from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slide(fromLeft)">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69;p13">
            <a:extLst>
              <a:ext uri="{FF2B5EF4-FFF2-40B4-BE49-F238E27FC236}">
                <a16:creationId xmlns:a16="http://schemas.microsoft.com/office/drawing/2014/main" id="{5C8DAB24-1454-AB7F-3970-222C8D403E74}"/>
              </a:ext>
            </a:extLst>
          </p:cNvPr>
          <p:cNvSpPr/>
          <p:nvPr/>
        </p:nvSpPr>
        <p:spPr>
          <a:xfrm>
            <a:off x="587889" y="1504701"/>
            <a:ext cx="7968222" cy="415498"/>
          </a:xfrm>
          <a:prstGeom prst="rect">
            <a:avLst/>
          </a:prstGeom>
          <a:noFill/>
          <a:ln>
            <a:noFill/>
          </a:ln>
        </p:spPr>
        <p:txBody>
          <a:bodyPr spcFirstLastPara="1" wrap="square" lIns="0" tIns="0" rIns="0" bIns="0" anchor="t" anchorCtr="0">
            <a:spAutoFit/>
          </a:bodyPr>
          <a:lstStyle/>
          <a:p>
            <a:pPr>
              <a:lnSpc>
                <a:spcPct val="150000"/>
              </a:lnSpc>
              <a:buSzPts val="1800"/>
            </a:pPr>
            <a:r>
              <a:rPr lang="en-US" sz="1800" dirty="0">
                <a:solidFill>
                  <a:schemeClr val="dk1"/>
                </a:solidFill>
                <a:latin typeface="Consolas"/>
                <a:ea typeface="Consolas"/>
                <a:cs typeface="Consolas"/>
                <a:sym typeface="Consolas"/>
              </a:rPr>
              <a:t>2.What is the time complexity of Selection Sort?</a:t>
            </a:r>
          </a:p>
        </p:txBody>
      </p:sp>
      <p:sp>
        <p:nvSpPr>
          <p:cNvPr id="5" name="Google Shape;69;p13">
            <a:extLst>
              <a:ext uri="{FF2B5EF4-FFF2-40B4-BE49-F238E27FC236}">
                <a16:creationId xmlns:a16="http://schemas.microsoft.com/office/drawing/2014/main" id="{A5C1BD9E-65C9-3D2F-B9C8-C333D36570F5}"/>
              </a:ext>
            </a:extLst>
          </p:cNvPr>
          <p:cNvSpPr/>
          <p:nvPr/>
        </p:nvSpPr>
        <p:spPr>
          <a:xfrm>
            <a:off x="1189463" y="2191132"/>
            <a:ext cx="7366648" cy="1661993"/>
          </a:xfrm>
          <a:prstGeom prst="rect">
            <a:avLst/>
          </a:prstGeom>
          <a:noFill/>
          <a:ln>
            <a:noFill/>
          </a:ln>
        </p:spPr>
        <p:txBody>
          <a:bodyPr spcFirstLastPara="1" wrap="square" lIns="0" tIns="0" rIns="0" bIns="0" anchor="t" anchorCtr="0">
            <a:spAutoFit/>
          </a:bodyPr>
          <a:lstStyle/>
          <a:p>
            <a:pPr lvl="0">
              <a:lnSpc>
                <a:spcPct val="150000"/>
              </a:lnSpc>
              <a:buSzPts val="1800"/>
            </a:pPr>
            <a:r>
              <a:rPr lang="en-US" sz="1800" dirty="0">
                <a:solidFill>
                  <a:schemeClr val="dk1"/>
                </a:solidFill>
                <a:latin typeface="Consolas"/>
                <a:ea typeface="Consolas"/>
                <a:cs typeface="Consolas"/>
                <a:sym typeface="Consolas"/>
              </a:rPr>
              <a:t>The time complexity of Selection Sort is O(n^2) in the worst, average, and best cases, where 'n' is the number of elements in the array.</a:t>
            </a:r>
          </a:p>
          <a:p>
            <a:pPr lvl="0">
              <a:lnSpc>
                <a:spcPct val="150000"/>
              </a:lnSpc>
              <a:buSzPts val="1800"/>
            </a:pPr>
            <a:endParaRPr lang="en-US" sz="1800" dirty="0">
              <a:solidFill>
                <a:schemeClr val="dk1"/>
              </a:solidFill>
              <a:latin typeface="Consolas"/>
              <a:ea typeface="Consolas"/>
              <a:cs typeface="Consolas"/>
              <a:sym typeface="Consolas"/>
            </a:endParaRPr>
          </a:p>
        </p:txBody>
      </p:sp>
      <p:sp>
        <p:nvSpPr>
          <p:cNvPr id="6" name="Google Shape;71;p13">
            <a:extLst>
              <a:ext uri="{FF2B5EF4-FFF2-40B4-BE49-F238E27FC236}">
                <a16:creationId xmlns:a16="http://schemas.microsoft.com/office/drawing/2014/main" id="{5E86B907-CA2B-4A3A-3C50-7AADC311F4C2}"/>
              </a:ext>
            </a:extLst>
          </p:cNvPr>
          <p:cNvSpPr/>
          <p:nvPr/>
        </p:nvSpPr>
        <p:spPr>
          <a:xfrm>
            <a:off x="2111298" y="519048"/>
            <a:ext cx="4921404" cy="449400"/>
          </a:xfrm>
          <a:prstGeom prst="roundRect">
            <a:avLst>
              <a:gd name="adj" fmla="val 16667"/>
            </a:avLst>
          </a:prstGeom>
          <a:solidFill>
            <a:srgbClr val="99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lvl="0" algn="ctr"/>
            <a:r>
              <a:rPr lang="en-US" sz="1600" b="1" dirty="0">
                <a:solidFill>
                  <a:schemeClr val="lt1"/>
                </a:solidFill>
                <a:latin typeface="Consolas"/>
                <a:sym typeface="Consolas"/>
              </a:rPr>
              <a:t>INTERVIEW QUESTIONS</a:t>
            </a:r>
            <a:endParaRPr lang="en-US" dirty="0"/>
          </a:p>
        </p:txBody>
      </p:sp>
    </p:spTree>
    <p:extLst>
      <p:ext uri="{BB962C8B-B14F-4D97-AF65-F5344CB8AC3E}">
        <p14:creationId xmlns:p14="http://schemas.microsoft.com/office/powerpoint/2010/main" val="46162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lide(from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slide(fromLeft)">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1;p13">
            <a:extLst>
              <a:ext uri="{FF2B5EF4-FFF2-40B4-BE49-F238E27FC236}">
                <a16:creationId xmlns:a16="http://schemas.microsoft.com/office/drawing/2014/main" id="{DC45A048-E159-D401-B397-E8E7D72F647E}"/>
              </a:ext>
            </a:extLst>
          </p:cNvPr>
          <p:cNvSpPr/>
          <p:nvPr/>
        </p:nvSpPr>
        <p:spPr>
          <a:xfrm>
            <a:off x="2111298" y="586781"/>
            <a:ext cx="4921404" cy="449400"/>
          </a:xfrm>
          <a:prstGeom prst="roundRect">
            <a:avLst>
              <a:gd name="adj" fmla="val 16667"/>
            </a:avLst>
          </a:prstGeom>
          <a:solidFill>
            <a:srgbClr val="99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lvl="0" algn="ctr"/>
            <a:r>
              <a:rPr lang="en-US" sz="1600" b="1" dirty="0">
                <a:solidFill>
                  <a:schemeClr val="lt1"/>
                </a:solidFill>
                <a:latin typeface="Consolas"/>
                <a:sym typeface="Consolas"/>
              </a:rPr>
              <a:t>INTERVIEW QUESTIONS</a:t>
            </a:r>
            <a:endParaRPr lang="en-US" dirty="0"/>
          </a:p>
        </p:txBody>
      </p:sp>
      <p:sp>
        <p:nvSpPr>
          <p:cNvPr id="5" name="Google Shape;69;p13">
            <a:extLst>
              <a:ext uri="{FF2B5EF4-FFF2-40B4-BE49-F238E27FC236}">
                <a16:creationId xmlns:a16="http://schemas.microsoft.com/office/drawing/2014/main" id="{D43BBF47-DD7B-67D4-2FD1-05B421B40596}"/>
              </a:ext>
            </a:extLst>
          </p:cNvPr>
          <p:cNvSpPr/>
          <p:nvPr/>
        </p:nvSpPr>
        <p:spPr>
          <a:xfrm>
            <a:off x="587889" y="1595012"/>
            <a:ext cx="7968222" cy="415498"/>
          </a:xfrm>
          <a:prstGeom prst="rect">
            <a:avLst/>
          </a:prstGeom>
          <a:noFill/>
          <a:ln>
            <a:noFill/>
          </a:ln>
        </p:spPr>
        <p:txBody>
          <a:bodyPr spcFirstLastPara="1" wrap="square" lIns="0" tIns="0" rIns="0" bIns="0" anchor="t" anchorCtr="0">
            <a:spAutoFit/>
          </a:bodyPr>
          <a:lstStyle/>
          <a:p>
            <a:pPr>
              <a:lnSpc>
                <a:spcPct val="150000"/>
              </a:lnSpc>
              <a:buSzPts val="1800"/>
            </a:pPr>
            <a:r>
              <a:rPr lang="en-US" sz="1800" dirty="0">
                <a:solidFill>
                  <a:schemeClr val="dk1"/>
                </a:solidFill>
                <a:latin typeface="Consolas"/>
                <a:ea typeface="Consolas"/>
                <a:cs typeface="Consolas"/>
                <a:sym typeface="Consolas"/>
              </a:rPr>
              <a:t>3. How does Selection Sort work?</a:t>
            </a:r>
          </a:p>
        </p:txBody>
      </p:sp>
      <p:sp>
        <p:nvSpPr>
          <p:cNvPr id="6" name="Google Shape;69;p13">
            <a:extLst>
              <a:ext uri="{FF2B5EF4-FFF2-40B4-BE49-F238E27FC236}">
                <a16:creationId xmlns:a16="http://schemas.microsoft.com/office/drawing/2014/main" id="{EC7A47F7-0499-D171-5D15-5FDD4390781A}"/>
              </a:ext>
            </a:extLst>
          </p:cNvPr>
          <p:cNvSpPr/>
          <p:nvPr/>
        </p:nvSpPr>
        <p:spPr>
          <a:xfrm>
            <a:off x="1189463" y="2214911"/>
            <a:ext cx="7366648" cy="1661993"/>
          </a:xfrm>
          <a:prstGeom prst="rect">
            <a:avLst/>
          </a:prstGeom>
          <a:noFill/>
          <a:ln>
            <a:noFill/>
          </a:ln>
        </p:spPr>
        <p:txBody>
          <a:bodyPr spcFirstLastPara="1" wrap="square" lIns="0" tIns="0" rIns="0" bIns="0" anchor="t" anchorCtr="0">
            <a:spAutoFit/>
          </a:bodyPr>
          <a:lstStyle/>
          <a:p>
            <a:pPr lvl="0">
              <a:lnSpc>
                <a:spcPct val="150000"/>
              </a:lnSpc>
              <a:buSzPts val="1800"/>
            </a:pPr>
            <a:r>
              <a:rPr lang="en-US" sz="1800" dirty="0">
                <a:solidFill>
                  <a:schemeClr val="dk1"/>
                </a:solidFill>
                <a:latin typeface="Consolas"/>
                <a:ea typeface="Consolas"/>
                <a:cs typeface="Consolas"/>
                <a:sym typeface="Consolas"/>
              </a:rPr>
              <a:t>Selection Sort divides the input array into two parts: the sorted and unsorted portions. It repeatedly finds the smallest element in the unsorted portion and swaps it with the first element of the unsorted portion.</a:t>
            </a:r>
          </a:p>
        </p:txBody>
      </p:sp>
    </p:spTree>
    <p:extLst>
      <p:ext uri="{BB962C8B-B14F-4D97-AF65-F5344CB8AC3E}">
        <p14:creationId xmlns:p14="http://schemas.microsoft.com/office/powerpoint/2010/main" val="2190656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lide(from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slide(fromLeft)">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71;p13">
            <a:extLst>
              <a:ext uri="{FF2B5EF4-FFF2-40B4-BE49-F238E27FC236}">
                <a16:creationId xmlns:a16="http://schemas.microsoft.com/office/drawing/2014/main" id="{5AB1C316-CF9D-698C-3EA2-902795072A3A}"/>
              </a:ext>
            </a:extLst>
          </p:cNvPr>
          <p:cNvSpPr/>
          <p:nvPr/>
        </p:nvSpPr>
        <p:spPr>
          <a:xfrm>
            <a:off x="2111298" y="462603"/>
            <a:ext cx="4921404" cy="449400"/>
          </a:xfrm>
          <a:prstGeom prst="roundRect">
            <a:avLst>
              <a:gd name="adj" fmla="val 16667"/>
            </a:avLst>
          </a:prstGeom>
          <a:solidFill>
            <a:srgbClr val="99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lvl="0" algn="ctr"/>
            <a:r>
              <a:rPr lang="en-US" sz="1600" b="1" dirty="0">
                <a:solidFill>
                  <a:schemeClr val="lt1"/>
                </a:solidFill>
                <a:latin typeface="Consolas"/>
                <a:sym typeface="Consolas"/>
              </a:rPr>
              <a:t>INTERVIEW QUESTIONS</a:t>
            </a:r>
            <a:endParaRPr lang="en-US" dirty="0"/>
          </a:p>
        </p:txBody>
      </p:sp>
      <p:sp>
        <p:nvSpPr>
          <p:cNvPr id="6" name="Google Shape;69;p13">
            <a:extLst>
              <a:ext uri="{FF2B5EF4-FFF2-40B4-BE49-F238E27FC236}">
                <a16:creationId xmlns:a16="http://schemas.microsoft.com/office/drawing/2014/main" id="{09A6AF71-CA20-46B0-63AA-3A39EA52BF2B}"/>
              </a:ext>
            </a:extLst>
          </p:cNvPr>
          <p:cNvSpPr/>
          <p:nvPr/>
        </p:nvSpPr>
        <p:spPr>
          <a:xfrm>
            <a:off x="745933" y="1233768"/>
            <a:ext cx="7968222" cy="415498"/>
          </a:xfrm>
          <a:prstGeom prst="rect">
            <a:avLst/>
          </a:prstGeom>
          <a:noFill/>
          <a:ln>
            <a:noFill/>
          </a:ln>
        </p:spPr>
        <p:txBody>
          <a:bodyPr spcFirstLastPara="1" wrap="square" lIns="0" tIns="0" rIns="0" bIns="0" anchor="t" anchorCtr="0">
            <a:spAutoFit/>
          </a:bodyPr>
          <a:lstStyle/>
          <a:p>
            <a:pPr>
              <a:lnSpc>
                <a:spcPct val="150000"/>
              </a:lnSpc>
              <a:buSzPts val="1800"/>
            </a:pPr>
            <a:r>
              <a:rPr lang="en-US" sz="1800" dirty="0">
                <a:solidFill>
                  <a:schemeClr val="dk1"/>
                </a:solidFill>
                <a:latin typeface="Consolas"/>
                <a:ea typeface="Consolas"/>
                <a:cs typeface="Consolas"/>
                <a:sym typeface="Consolas"/>
              </a:rPr>
              <a:t>4.What is the advantage of Selection Sort?</a:t>
            </a:r>
          </a:p>
        </p:txBody>
      </p:sp>
      <p:sp>
        <p:nvSpPr>
          <p:cNvPr id="7" name="Google Shape;69;p13">
            <a:extLst>
              <a:ext uri="{FF2B5EF4-FFF2-40B4-BE49-F238E27FC236}">
                <a16:creationId xmlns:a16="http://schemas.microsoft.com/office/drawing/2014/main" id="{AE631616-76CF-E67B-8FB2-BA9905A40105}"/>
              </a:ext>
            </a:extLst>
          </p:cNvPr>
          <p:cNvSpPr/>
          <p:nvPr/>
        </p:nvSpPr>
        <p:spPr>
          <a:xfrm>
            <a:off x="1257196" y="1948502"/>
            <a:ext cx="7366648" cy="1246495"/>
          </a:xfrm>
          <a:prstGeom prst="rect">
            <a:avLst/>
          </a:prstGeom>
          <a:noFill/>
          <a:ln>
            <a:noFill/>
          </a:ln>
        </p:spPr>
        <p:txBody>
          <a:bodyPr spcFirstLastPara="1" wrap="square" lIns="0" tIns="0" rIns="0" bIns="0" anchor="t" anchorCtr="0">
            <a:spAutoFit/>
          </a:bodyPr>
          <a:lstStyle/>
          <a:p>
            <a:pPr lvl="0">
              <a:lnSpc>
                <a:spcPct val="150000"/>
              </a:lnSpc>
              <a:buSzPts val="1800"/>
            </a:pPr>
            <a:r>
              <a:rPr lang="en-US" sz="1800" dirty="0">
                <a:solidFill>
                  <a:schemeClr val="dk1"/>
                </a:solidFill>
                <a:latin typeface="Consolas"/>
                <a:ea typeface="Consolas"/>
                <a:cs typeface="Consolas"/>
                <a:sym typeface="Consolas"/>
              </a:rPr>
              <a:t>Selection Sort is simple to implement and has a small constant factor. It performs a minimal number of swaps, making it useful when swaps are costly.</a:t>
            </a:r>
          </a:p>
        </p:txBody>
      </p:sp>
    </p:spTree>
    <p:extLst>
      <p:ext uri="{BB962C8B-B14F-4D97-AF65-F5344CB8AC3E}">
        <p14:creationId xmlns:p14="http://schemas.microsoft.com/office/powerpoint/2010/main" val="3617752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slide(from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slide(fromLeft)">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5DA8C-EDB3-CCFF-F929-B49FC4F6DD07}"/>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20E78AE4-47A3-8D95-44E2-6B391D17326D}"/>
              </a:ext>
            </a:extLst>
          </p:cNvPr>
          <p:cNvSpPr>
            <a:spLocks noGrp="1"/>
          </p:cNvSpPr>
          <p:nvPr>
            <p:ph type="subTitle" idx="1"/>
          </p:nvPr>
        </p:nvSpPr>
        <p:spPr/>
        <p:txBody>
          <a:bodyPr/>
          <a:lstStyle/>
          <a:p>
            <a:endParaRPr lang="en-IN"/>
          </a:p>
        </p:txBody>
      </p:sp>
      <p:pic>
        <p:nvPicPr>
          <p:cNvPr id="4" name="Google Shape;151;p63">
            <a:extLst>
              <a:ext uri="{FF2B5EF4-FFF2-40B4-BE49-F238E27FC236}">
                <a16:creationId xmlns:a16="http://schemas.microsoft.com/office/drawing/2014/main" id="{18189854-EA34-9B4E-4FD4-387D16F7BE31}"/>
              </a:ext>
            </a:extLst>
          </p:cNvPr>
          <p:cNvPicPr preferRelativeResize="0"/>
          <p:nvPr/>
        </p:nvPicPr>
        <p:blipFill rotWithShape="1">
          <a:blip r:embed="rId2">
            <a:alphaModFix/>
          </a:blip>
          <a:srcRect/>
          <a:stretch/>
        </p:blipFill>
        <p:spPr>
          <a:xfrm>
            <a:off x="-3" y="0"/>
            <a:ext cx="9144003" cy="5143501"/>
          </a:xfrm>
          <a:prstGeom prst="rect">
            <a:avLst/>
          </a:prstGeom>
          <a:noFill/>
          <a:ln>
            <a:noFill/>
          </a:ln>
        </p:spPr>
      </p:pic>
      <p:sp>
        <p:nvSpPr>
          <p:cNvPr id="5" name="Google Shape;61;p2">
            <a:extLst>
              <a:ext uri="{FF2B5EF4-FFF2-40B4-BE49-F238E27FC236}">
                <a16:creationId xmlns:a16="http://schemas.microsoft.com/office/drawing/2014/main" id="{47FC541D-3623-32FC-BF11-F57B73E3CB03}"/>
              </a:ext>
            </a:extLst>
          </p:cNvPr>
          <p:cNvSpPr/>
          <p:nvPr/>
        </p:nvSpPr>
        <p:spPr>
          <a:xfrm>
            <a:off x="-531261" y="2054547"/>
            <a:ext cx="6346277" cy="779347"/>
          </a:xfrm>
          <a:prstGeom prst="rect">
            <a:avLst/>
          </a:prstGeom>
          <a:noFill/>
          <a:ln>
            <a:noFill/>
          </a:ln>
        </p:spPr>
        <p:txBody>
          <a:bodyPr spcFirstLastPara="1" wrap="square" lIns="81625" tIns="82925" rIns="81625" bIns="82925" anchor="ctr" anchorCtr="0">
            <a:noAutofit/>
          </a:bodyPr>
          <a:lstStyle/>
          <a:p>
            <a:pPr lvl="0" algn="ctr"/>
            <a:r>
              <a:rPr lang="en-IN" sz="4000" b="1" dirty="0">
                <a:solidFill>
                  <a:schemeClr val="bg1"/>
                </a:solidFill>
              </a:rPr>
              <a:t>QUICK SORT</a:t>
            </a:r>
          </a:p>
        </p:txBody>
      </p:sp>
    </p:spTree>
    <p:extLst>
      <p:ext uri="{BB962C8B-B14F-4D97-AF65-F5344CB8AC3E}">
        <p14:creationId xmlns:p14="http://schemas.microsoft.com/office/powerpoint/2010/main" val="336216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strVal val="#ppt_w*0.70"/>
                                          </p:val>
                                        </p:tav>
                                        <p:tav tm="100000">
                                          <p:val>
                                            <p:strVal val="#ppt_w"/>
                                          </p:val>
                                        </p:tav>
                                      </p:tavLst>
                                    </p:anim>
                                    <p:anim calcmode="lin" valueType="num">
                                      <p:cBhvr>
                                        <p:cTn id="8" dur="1000" fill="hold"/>
                                        <p:tgtEl>
                                          <p:spTgt spid="5"/>
                                        </p:tgtEl>
                                        <p:attrNameLst>
                                          <p:attrName>ppt_h</p:attrName>
                                        </p:attrNameLst>
                                      </p:cBhvr>
                                      <p:tavLst>
                                        <p:tav tm="0">
                                          <p:val>
                                            <p:strVal val="#ppt_h"/>
                                          </p:val>
                                        </p:tav>
                                        <p:tav tm="100000">
                                          <p:val>
                                            <p:strVal val="#ppt_h"/>
                                          </p:val>
                                        </p:tav>
                                      </p:tavLst>
                                    </p:anim>
                                    <p:animEffect transition="in" filter="fade">
                                      <p:cBhvr>
                                        <p:cTn id="9"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1;p13">
            <a:extLst>
              <a:ext uri="{FF2B5EF4-FFF2-40B4-BE49-F238E27FC236}">
                <a16:creationId xmlns:a16="http://schemas.microsoft.com/office/drawing/2014/main" id="{96BF587D-B74A-165A-D3C9-330ACF28D903}"/>
              </a:ext>
            </a:extLst>
          </p:cNvPr>
          <p:cNvSpPr/>
          <p:nvPr/>
        </p:nvSpPr>
        <p:spPr>
          <a:xfrm>
            <a:off x="2111298" y="408321"/>
            <a:ext cx="4921404" cy="449400"/>
          </a:xfrm>
          <a:prstGeom prst="roundRect">
            <a:avLst>
              <a:gd name="adj" fmla="val 16667"/>
            </a:avLst>
          </a:prstGeom>
          <a:solidFill>
            <a:srgbClr val="99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lvl="0" algn="ctr"/>
            <a:r>
              <a:rPr lang="en-US" sz="1600" b="1" dirty="0">
                <a:solidFill>
                  <a:schemeClr val="lt1"/>
                </a:solidFill>
                <a:latin typeface="Consolas"/>
                <a:ea typeface="Consolas"/>
                <a:cs typeface="Consolas"/>
                <a:sym typeface="Consolas"/>
              </a:rPr>
              <a:t>QUICK SORT</a:t>
            </a:r>
            <a:endParaRPr/>
          </a:p>
        </p:txBody>
      </p:sp>
      <p:sp>
        <p:nvSpPr>
          <p:cNvPr id="5" name="Google Shape;69;p13">
            <a:extLst>
              <a:ext uri="{FF2B5EF4-FFF2-40B4-BE49-F238E27FC236}">
                <a16:creationId xmlns:a16="http://schemas.microsoft.com/office/drawing/2014/main" id="{A47E9657-DA28-B630-F8F3-C9C729E31945}"/>
              </a:ext>
            </a:extLst>
          </p:cNvPr>
          <p:cNvSpPr/>
          <p:nvPr/>
        </p:nvSpPr>
        <p:spPr>
          <a:xfrm>
            <a:off x="577637" y="1062651"/>
            <a:ext cx="7968222" cy="415498"/>
          </a:xfrm>
          <a:prstGeom prst="rect">
            <a:avLst/>
          </a:prstGeom>
          <a:noFill/>
          <a:ln>
            <a:noFill/>
          </a:ln>
        </p:spPr>
        <p:txBody>
          <a:bodyPr spcFirstLastPara="1" wrap="square" lIns="0" tIns="0" rIns="0" bIns="0" anchor="t" anchorCtr="0">
            <a:spAutoFit/>
          </a:bodyPr>
          <a:lstStyle/>
          <a:p>
            <a:pPr lvl="0" algn="ctr">
              <a:lnSpc>
                <a:spcPct val="150000"/>
              </a:lnSpc>
              <a:buSzPts val="1800"/>
            </a:pPr>
            <a:r>
              <a:rPr lang="en-US" sz="1800" b="1" dirty="0">
                <a:solidFill>
                  <a:schemeClr val="dk1"/>
                </a:solidFill>
                <a:latin typeface="Consolas"/>
                <a:ea typeface="Consolas"/>
                <a:cs typeface="Consolas"/>
                <a:sym typeface="Consolas"/>
              </a:rPr>
              <a:t>Introduction</a:t>
            </a:r>
            <a:endParaRPr b="1" dirty="0"/>
          </a:p>
        </p:txBody>
      </p:sp>
      <p:sp>
        <p:nvSpPr>
          <p:cNvPr id="6" name="Google Shape;69;p13">
            <a:extLst>
              <a:ext uri="{FF2B5EF4-FFF2-40B4-BE49-F238E27FC236}">
                <a16:creationId xmlns:a16="http://schemas.microsoft.com/office/drawing/2014/main" id="{8B7FB829-6244-7A4C-FE4F-654B1E59DD07}"/>
              </a:ext>
            </a:extLst>
          </p:cNvPr>
          <p:cNvSpPr/>
          <p:nvPr/>
        </p:nvSpPr>
        <p:spPr>
          <a:xfrm>
            <a:off x="577637" y="1683079"/>
            <a:ext cx="8181474" cy="830997"/>
          </a:xfrm>
          <a:prstGeom prst="rect">
            <a:avLst/>
          </a:prstGeom>
          <a:noFill/>
          <a:ln>
            <a:noFill/>
          </a:ln>
        </p:spPr>
        <p:txBody>
          <a:bodyPr spcFirstLastPara="1" wrap="square" lIns="0" tIns="0" rIns="0" bIns="0" anchor="t" anchorCtr="0">
            <a:spAutoFit/>
          </a:bodyPr>
          <a:lstStyle/>
          <a:p>
            <a:pPr lvl="0">
              <a:lnSpc>
                <a:spcPct val="150000"/>
              </a:lnSpc>
              <a:buSzPts val="1800"/>
            </a:pPr>
            <a:r>
              <a:rPr lang="en-US" sz="1800" dirty="0">
                <a:solidFill>
                  <a:schemeClr val="dk1"/>
                </a:solidFill>
                <a:latin typeface="Consolas"/>
                <a:ea typeface="Consolas"/>
                <a:cs typeface="Consolas"/>
                <a:sym typeface="Consolas"/>
              </a:rPr>
              <a:t>Like Selection Sort, </a:t>
            </a:r>
            <a:r>
              <a:rPr lang="en-US" sz="1800" b="1" dirty="0">
                <a:solidFill>
                  <a:schemeClr val="dk1"/>
                </a:solidFill>
                <a:latin typeface="Consolas"/>
                <a:ea typeface="Consolas"/>
                <a:cs typeface="Consolas"/>
                <a:sym typeface="Consolas"/>
              </a:rPr>
              <a:t>Quick Sort</a:t>
            </a:r>
            <a:r>
              <a:rPr lang="en-US" sz="1800" dirty="0">
                <a:solidFill>
                  <a:schemeClr val="dk1"/>
                </a:solidFill>
                <a:latin typeface="Consolas"/>
                <a:ea typeface="Consolas"/>
                <a:cs typeface="Consolas"/>
                <a:sym typeface="Consolas"/>
              </a:rPr>
              <a:t> is a Divide and Conquer algorithm.</a:t>
            </a:r>
            <a:endParaRPr dirty="0"/>
          </a:p>
        </p:txBody>
      </p:sp>
      <p:sp>
        <p:nvSpPr>
          <p:cNvPr id="7" name="Google Shape;69;p13">
            <a:extLst>
              <a:ext uri="{FF2B5EF4-FFF2-40B4-BE49-F238E27FC236}">
                <a16:creationId xmlns:a16="http://schemas.microsoft.com/office/drawing/2014/main" id="{B8440BA8-2008-E090-89C0-44CE3969F46F}"/>
              </a:ext>
            </a:extLst>
          </p:cNvPr>
          <p:cNvSpPr/>
          <p:nvPr/>
        </p:nvSpPr>
        <p:spPr>
          <a:xfrm>
            <a:off x="577637" y="2956592"/>
            <a:ext cx="8181474" cy="830997"/>
          </a:xfrm>
          <a:prstGeom prst="rect">
            <a:avLst/>
          </a:prstGeom>
          <a:noFill/>
          <a:ln>
            <a:noFill/>
          </a:ln>
        </p:spPr>
        <p:txBody>
          <a:bodyPr spcFirstLastPara="1" wrap="square" lIns="0" tIns="0" rIns="0" bIns="0" anchor="t" anchorCtr="0">
            <a:spAutoFit/>
          </a:bodyPr>
          <a:lstStyle/>
          <a:p>
            <a:pPr lvl="0">
              <a:lnSpc>
                <a:spcPct val="150000"/>
              </a:lnSpc>
              <a:buSzPts val="1800"/>
            </a:pPr>
            <a:r>
              <a:rPr lang="en-US" sz="1800" dirty="0">
                <a:solidFill>
                  <a:schemeClr val="dk1"/>
                </a:solidFill>
                <a:latin typeface="Consolas"/>
                <a:ea typeface="Consolas"/>
                <a:cs typeface="Consolas"/>
                <a:sym typeface="Consolas"/>
              </a:rPr>
              <a:t>Picks an element as pivot and partitions the given array around the picked pivot.</a:t>
            </a:r>
            <a:endParaRPr dirty="0"/>
          </a:p>
        </p:txBody>
      </p:sp>
    </p:spTree>
    <p:extLst>
      <p:ext uri="{BB962C8B-B14F-4D97-AF65-F5344CB8AC3E}">
        <p14:creationId xmlns:p14="http://schemas.microsoft.com/office/powerpoint/2010/main" val="4031793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lide(from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slide(from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8"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slide(fromLeft)">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1;p13">
            <a:extLst>
              <a:ext uri="{FF2B5EF4-FFF2-40B4-BE49-F238E27FC236}">
                <a16:creationId xmlns:a16="http://schemas.microsoft.com/office/drawing/2014/main" id="{F0A1C72E-6610-CBC5-B42D-37976A5827DF}"/>
              </a:ext>
            </a:extLst>
          </p:cNvPr>
          <p:cNvSpPr/>
          <p:nvPr/>
        </p:nvSpPr>
        <p:spPr>
          <a:xfrm>
            <a:off x="2015755" y="476054"/>
            <a:ext cx="4921404" cy="449400"/>
          </a:xfrm>
          <a:prstGeom prst="roundRect">
            <a:avLst>
              <a:gd name="adj" fmla="val 16667"/>
            </a:avLst>
          </a:prstGeom>
          <a:solidFill>
            <a:srgbClr val="99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lvl="0" algn="ctr"/>
            <a:r>
              <a:rPr lang="en-US" sz="1600" b="1" dirty="0">
                <a:solidFill>
                  <a:schemeClr val="lt1"/>
                </a:solidFill>
                <a:latin typeface="Consolas"/>
                <a:ea typeface="Consolas"/>
                <a:cs typeface="Consolas"/>
                <a:sym typeface="Consolas"/>
              </a:rPr>
              <a:t>QUICK SORT</a:t>
            </a:r>
            <a:endParaRPr/>
          </a:p>
        </p:txBody>
      </p:sp>
      <p:sp>
        <p:nvSpPr>
          <p:cNvPr id="5" name="Google Shape;69;p13">
            <a:extLst>
              <a:ext uri="{FF2B5EF4-FFF2-40B4-BE49-F238E27FC236}">
                <a16:creationId xmlns:a16="http://schemas.microsoft.com/office/drawing/2014/main" id="{19FA62F9-9045-EA6C-B224-433DA49AEF20}"/>
              </a:ext>
            </a:extLst>
          </p:cNvPr>
          <p:cNvSpPr/>
          <p:nvPr/>
        </p:nvSpPr>
        <p:spPr>
          <a:xfrm>
            <a:off x="587889" y="925454"/>
            <a:ext cx="7968222" cy="415498"/>
          </a:xfrm>
          <a:prstGeom prst="rect">
            <a:avLst/>
          </a:prstGeom>
          <a:noFill/>
          <a:ln>
            <a:noFill/>
          </a:ln>
        </p:spPr>
        <p:txBody>
          <a:bodyPr spcFirstLastPara="1" wrap="square" lIns="0" tIns="0" rIns="0" bIns="0" anchor="t" anchorCtr="0">
            <a:spAutoFit/>
          </a:bodyPr>
          <a:lstStyle/>
          <a:p>
            <a:pPr lvl="0">
              <a:lnSpc>
                <a:spcPct val="150000"/>
              </a:lnSpc>
              <a:buSzPts val="1800"/>
            </a:pPr>
            <a:r>
              <a:rPr lang="en-US" sz="1800" dirty="0">
                <a:solidFill>
                  <a:schemeClr val="bg1">
                    <a:lumMod val="65000"/>
                  </a:schemeClr>
                </a:solidFill>
                <a:latin typeface="Consolas"/>
                <a:ea typeface="Consolas"/>
                <a:cs typeface="Consolas"/>
                <a:sym typeface="Consolas"/>
              </a:rPr>
              <a:t>/* low  --&gt; Starting index,  high  --&gt; Ending index */</a:t>
            </a:r>
            <a:endParaRPr dirty="0">
              <a:solidFill>
                <a:schemeClr val="bg1">
                  <a:lumMod val="65000"/>
                </a:schemeClr>
              </a:solidFill>
            </a:endParaRPr>
          </a:p>
        </p:txBody>
      </p:sp>
      <p:sp>
        <p:nvSpPr>
          <p:cNvPr id="6" name="Google Shape;1483;p142">
            <a:extLst>
              <a:ext uri="{FF2B5EF4-FFF2-40B4-BE49-F238E27FC236}">
                <a16:creationId xmlns:a16="http://schemas.microsoft.com/office/drawing/2014/main" id="{E7F7A93C-F112-AF6C-5935-0881241C04F5}"/>
              </a:ext>
            </a:extLst>
          </p:cNvPr>
          <p:cNvSpPr/>
          <p:nvPr/>
        </p:nvSpPr>
        <p:spPr>
          <a:xfrm>
            <a:off x="1836608" y="1446857"/>
            <a:ext cx="5669154" cy="369664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IN" sz="1600" b="0" i="0" u="none" strike="noStrike" cap="none" dirty="0" err="1">
                <a:solidFill>
                  <a:srgbClr val="FF0000"/>
                </a:solidFill>
                <a:latin typeface="Consolas" pitchFamily="49" charset="0"/>
                <a:sym typeface="Arial"/>
              </a:rPr>
              <a:t>quickSort</a:t>
            </a:r>
            <a:r>
              <a:rPr lang="en-IN" sz="1600" b="0" i="0" u="none" strike="noStrike" cap="none" dirty="0">
                <a:solidFill>
                  <a:srgbClr val="000000"/>
                </a:solidFill>
                <a:latin typeface="Consolas" pitchFamily="49" charset="0"/>
                <a:sym typeface="Arial"/>
              </a:rPr>
              <a:t>(</a:t>
            </a:r>
            <a:r>
              <a:rPr lang="en-IN" sz="1600" b="0" i="0" u="none" strike="noStrike" cap="none" dirty="0" err="1">
                <a:solidFill>
                  <a:srgbClr val="000000"/>
                </a:solidFill>
                <a:latin typeface="Consolas" pitchFamily="49" charset="0"/>
                <a:sym typeface="Arial"/>
              </a:rPr>
              <a:t>arr</a:t>
            </a:r>
            <a:r>
              <a:rPr lang="en-IN" sz="1600" b="0" i="0" u="none" strike="noStrike" cap="none" dirty="0">
                <a:solidFill>
                  <a:srgbClr val="000000"/>
                </a:solidFill>
                <a:latin typeface="Consolas" pitchFamily="49" charset="0"/>
                <a:sym typeface="Arial"/>
              </a:rPr>
              <a:t>[], low, high)</a:t>
            </a:r>
            <a:endParaRPr sz="1600" b="0" i="0" u="none" strike="noStrike" cap="none" dirty="0">
              <a:solidFill>
                <a:srgbClr val="000000"/>
              </a:solidFill>
              <a:latin typeface="Consolas" pitchFamily="49" charset="0"/>
              <a:sym typeface="Arial"/>
            </a:endParaRPr>
          </a:p>
          <a:p>
            <a:pPr marL="0" marR="0" lvl="0" indent="0" algn="l" rtl="0">
              <a:lnSpc>
                <a:spcPct val="100000"/>
              </a:lnSpc>
              <a:spcBef>
                <a:spcPts val="0"/>
              </a:spcBef>
              <a:spcAft>
                <a:spcPts val="0"/>
              </a:spcAft>
              <a:buClr>
                <a:srgbClr val="000000"/>
              </a:buClr>
              <a:buSzPts val="1400"/>
              <a:buFont typeface="Arial"/>
              <a:buNone/>
            </a:pPr>
            <a:r>
              <a:rPr lang="en-IN" sz="1600" b="0" i="0" u="none" strike="noStrike" cap="none" dirty="0">
                <a:solidFill>
                  <a:srgbClr val="000000"/>
                </a:solidFill>
                <a:latin typeface="Consolas" pitchFamily="49" charset="0"/>
                <a:sym typeface="Arial"/>
              </a:rPr>
              <a:t>{</a:t>
            </a:r>
            <a:endParaRPr sz="1600" b="0" i="0" u="none" strike="noStrike" cap="none" dirty="0">
              <a:solidFill>
                <a:srgbClr val="000000"/>
              </a:solidFill>
              <a:latin typeface="Consolas" pitchFamily="49" charset="0"/>
              <a:sym typeface="Arial"/>
            </a:endParaRPr>
          </a:p>
          <a:p>
            <a:pPr marL="0" marR="0" lvl="0" indent="0" algn="l" rtl="0">
              <a:lnSpc>
                <a:spcPct val="100000"/>
              </a:lnSpc>
              <a:spcBef>
                <a:spcPts val="0"/>
              </a:spcBef>
              <a:spcAft>
                <a:spcPts val="0"/>
              </a:spcAft>
              <a:buClr>
                <a:srgbClr val="000000"/>
              </a:buClr>
              <a:buSzPts val="1400"/>
              <a:buFont typeface="Arial"/>
              <a:buNone/>
            </a:pPr>
            <a:r>
              <a:rPr lang="en-IN" sz="1600" b="0" i="0" u="none" strike="noStrike" cap="none" dirty="0">
                <a:solidFill>
                  <a:srgbClr val="000000"/>
                </a:solidFill>
                <a:latin typeface="Consolas" pitchFamily="49" charset="0"/>
                <a:sym typeface="Arial"/>
              </a:rPr>
              <a:t>    if (low &lt; high)</a:t>
            </a:r>
            <a:endParaRPr sz="1600" b="0" i="0" u="none" strike="noStrike" cap="none" dirty="0">
              <a:solidFill>
                <a:srgbClr val="000000"/>
              </a:solidFill>
              <a:latin typeface="Consolas" pitchFamily="49" charset="0"/>
              <a:sym typeface="Arial"/>
            </a:endParaRPr>
          </a:p>
          <a:p>
            <a:pPr marL="0" marR="0" lvl="0" indent="0" algn="l" rtl="0">
              <a:lnSpc>
                <a:spcPct val="100000"/>
              </a:lnSpc>
              <a:spcBef>
                <a:spcPts val="0"/>
              </a:spcBef>
              <a:spcAft>
                <a:spcPts val="0"/>
              </a:spcAft>
              <a:buClr>
                <a:srgbClr val="000000"/>
              </a:buClr>
              <a:buSzPts val="1400"/>
              <a:buFont typeface="Arial"/>
              <a:buNone/>
            </a:pPr>
            <a:r>
              <a:rPr lang="en-IN" sz="1600" b="0" i="0" u="none" strike="noStrike" cap="none" dirty="0">
                <a:solidFill>
                  <a:srgbClr val="000000"/>
                </a:solidFill>
                <a:latin typeface="Consolas" pitchFamily="49" charset="0"/>
                <a:sym typeface="Arial"/>
              </a:rPr>
              <a:t>    {</a:t>
            </a:r>
            <a:endParaRPr sz="1600" b="0" i="0" u="none" strike="noStrike" cap="none" dirty="0">
              <a:solidFill>
                <a:srgbClr val="000000"/>
              </a:solidFill>
              <a:latin typeface="Consolas" pitchFamily="49" charset="0"/>
              <a:sym typeface="Arial"/>
            </a:endParaRPr>
          </a:p>
          <a:p>
            <a:pPr marL="0" marR="0" lvl="0" indent="0" algn="l" rtl="0">
              <a:lnSpc>
                <a:spcPct val="100000"/>
              </a:lnSpc>
              <a:spcBef>
                <a:spcPts val="0"/>
              </a:spcBef>
              <a:spcAft>
                <a:spcPts val="0"/>
              </a:spcAft>
              <a:buClr>
                <a:srgbClr val="000000"/>
              </a:buClr>
              <a:buSzPts val="1400"/>
              <a:buFont typeface="Arial"/>
              <a:buNone/>
            </a:pPr>
            <a:r>
              <a:rPr lang="en-IN" sz="1600" b="0" i="0" u="none" strike="noStrike" cap="none" dirty="0">
                <a:solidFill>
                  <a:schemeClr val="bg1">
                    <a:lumMod val="65000"/>
                  </a:schemeClr>
                </a:solidFill>
                <a:latin typeface="Consolas" pitchFamily="49" charset="0"/>
                <a:sym typeface="Arial"/>
              </a:rPr>
              <a:t>        /* pi is partitioning index, </a:t>
            </a:r>
            <a:r>
              <a:rPr lang="en-IN" sz="1600" b="0" i="0" u="none" strike="noStrike" cap="none" dirty="0" err="1">
                <a:solidFill>
                  <a:schemeClr val="bg1">
                    <a:lumMod val="65000"/>
                  </a:schemeClr>
                </a:solidFill>
                <a:latin typeface="Consolas" pitchFamily="49" charset="0"/>
                <a:sym typeface="Arial"/>
              </a:rPr>
              <a:t>arr</a:t>
            </a:r>
            <a:r>
              <a:rPr lang="en-IN" sz="1600" b="0" i="0" u="none" strike="noStrike" cap="none" dirty="0">
                <a:solidFill>
                  <a:schemeClr val="bg1">
                    <a:lumMod val="65000"/>
                  </a:schemeClr>
                </a:solidFill>
                <a:latin typeface="Consolas" pitchFamily="49" charset="0"/>
                <a:sym typeface="Arial"/>
              </a:rPr>
              <a:t>[pi] is now at right place */</a:t>
            </a:r>
            <a:endParaRPr sz="1600" b="0" i="0" u="none" strike="noStrike" cap="none" dirty="0">
              <a:solidFill>
                <a:schemeClr val="bg1">
                  <a:lumMod val="65000"/>
                </a:schemeClr>
              </a:solidFill>
              <a:latin typeface="Consolas" pitchFamily="49" charset="0"/>
              <a:sym typeface="Arial"/>
            </a:endParaRPr>
          </a:p>
          <a:p>
            <a:pPr marL="0" marR="0" lvl="0" indent="0" algn="l" rtl="0">
              <a:lnSpc>
                <a:spcPct val="100000"/>
              </a:lnSpc>
              <a:spcBef>
                <a:spcPts val="0"/>
              </a:spcBef>
              <a:spcAft>
                <a:spcPts val="0"/>
              </a:spcAft>
              <a:buClr>
                <a:srgbClr val="000000"/>
              </a:buClr>
              <a:buSzPts val="1400"/>
              <a:buFont typeface="Arial"/>
              <a:buNone/>
            </a:pPr>
            <a:r>
              <a:rPr lang="en-IN" sz="1600" b="0" i="0" u="none" strike="noStrike" cap="none" dirty="0">
                <a:solidFill>
                  <a:srgbClr val="000000"/>
                </a:solidFill>
                <a:latin typeface="Consolas" pitchFamily="49" charset="0"/>
                <a:sym typeface="Arial"/>
              </a:rPr>
              <a:t>        pi = </a:t>
            </a:r>
            <a:r>
              <a:rPr lang="en-IN" sz="1600" b="0" i="0" u="none" strike="noStrike" cap="none" dirty="0">
                <a:solidFill>
                  <a:srgbClr val="FF0000"/>
                </a:solidFill>
                <a:latin typeface="Consolas" pitchFamily="49" charset="0"/>
                <a:sym typeface="Arial"/>
              </a:rPr>
              <a:t>partition</a:t>
            </a:r>
            <a:r>
              <a:rPr lang="en-IN" sz="1600" b="0" i="0" u="none" strike="noStrike" cap="none" dirty="0">
                <a:solidFill>
                  <a:srgbClr val="000000"/>
                </a:solidFill>
                <a:latin typeface="Consolas" pitchFamily="49" charset="0"/>
                <a:sym typeface="Arial"/>
              </a:rPr>
              <a:t>(</a:t>
            </a:r>
            <a:r>
              <a:rPr lang="en-IN" sz="1600" b="0" i="0" u="none" strike="noStrike" cap="none" dirty="0" err="1">
                <a:solidFill>
                  <a:srgbClr val="000000"/>
                </a:solidFill>
                <a:latin typeface="Consolas" pitchFamily="49" charset="0"/>
                <a:sym typeface="Arial"/>
              </a:rPr>
              <a:t>arr</a:t>
            </a:r>
            <a:r>
              <a:rPr lang="en-IN" sz="1600" b="0" i="0" u="none" strike="noStrike" cap="none" dirty="0">
                <a:solidFill>
                  <a:srgbClr val="000000"/>
                </a:solidFill>
                <a:latin typeface="Consolas" pitchFamily="49" charset="0"/>
                <a:sym typeface="Arial"/>
              </a:rPr>
              <a:t>, low, high);</a:t>
            </a:r>
            <a:endParaRPr sz="1600" b="0" i="0" u="none" strike="noStrike" cap="none" dirty="0">
              <a:solidFill>
                <a:srgbClr val="000000"/>
              </a:solidFill>
              <a:latin typeface="Consolas" pitchFamily="49" charset="0"/>
              <a:sym typeface="Arial"/>
            </a:endParaRPr>
          </a:p>
          <a:p>
            <a:pPr marL="0" marR="0" lvl="0" indent="0" algn="l" rtl="0">
              <a:lnSpc>
                <a:spcPct val="100000"/>
              </a:lnSpc>
              <a:spcBef>
                <a:spcPts val="0"/>
              </a:spcBef>
              <a:spcAft>
                <a:spcPts val="0"/>
              </a:spcAft>
              <a:buClr>
                <a:schemeClr val="dk1"/>
              </a:buClr>
              <a:buSzPts val="1400"/>
              <a:buFont typeface="Arial"/>
              <a:buNone/>
            </a:pPr>
            <a:endParaRPr sz="1600" b="0" i="0" u="none" strike="noStrike" cap="none" dirty="0">
              <a:solidFill>
                <a:srgbClr val="000000"/>
              </a:solidFill>
              <a:latin typeface="Consolas" pitchFamily="49" charset="0"/>
              <a:sym typeface="Arial"/>
            </a:endParaRPr>
          </a:p>
          <a:p>
            <a:pPr marL="0" marR="0" lvl="0" indent="0" algn="l" rtl="0">
              <a:lnSpc>
                <a:spcPct val="100000"/>
              </a:lnSpc>
              <a:spcBef>
                <a:spcPts val="0"/>
              </a:spcBef>
              <a:spcAft>
                <a:spcPts val="0"/>
              </a:spcAft>
              <a:buClr>
                <a:srgbClr val="000000"/>
              </a:buClr>
              <a:buSzPts val="1400"/>
              <a:buFont typeface="Arial"/>
              <a:buNone/>
            </a:pPr>
            <a:r>
              <a:rPr lang="en-IN" sz="1600" b="0" i="0" u="none" strike="noStrike" cap="none" dirty="0">
                <a:solidFill>
                  <a:srgbClr val="000000"/>
                </a:solidFill>
                <a:latin typeface="Consolas" pitchFamily="49" charset="0"/>
                <a:sym typeface="Arial"/>
              </a:rPr>
              <a:t>        </a:t>
            </a:r>
            <a:r>
              <a:rPr lang="en-IN" sz="1600" b="0" i="0" u="none" strike="noStrike" cap="none" dirty="0" err="1">
                <a:solidFill>
                  <a:srgbClr val="FF0000"/>
                </a:solidFill>
                <a:latin typeface="Consolas" pitchFamily="49" charset="0"/>
                <a:sym typeface="Arial"/>
              </a:rPr>
              <a:t>quickSort</a:t>
            </a:r>
            <a:r>
              <a:rPr lang="en-IN" sz="1600" b="0" i="0" u="none" strike="noStrike" cap="none" dirty="0">
                <a:solidFill>
                  <a:srgbClr val="000000"/>
                </a:solidFill>
                <a:latin typeface="Consolas" pitchFamily="49" charset="0"/>
                <a:sym typeface="Arial"/>
              </a:rPr>
              <a:t>(</a:t>
            </a:r>
            <a:r>
              <a:rPr lang="en-IN" sz="1600" b="0" i="0" u="none" strike="noStrike" cap="none" dirty="0" err="1">
                <a:solidFill>
                  <a:srgbClr val="000000"/>
                </a:solidFill>
                <a:latin typeface="Consolas" pitchFamily="49" charset="0"/>
                <a:sym typeface="Arial"/>
              </a:rPr>
              <a:t>arr</a:t>
            </a:r>
            <a:r>
              <a:rPr lang="en-IN" sz="1600" b="0" i="0" u="none" strike="noStrike" cap="none" dirty="0">
                <a:solidFill>
                  <a:srgbClr val="000000"/>
                </a:solidFill>
                <a:latin typeface="Consolas" pitchFamily="49" charset="0"/>
                <a:sym typeface="Arial"/>
              </a:rPr>
              <a:t>, low, pi - 1); </a:t>
            </a:r>
            <a:r>
              <a:rPr lang="en-IN" sz="1600" b="0" i="0" u="none" strike="noStrike" cap="none" dirty="0">
                <a:solidFill>
                  <a:schemeClr val="bg1">
                    <a:lumMod val="65000"/>
                  </a:schemeClr>
                </a:solidFill>
                <a:latin typeface="Consolas" pitchFamily="49" charset="0"/>
                <a:sym typeface="Arial"/>
              </a:rPr>
              <a:t> // Before</a:t>
            </a:r>
            <a:r>
              <a:rPr lang="en-IN" sz="1600" b="0" i="0" u="none" strike="noStrike" cap="none" dirty="0">
                <a:solidFill>
                  <a:srgbClr val="000000"/>
                </a:solidFill>
                <a:latin typeface="Consolas" pitchFamily="49" charset="0"/>
                <a:sym typeface="Arial"/>
              </a:rPr>
              <a:t> pi</a:t>
            </a:r>
            <a:endParaRPr sz="1600" b="0" i="0" u="none" strike="noStrike" cap="none" dirty="0">
              <a:solidFill>
                <a:srgbClr val="000000"/>
              </a:solidFill>
              <a:latin typeface="Consolas" pitchFamily="49" charset="0"/>
              <a:sym typeface="Arial"/>
            </a:endParaRPr>
          </a:p>
          <a:p>
            <a:pPr marL="0" marR="0" lvl="0" indent="0" algn="l" rtl="0">
              <a:lnSpc>
                <a:spcPct val="100000"/>
              </a:lnSpc>
              <a:spcBef>
                <a:spcPts val="0"/>
              </a:spcBef>
              <a:spcAft>
                <a:spcPts val="0"/>
              </a:spcAft>
              <a:buClr>
                <a:srgbClr val="000000"/>
              </a:buClr>
              <a:buSzPts val="1400"/>
              <a:buFont typeface="Arial"/>
              <a:buNone/>
            </a:pPr>
            <a:r>
              <a:rPr lang="en-IN" sz="1600" b="0" i="0" u="none" strike="noStrike" cap="none" dirty="0">
                <a:solidFill>
                  <a:srgbClr val="000000"/>
                </a:solidFill>
                <a:latin typeface="Consolas" pitchFamily="49" charset="0"/>
                <a:sym typeface="Arial"/>
              </a:rPr>
              <a:t>        </a:t>
            </a:r>
            <a:r>
              <a:rPr lang="en-IN" sz="1600" b="0" i="0" u="none" strike="noStrike" cap="none" dirty="0" err="1">
                <a:solidFill>
                  <a:srgbClr val="FF0000"/>
                </a:solidFill>
                <a:latin typeface="Consolas" pitchFamily="49" charset="0"/>
                <a:sym typeface="Arial"/>
              </a:rPr>
              <a:t>quickSort</a:t>
            </a:r>
            <a:r>
              <a:rPr lang="en-IN" sz="1600" b="0" i="0" u="none" strike="noStrike" cap="none" dirty="0">
                <a:solidFill>
                  <a:srgbClr val="000000"/>
                </a:solidFill>
                <a:latin typeface="Consolas" pitchFamily="49" charset="0"/>
                <a:sym typeface="Arial"/>
              </a:rPr>
              <a:t>(</a:t>
            </a:r>
            <a:r>
              <a:rPr lang="en-IN" sz="1600" b="0" i="0" u="none" strike="noStrike" cap="none" dirty="0" err="1">
                <a:solidFill>
                  <a:srgbClr val="000000"/>
                </a:solidFill>
                <a:latin typeface="Consolas" pitchFamily="49" charset="0"/>
                <a:sym typeface="Arial"/>
              </a:rPr>
              <a:t>arr</a:t>
            </a:r>
            <a:r>
              <a:rPr lang="en-IN" sz="1600" b="0" i="0" u="none" strike="noStrike" cap="none" dirty="0">
                <a:solidFill>
                  <a:srgbClr val="000000"/>
                </a:solidFill>
                <a:latin typeface="Consolas" pitchFamily="49" charset="0"/>
                <a:sym typeface="Arial"/>
              </a:rPr>
              <a:t>, pi + 1, high); </a:t>
            </a:r>
            <a:r>
              <a:rPr lang="en-IN" sz="1600" b="0" i="0" u="none" strike="noStrike" cap="none" dirty="0">
                <a:solidFill>
                  <a:schemeClr val="bg1">
                    <a:lumMod val="65000"/>
                  </a:schemeClr>
                </a:solidFill>
                <a:latin typeface="Consolas" pitchFamily="49" charset="0"/>
                <a:sym typeface="Arial"/>
              </a:rPr>
              <a:t>// After pi</a:t>
            </a:r>
            <a:endParaRPr sz="1600" b="0" i="0" u="none" strike="noStrike" cap="none" dirty="0">
              <a:solidFill>
                <a:schemeClr val="bg1">
                  <a:lumMod val="65000"/>
                </a:schemeClr>
              </a:solidFill>
              <a:latin typeface="Consolas" pitchFamily="49" charset="0"/>
              <a:sym typeface="Arial"/>
            </a:endParaRPr>
          </a:p>
          <a:p>
            <a:pPr marL="0" marR="0" lvl="0" indent="0" algn="l" rtl="0">
              <a:lnSpc>
                <a:spcPct val="100000"/>
              </a:lnSpc>
              <a:spcBef>
                <a:spcPts val="0"/>
              </a:spcBef>
              <a:spcAft>
                <a:spcPts val="0"/>
              </a:spcAft>
              <a:buClr>
                <a:srgbClr val="000000"/>
              </a:buClr>
              <a:buSzPts val="1400"/>
              <a:buFont typeface="Arial"/>
              <a:buNone/>
            </a:pPr>
            <a:r>
              <a:rPr lang="en-IN" sz="1600" b="0" i="0" u="none" strike="noStrike" cap="none" dirty="0">
                <a:solidFill>
                  <a:srgbClr val="000000"/>
                </a:solidFill>
                <a:latin typeface="Consolas" pitchFamily="49" charset="0"/>
                <a:sym typeface="Arial"/>
              </a:rPr>
              <a:t>    }</a:t>
            </a:r>
            <a:endParaRPr sz="1600" b="0" i="0" u="none" strike="noStrike" cap="none" dirty="0">
              <a:solidFill>
                <a:srgbClr val="000000"/>
              </a:solidFill>
              <a:latin typeface="Consolas" pitchFamily="49" charset="0"/>
              <a:sym typeface="Arial"/>
            </a:endParaRPr>
          </a:p>
          <a:p>
            <a:pPr marL="0" marR="0" lvl="0" indent="0" algn="l" rtl="0">
              <a:lnSpc>
                <a:spcPct val="100000"/>
              </a:lnSpc>
              <a:spcBef>
                <a:spcPts val="0"/>
              </a:spcBef>
              <a:spcAft>
                <a:spcPts val="0"/>
              </a:spcAft>
              <a:buClr>
                <a:srgbClr val="000000"/>
              </a:buClr>
              <a:buSzPts val="1400"/>
              <a:buFont typeface="Arial"/>
              <a:buNone/>
            </a:pPr>
            <a:r>
              <a:rPr lang="en-IN" sz="1600" b="0" i="0" u="none" strike="noStrike" cap="none" dirty="0">
                <a:solidFill>
                  <a:srgbClr val="000000"/>
                </a:solidFill>
                <a:latin typeface="Consolas" pitchFamily="49" charset="0"/>
                <a:sym typeface="Arial"/>
              </a:rPr>
              <a:t>}</a:t>
            </a:r>
            <a:endParaRPr sz="1600" b="0" i="0" u="none" strike="noStrike" cap="none" dirty="0">
              <a:solidFill>
                <a:srgbClr val="000000"/>
              </a:solidFill>
              <a:latin typeface="Consolas" pitchFamily="49" charset="0"/>
              <a:sym typeface="Arial"/>
            </a:endParaRPr>
          </a:p>
        </p:txBody>
      </p:sp>
    </p:spTree>
    <p:extLst>
      <p:ext uri="{BB962C8B-B14F-4D97-AF65-F5344CB8AC3E}">
        <p14:creationId xmlns:p14="http://schemas.microsoft.com/office/powerpoint/2010/main" val="3494968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lide(from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20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Effect transition="in" filter="fade">
                                      <p:cBhvr>
                                        <p:cTn id="17" dur="2000"/>
                                        <p:tgtEl>
                                          <p:spTgt spid="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xEl>
                                              <p:pRg st="2" end="2"/>
                                            </p:txEl>
                                          </p:spTgt>
                                        </p:tgtEl>
                                        <p:attrNameLst>
                                          <p:attrName>style.visibility</p:attrName>
                                        </p:attrNameLst>
                                      </p:cBhvr>
                                      <p:to>
                                        <p:strVal val="visible"/>
                                      </p:to>
                                    </p:set>
                                    <p:animEffect transition="in" filter="fade">
                                      <p:cBhvr>
                                        <p:cTn id="22" dur="2000"/>
                                        <p:tgtEl>
                                          <p:spTgt spid="6">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
                                            <p:txEl>
                                              <p:pRg st="3" end="3"/>
                                            </p:txEl>
                                          </p:spTgt>
                                        </p:tgtEl>
                                        <p:attrNameLst>
                                          <p:attrName>style.visibility</p:attrName>
                                        </p:attrNameLst>
                                      </p:cBhvr>
                                      <p:to>
                                        <p:strVal val="visible"/>
                                      </p:to>
                                    </p:set>
                                    <p:animEffect transition="in" filter="fade">
                                      <p:cBhvr>
                                        <p:cTn id="27" dur="2000"/>
                                        <p:tgtEl>
                                          <p:spTgt spid="6">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
                                            <p:txEl>
                                              <p:pRg st="4" end="4"/>
                                            </p:txEl>
                                          </p:spTgt>
                                        </p:tgtEl>
                                        <p:attrNameLst>
                                          <p:attrName>style.visibility</p:attrName>
                                        </p:attrNameLst>
                                      </p:cBhvr>
                                      <p:to>
                                        <p:strVal val="visible"/>
                                      </p:to>
                                    </p:set>
                                    <p:animEffect transition="in" filter="fade">
                                      <p:cBhvr>
                                        <p:cTn id="32" dur="2000"/>
                                        <p:tgtEl>
                                          <p:spTgt spid="6">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6">
                                            <p:txEl>
                                              <p:pRg st="5" end="5"/>
                                            </p:txEl>
                                          </p:spTgt>
                                        </p:tgtEl>
                                        <p:attrNameLst>
                                          <p:attrName>style.visibility</p:attrName>
                                        </p:attrNameLst>
                                      </p:cBhvr>
                                      <p:to>
                                        <p:strVal val="visible"/>
                                      </p:to>
                                    </p:set>
                                    <p:animEffect transition="in" filter="fade">
                                      <p:cBhvr>
                                        <p:cTn id="37" dur="2000"/>
                                        <p:tgtEl>
                                          <p:spTgt spid="6">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6">
                                            <p:txEl>
                                              <p:pRg st="7" end="7"/>
                                            </p:txEl>
                                          </p:spTgt>
                                        </p:tgtEl>
                                        <p:attrNameLst>
                                          <p:attrName>style.visibility</p:attrName>
                                        </p:attrNameLst>
                                      </p:cBhvr>
                                      <p:to>
                                        <p:strVal val="visible"/>
                                      </p:to>
                                    </p:set>
                                    <p:animEffect transition="in" filter="fade">
                                      <p:cBhvr>
                                        <p:cTn id="42" dur="2000"/>
                                        <p:tgtEl>
                                          <p:spTgt spid="6">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6">
                                            <p:txEl>
                                              <p:pRg st="8" end="8"/>
                                            </p:txEl>
                                          </p:spTgt>
                                        </p:tgtEl>
                                        <p:attrNameLst>
                                          <p:attrName>style.visibility</p:attrName>
                                        </p:attrNameLst>
                                      </p:cBhvr>
                                      <p:to>
                                        <p:strVal val="visible"/>
                                      </p:to>
                                    </p:set>
                                    <p:animEffect transition="in" filter="fade">
                                      <p:cBhvr>
                                        <p:cTn id="47" dur="2000"/>
                                        <p:tgtEl>
                                          <p:spTgt spid="6">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6">
                                            <p:txEl>
                                              <p:pRg st="9" end="9"/>
                                            </p:txEl>
                                          </p:spTgt>
                                        </p:tgtEl>
                                        <p:attrNameLst>
                                          <p:attrName>style.visibility</p:attrName>
                                        </p:attrNameLst>
                                      </p:cBhvr>
                                      <p:to>
                                        <p:strVal val="visible"/>
                                      </p:to>
                                    </p:set>
                                    <p:animEffect transition="in" filter="fade">
                                      <p:cBhvr>
                                        <p:cTn id="52" dur="2000"/>
                                        <p:tgtEl>
                                          <p:spTgt spid="6">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6">
                                            <p:txEl>
                                              <p:pRg st="10" end="10"/>
                                            </p:txEl>
                                          </p:spTgt>
                                        </p:tgtEl>
                                        <p:attrNameLst>
                                          <p:attrName>style.visibility</p:attrName>
                                        </p:attrNameLst>
                                      </p:cBhvr>
                                      <p:to>
                                        <p:strVal val="visible"/>
                                      </p:to>
                                    </p:set>
                                    <p:animEffect transition="in" filter="fade">
                                      <p:cBhvr>
                                        <p:cTn id="57" dur="2000"/>
                                        <p:tgtEl>
                                          <p:spTgt spid="6">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1491;p143">
            <a:extLst>
              <a:ext uri="{FF2B5EF4-FFF2-40B4-BE49-F238E27FC236}">
                <a16:creationId xmlns:a16="http://schemas.microsoft.com/office/drawing/2014/main" id="{EAFD78DC-C5A3-7FE2-F66B-B73B60C9CEAE}"/>
              </a:ext>
            </a:extLst>
          </p:cNvPr>
          <p:cNvPicPr preferRelativeResize="0"/>
          <p:nvPr/>
        </p:nvPicPr>
        <p:blipFill rotWithShape="1">
          <a:blip r:embed="rId2">
            <a:alphaModFix/>
          </a:blip>
          <a:srcRect/>
          <a:stretch/>
        </p:blipFill>
        <p:spPr>
          <a:xfrm>
            <a:off x="495300" y="1451610"/>
            <a:ext cx="8153400" cy="2533650"/>
          </a:xfrm>
          <a:prstGeom prst="rect">
            <a:avLst/>
          </a:prstGeom>
          <a:noFill/>
          <a:ln>
            <a:noFill/>
          </a:ln>
        </p:spPr>
      </p:pic>
      <p:sp>
        <p:nvSpPr>
          <p:cNvPr id="5" name="Google Shape;71;p13">
            <a:extLst>
              <a:ext uri="{FF2B5EF4-FFF2-40B4-BE49-F238E27FC236}">
                <a16:creationId xmlns:a16="http://schemas.microsoft.com/office/drawing/2014/main" id="{C2BF4CA7-3717-94D5-12DF-C338D3F8569F}"/>
              </a:ext>
            </a:extLst>
          </p:cNvPr>
          <p:cNvSpPr/>
          <p:nvPr/>
        </p:nvSpPr>
        <p:spPr>
          <a:xfrm>
            <a:off x="2111298" y="453476"/>
            <a:ext cx="4921404" cy="449400"/>
          </a:xfrm>
          <a:prstGeom prst="roundRect">
            <a:avLst>
              <a:gd name="adj" fmla="val 16667"/>
            </a:avLst>
          </a:prstGeom>
          <a:solidFill>
            <a:srgbClr val="99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lvl="0" algn="ctr"/>
            <a:r>
              <a:rPr lang="en-US" sz="1600" b="1" dirty="0">
                <a:solidFill>
                  <a:schemeClr val="lt1"/>
                </a:solidFill>
                <a:latin typeface="Consolas"/>
                <a:ea typeface="Consolas"/>
                <a:cs typeface="Consolas"/>
                <a:sym typeface="Consolas"/>
              </a:rPr>
              <a:t>QUICK SORT</a:t>
            </a:r>
            <a:endParaRPr/>
          </a:p>
        </p:txBody>
      </p:sp>
    </p:spTree>
    <p:extLst>
      <p:ext uri="{BB962C8B-B14F-4D97-AF65-F5344CB8AC3E}">
        <p14:creationId xmlns:p14="http://schemas.microsoft.com/office/powerpoint/2010/main" val="894819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1;p13">
            <a:extLst>
              <a:ext uri="{FF2B5EF4-FFF2-40B4-BE49-F238E27FC236}">
                <a16:creationId xmlns:a16="http://schemas.microsoft.com/office/drawing/2014/main" id="{1EA95ACF-AA86-1776-2F7C-3918587DDB23}"/>
              </a:ext>
            </a:extLst>
          </p:cNvPr>
          <p:cNvSpPr/>
          <p:nvPr/>
        </p:nvSpPr>
        <p:spPr>
          <a:xfrm>
            <a:off x="2111298" y="476054"/>
            <a:ext cx="4921404" cy="449400"/>
          </a:xfrm>
          <a:prstGeom prst="roundRect">
            <a:avLst>
              <a:gd name="adj" fmla="val 16667"/>
            </a:avLst>
          </a:prstGeom>
          <a:solidFill>
            <a:srgbClr val="99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lvl="0" algn="ctr"/>
            <a:r>
              <a:rPr lang="en-US" sz="1600" b="1" dirty="0">
                <a:solidFill>
                  <a:schemeClr val="lt1"/>
                </a:solidFill>
                <a:latin typeface="Consolas"/>
                <a:ea typeface="Consolas"/>
                <a:cs typeface="Consolas"/>
                <a:sym typeface="Consolas"/>
              </a:rPr>
              <a:t>QUICK SORT</a:t>
            </a:r>
            <a:endParaRPr lang="en-US" sz="1600" dirty="0"/>
          </a:p>
        </p:txBody>
      </p:sp>
      <p:sp>
        <p:nvSpPr>
          <p:cNvPr id="3" name="Google Shape;69;p13">
            <a:extLst>
              <a:ext uri="{FF2B5EF4-FFF2-40B4-BE49-F238E27FC236}">
                <a16:creationId xmlns:a16="http://schemas.microsoft.com/office/drawing/2014/main" id="{213A69B2-8349-8918-A275-F67D702BD5D4}"/>
              </a:ext>
            </a:extLst>
          </p:cNvPr>
          <p:cNvSpPr/>
          <p:nvPr/>
        </p:nvSpPr>
        <p:spPr>
          <a:xfrm>
            <a:off x="481263" y="925454"/>
            <a:ext cx="8181474" cy="415498"/>
          </a:xfrm>
          <a:prstGeom prst="rect">
            <a:avLst/>
          </a:prstGeom>
          <a:noFill/>
          <a:ln>
            <a:noFill/>
          </a:ln>
        </p:spPr>
        <p:txBody>
          <a:bodyPr spcFirstLastPara="1" wrap="square" lIns="0" tIns="0" rIns="0" bIns="0" anchor="t" anchorCtr="0">
            <a:spAutoFit/>
          </a:bodyPr>
          <a:lstStyle/>
          <a:p>
            <a:pPr lvl="0">
              <a:lnSpc>
                <a:spcPct val="150000"/>
              </a:lnSpc>
              <a:buSzPts val="1800"/>
            </a:pPr>
            <a:r>
              <a:rPr lang="en-US" sz="1800" dirty="0">
                <a:solidFill>
                  <a:schemeClr val="dk1"/>
                </a:solidFill>
                <a:latin typeface="Consolas"/>
                <a:ea typeface="Consolas"/>
                <a:cs typeface="Consolas"/>
                <a:sym typeface="Consolas"/>
              </a:rPr>
              <a:t>Time taken by </a:t>
            </a:r>
            <a:r>
              <a:rPr lang="en-US" sz="1800" b="1" dirty="0">
                <a:solidFill>
                  <a:schemeClr val="dk1"/>
                </a:solidFill>
                <a:latin typeface="Consolas"/>
                <a:ea typeface="Consolas"/>
                <a:cs typeface="Consolas"/>
                <a:sym typeface="Consolas"/>
              </a:rPr>
              <a:t>Quick Sort</a:t>
            </a:r>
            <a:r>
              <a:rPr lang="en-US" sz="1800" dirty="0">
                <a:solidFill>
                  <a:schemeClr val="dk1"/>
                </a:solidFill>
                <a:latin typeface="Consolas"/>
                <a:ea typeface="Consolas"/>
                <a:cs typeface="Consolas"/>
                <a:sym typeface="Consolas"/>
              </a:rPr>
              <a:t> in general can be written as following;</a:t>
            </a:r>
            <a:endParaRPr dirty="0"/>
          </a:p>
        </p:txBody>
      </p:sp>
      <p:sp>
        <p:nvSpPr>
          <p:cNvPr id="4" name="Google Shape;69;p13">
            <a:extLst>
              <a:ext uri="{FF2B5EF4-FFF2-40B4-BE49-F238E27FC236}">
                <a16:creationId xmlns:a16="http://schemas.microsoft.com/office/drawing/2014/main" id="{2F069453-AE86-1DE4-AB84-D8E26042A792}"/>
              </a:ext>
            </a:extLst>
          </p:cNvPr>
          <p:cNvSpPr/>
          <p:nvPr/>
        </p:nvSpPr>
        <p:spPr>
          <a:xfrm>
            <a:off x="481263" y="1340952"/>
            <a:ext cx="8181474" cy="415498"/>
          </a:xfrm>
          <a:prstGeom prst="rect">
            <a:avLst/>
          </a:prstGeom>
          <a:noFill/>
          <a:ln>
            <a:noFill/>
          </a:ln>
        </p:spPr>
        <p:txBody>
          <a:bodyPr spcFirstLastPara="1" wrap="square" lIns="0" tIns="0" rIns="0" bIns="0" anchor="t" anchorCtr="0">
            <a:spAutoFit/>
          </a:bodyPr>
          <a:lstStyle/>
          <a:p>
            <a:pPr lvl="0">
              <a:lnSpc>
                <a:spcPct val="150000"/>
              </a:lnSpc>
              <a:buSzPts val="1800"/>
            </a:pPr>
            <a:r>
              <a:rPr lang="en-US" sz="1800" dirty="0">
                <a:solidFill>
                  <a:schemeClr val="dk1"/>
                </a:solidFill>
                <a:latin typeface="Consolas"/>
                <a:ea typeface="Consolas"/>
                <a:cs typeface="Consolas"/>
                <a:sym typeface="Consolas"/>
              </a:rPr>
              <a:t>T(n) = T(k) + T(n-k-1) + (n)</a:t>
            </a:r>
            <a:endParaRPr dirty="0"/>
          </a:p>
        </p:txBody>
      </p:sp>
      <p:sp>
        <p:nvSpPr>
          <p:cNvPr id="5" name="Google Shape;69;p13">
            <a:extLst>
              <a:ext uri="{FF2B5EF4-FFF2-40B4-BE49-F238E27FC236}">
                <a16:creationId xmlns:a16="http://schemas.microsoft.com/office/drawing/2014/main" id="{8DB3A149-0B13-6A1E-B020-BE02D5D6FC12}"/>
              </a:ext>
            </a:extLst>
          </p:cNvPr>
          <p:cNvSpPr/>
          <p:nvPr/>
        </p:nvSpPr>
        <p:spPr>
          <a:xfrm>
            <a:off x="798786" y="1682748"/>
            <a:ext cx="3663205" cy="415498"/>
          </a:xfrm>
          <a:prstGeom prst="rect">
            <a:avLst/>
          </a:prstGeom>
          <a:noFill/>
          <a:ln>
            <a:noFill/>
          </a:ln>
        </p:spPr>
        <p:txBody>
          <a:bodyPr spcFirstLastPara="1" wrap="square" lIns="0" tIns="0" rIns="0" bIns="0" anchor="t" anchorCtr="0">
            <a:spAutoFit/>
          </a:bodyPr>
          <a:lstStyle/>
          <a:p>
            <a:pPr lvl="0" algn="r">
              <a:lnSpc>
                <a:spcPct val="150000"/>
              </a:lnSpc>
              <a:buSzPts val="1800"/>
            </a:pPr>
            <a:r>
              <a:rPr lang="en-US" sz="1800" dirty="0">
                <a:solidFill>
                  <a:schemeClr val="dk1"/>
                </a:solidFill>
                <a:latin typeface="Consolas"/>
                <a:ea typeface="Consolas"/>
                <a:cs typeface="Consolas"/>
                <a:sym typeface="Consolas"/>
              </a:rPr>
              <a:t>So, Time Complexity T(n) :</a:t>
            </a:r>
            <a:endParaRPr dirty="0"/>
          </a:p>
        </p:txBody>
      </p:sp>
      <p:sp>
        <p:nvSpPr>
          <p:cNvPr id="6" name="Google Shape;69;p13">
            <a:extLst>
              <a:ext uri="{FF2B5EF4-FFF2-40B4-BE49-F238E27FC236}">
                <a16:creationId xmlns:a16="http://schemas.microsoft.com/office/drawing/2014/main" id="{1CCE993A-E219-8DF9-6599-B3D23F74F200}"/>
              </a:ext>
            </a:extLst>
          </p:cNvPr>
          <p:cNvSpPr/>
          <p:nvPr/>
        </p:nvSpPr>
        <p:spPr>
          <a:xfrm>
            <a:off x="4553688" y="1670148"/>
            <a:ext cx="3120004" cy="415498"/>
          </a:xfrm>
          <a:prstGeom prst="rect">
            <a:avLst/>
          </a:prstGeom>
          <a:noFill/>
          <a:ln>
            <a:noFill/>
          </a:ln>
        </p:spPr>
        <p:txBody>
          <a:bodyPr spcFirstLastPara="1" wrap="square" lIns="0" tIns="0" rIns="0" bIns="0" anchor="t" anchorCtr="0">
            <a:spAutoFit/>
          </a:bodyPr>
          <a:lstStyle/>
          <a:p>
            <a:pPr lvl="0">
              <a:lnSpc>
                <a:spcPct val="150000"/>
              </a:lnSpc>
              <a:buSzPts val="1800"/>
            </a:pPr>
            <a:r>
              <a:rPr lang="en-US" sz="1800" dirty="0">
                <a:solidFill>
                  <a:schemeClr val="dk1"/>
                </a:solidFill>
                <a:latin typeface="Consolas"/>
                <a:ea typeface="Consolas"/>
                <a:cs typeface="Consolas"/>
                <a:sym typeface="Consolas"/>
              </a:rPr>
              <a:t>O(n*2)</a:t>
            </a:r>
            <a:endParaRPr dirty="0"/>
          </a:p>
        </p:txBody>
      </p:sp>
      <p:sp>
        <p:nvSpPr>
          <p:cNvPr id="7" name="Google Shape;69;p13">
            <a:extLst>
              <a:ext uri="{FF2B5EF4-FFF2-40B4-BE49-F238E27FC236}">
                <a16:creationId xmlns:a16="http://schemas.microsoft.com/office/drawing/2014/main" id="{F560664C-C919-5875-1331-40D437F3E0C4}"/>
              </a:ext>
            </a:extLst>
          </p:cNvPr>
          <p:cNvSpPr/>
          <p:nvPr/>
        </p:nvSpPr>
        <p:spPr>
          <a:xfrm>
            <a:off x="806811" y="2130773"/>
            <a:ext cx="3663205" cy="415498"/>
          </a:xfrm>
          <a:prstGeom prst="rect">
            <a:avLst/>
          </a:prstGeom>
          <a:noFill/>
          <a:ln>
            <a:noFill/>
          </a:ln>
        </p:spPr>
        <p:txBody>
          <a:bodyPr spcFirstLastPara="1" wrap="square" lIns="0" tIns="0" rIns="0" bIns="0" anchor="t" anchorCtr="0">
            <a:spAutoFit/>
          </a:bodyPr>
          <a:lstStyle/>
          <a:p>
            <a:pPr lvl="0" algn="r">
              <a:lnSpc>
                <a:spcPct val="150000"/>
              </a:lnSpc>
              <a:buSzPts val="1800"/>
            </a:pPr>
            <a:r>
              <a:rPr lang="en-US" sz="1800" dirty="0">
                <a:solidFill>
                  <a:schemeClr val="dk1"/>
                </a:solidFill>
                <a:latin typeface="Consolas"/>
                <a:ea typeface="Consolas"/>
                <a:cs typeface="Consolas"/>
                <a:sym typeface="Consolas"/>
              </a:rPr>
              <a:t>Auxiliary Space :</a:t>
            </a:r>
            <a:endParaRPr dirty="0"/>
          </a:p>
        </p:txBody>
      </p:sp>
      <p:sp>
        <p:nvSpPr>
          <p:cNvPr id="8" name="Google Shape;69;p13">
            <a:extLst>
              <a:ext uri="{FF2B5EF4-FFF2-40B4-BE49-F238E27FC236}">
                <a16:creationId xmlns:a16="http://schemas.microsoft.com/office/drawing/2014/main" id="{78E57DA2-4B7D-5CCA-5216-3D831CD15FDF}"/>
              </a:ext>
            </a:extLst>
          </p:cNvPr>
          <p:cNvSpPr/>
          <p:nvPr/>
        </p:nvSpPr>
        <p:spPr>
          <a:xfrm>
            <a:off x="4561713" y="2118173"/>
            <a:ext cx="3120004" cy="415498"/>
          </a:xfrm>
          <a:prstGeom prst="rect">
            <a:avLst/>
          </a:prstGeom>
          <a:noFill/>
          <a:ln>
            <a:noFill/>
          </a:ln>
        </p:spPr>
        <p:txBody>
          <a:bodyPr spcFirstLastPara="1" wrap="square" lIns="0" tIns="0" rIns="0" bIns="0" anchor="t" anchorCtr="0">
            <a:spAutoFit/>
          </a:bodyPr>
          <a:lstStyle/>
          <a:p>
            <a:pPr lvl="0">
              <a:lnSpc>
                <a:spcPct val="150000"/>
              </a:lnSpc>
              <a:buSzPts val="1800"/>
            </a:pPr>
            <a:r>
              <a:rPr lang="en-US" sz="1800" dirty="0">
                <a:solidFill>
                  <a:schemeClr val="dk1"/>
                </a:solidFill>
                <a:latin typeface="Consolas"/>
                <a:ea typeface="Consolas"/>
                <a:cs typeface="Consolas"/>
                <a:sym typeface="Consolas"/>
              </a:rPr>
              <a:t>O(1)</a:t>
            </a:r>
            <a:endParaRPr dirty="0"/>
          </a:p>
        </p:txBody>
      </p:sp>
      <p:sp>
        <p:nvSpPr>
          <p:cNvPr id="9" name="Google Shape;69;p13">
            <a:extLst>
              <a:ext uri="{FF2B5EF4-FFF2-40B4-BE49-F238E27FC236}">
                <a16:creationId xmlns:a16="http://schemas.microsoft.com/office/drawing/2014/main" id="{C1B99734-54BB-FEFA-0A42-D65B09FF3E13}"/>
              </a:ext>
            </a:extLst>
          </p:cNvPr>
          <p:cNvSpPr/>
          <p:nvPr/>
        </p:nvSpPr>
        <p:spPr>
          <a:xfrm>
            <a:off x="801086" y="2626923"/>
            <a:ext cx="3663205" cy="415498"/>
          </a:xfrm>
          <a:prstGeom prst="rect">
            <a:avLst/>
          </a:prstGeom>
          <a:noFill/>
          <a:ln>
            <a:noFill/>
          </a:ln>
        </p:spPr>
        <p:txBody>
          <a:bodyPr spcFirstLastPara="1" wrap="square" lIns="0" tIns="0" rIns="0" bIns="0" anchor="t" anchorCtr="0">
            <a:spAutoFit/>
          </a:bodyPr>
          <a:lstStyle/>
          <a:p>
            <a:pPr lvl="0" algn="r">
              <a:lnSpc>
                <a:spcPct val="150000"/>
              </a:lnSpc>
              <a:buSzPts val="1800"/>
            </a:pPr>
            <a:r>
              <a:rPr lang="en-US" sz="1800" dirty="0">
                <a:solidFill>
                  <a:schemeClr val="dk1"/>
                </a:solidFill>
                <a:latin typeface="Consolas"/>
                <a:ea typeface="Consolas"/>
                <a:cs typeface="Consolas"/>
                <a:sym typeface="Consolas"/>
              </a:rPr>
              <a:t>Algorithmic Paradigm :</a:t>
            </a:r>
            <a:endParaRPr/>
          </a:p>
        </p:txBody>
      </p:sp>
      <p:sp>
        <p:nvSpPr>
          <p:cNvPr id="10" name="Google Shape;69;p13">
            <a:extLst>
              <a:ext uri="{FF2B5EF4-FFF2-40B4-BE49-F238E27FC236}">
                <a16:creationId xmlns:a16="http://schemas.microsoft.com/office/drawing/2014/main" id="{20F87D24-6740-E195-606E-3E327D8ABE36}"/>
              </a:ext>
            </a:extLst>
          </p:cNvPr>
          <p:cNvSpPr/>
          <p:nvPr/>
        </p:nvSpPr>
        <p:spPr>
          <a:xfrm>
            <a:off x="4555988" y="2614323"/>
            <a:ext cx="3120004" cy="830997"/>
          </a:xfrm>
          <a:prstGeom prst="rect">
            <a:avLst/>
          </a:prstGeom>
          <a:noFill/>
          <a:ln>
            <a:noFill/>
          </a:ln>
        </p:spPr>
        <p:txBody>
          <a:bodyPr spcFirstLastPara="1" wrap="square" lIns="0" tIns="0" rIns="0" bIns="0" anchor="t" anchorCtr="0">
            <a:spAutoFit/>
          </a:bodyPr>
          <a:lstStyle/>
          <a:p>
            <a:pPr lvl="0">
              <a:lnSpc>
                <a:spcPct val="150000"/>
              </a:lnSpc>
              <a:buSzPts val="1800"/>
            </a:pPr>
            <a:r>
              <a:rPr lang="en-US" sz="1800" dirty="0">
                <a:solidFill>
                  <a:schemeClr val="dk1"/>
                </a:solidFill>
                <a:latin typeface="Consolas"/>
                <a:ea typeface="Consolas"/>
                <a:cs typeface="Consolas"/>
                <a:sym typeface="Consolas"/>
              </a:rPr>
              <a:t>Incremental Approach and Divide &amp; Conquer</a:t>
            </a:r>
            <a:endParaRPr dirty="0"/>
          </a:p>
        </p:txBody>
      </p:sp>
      <p:sp>
        <p:nvSpPr>
          <p:cNvPr id="11" name="Google Shape;69;p13">
            <a:extLst>
              <a:ext uri="{FF2B5EF4-FFF2-40B4-BE49-F238E27FC236}">
                <a16:creationId xmlns:a16="http://schemas.microsoft.com/office/drawing/2014/main" id="{D7FA4956-708B-6CF9-F4D7-0DF74863C1EA}"/>
              </a:ext>
            </a:extLst>
          </p:cNvPr>
          <p:cNvSpPr/>
          <p:nvPr/>
        </p:nvSpPr>
        <p:spPr>
          <a:xfrm>
            <a:off x="802236" y="3549323"/>
            <a:ext cx="3663205" cy="415498"/>
          </a:xfrm>
          <a:prstGeom prst="rect">
            <a:avLst/>
          </a:prstGeom>
          <a:noFill/>
          <a:ln>
            <a:noFill/>
          </a:ln>
        </p:spPr>
        <p:txBody>
          <a:bodyPr spcFirstLastPara="1" wrap="square" lIns="0" tIns="0" rIns="0" bIns="0" anchor="t" anchorCtr="0">
            <a:spAutoFit/>
          </a:bodyPr>
          <a:lstStyle/>
          <a:p>
            <a:pPr lvl="0" algn="r">
              <a:lnSpc>
                <a:spcPct val="150000"/>
              </a:lnSpc>
              <a:buSzPts val="1800"/>
            </a:pPr>
            <a:r>
              <a:rPr lang="en-US" sz="1800" dirty="0">
                <a:solidFill>
                  <a:schemeClr val="dk1"/>
                </a:solidFill>
                <a:latin typeface="Consolas"/>
                <a:ea typeface="Consolas"/>
                <a:cs typeface="Consolas"/>
                <a:sym typeface="Consolas"/>
              </a:rPr>
              <a:t>Sorting In Place :</a:t>
            </a:r>
            <a:endParaRPr dirty="0"/>
          </a:p>
        </p:txBody>
      </p:sp>
      <p:sp>
        <p:nvSpPr>
          <p:cNvPr id="12" name="Google Shape;69;p13">
            <a:extLst>
              <a:ext uri="{FF2B5EF4-FFF2-40B4-BE49-F238E27FC236}">
                <a16:creationId xmlns:a16="http://schemas.microsoft.com/office/drawing/2014/main" id="{F1C0C73D-2EB1-367F-E84C-2E78A7B4D804}"/>
              </a:ext>
            </a:extLst>
          </p:cNvPr>
          <p:cNvSpPr/>
          <p:nvPr/>
        </p:nvSpPr>
        <p:spPr>
          <a:xfrm>
            <a:off x="4557138" y="3536723"/>
            <a:ext cx="3120004" cy="415498"/>
          </a:xfrm>
          <a:prstGeom prst="rect">
            <a:avLst/>
          </a:prstGeom>
          <a:noFill/>
          <a:ln>
            <a:noFill/>
          </a:ln>
        </p:spPr>
        <p:txBody>
          <a:bodyPr spcFirstLastPara="1" wrap="square" lIns="0" tIns="0" rIns="0" bIns="0" anchor="t" anchorCtr="0">
            <a:spAutoFit/>
          </a:bodyPr>
          <a:lstStyle/>
          <a:p>
            <a:pPr lvl="0">
              <a:lnSpc>
                <a:spcPct val="150000"/>
              </a:lnSpc>
              <a:buSzPts val="1800"/>
            </a:pPr>
            <a:r>
              <a:rPr lang="en-US" sz="1800" dirty="0">
                <a:solidFill>
                  <a:schemeClr val="dk1"/>
                </a:solidFill>
                <a:latin typeface="Consolas"/>
                <a:ea typeface="Consolas"/>
                <a:cs typeface="Consolas"/>
                <a:sym typeface="Consolas"/>
              </a:rPr>
              <a:t>Yes</a:t>
            </a:r>
            <a:endParaRPr dirty="0"/>
          </a:p>
        </p:txBody>
      </p:sp>
    </p:spTree>
    <p:extLst>
      <p:ext uri="{BB962C8B-B14F-4D97-AF65-F5344CB8AC3E}">
        <p14:creationId xmlns:p14="http://schemas.microsoft.com/office/powerpoint/2010/main" val="3847939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slide(from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slide(from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8"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slide(fromLef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8"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slide(fromLeft)">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8"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slide(fromLeft)">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8"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slide(fromLeft)">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8"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slide(fromLeft)">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8"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slide(fromLeft)">
                                      <p:cBhvr>
                                        <p:cTn id="42" dur="500"/>
                                        <p:tgtEl>
                                          <p:spTgt spid="10"/>
                                        </p:tgtEl>
                                      </p:cBhvr>
                                    </p:animEffect>
                                  </p:childTnLst>
                                </p:cTn>
                              </p:par>
                            </p:childTnLst>
                          </p:cTn>
                        </p:par>
                      </p:childTnLst>
                    </p:cTn>
                  </p:par>
                  <p:par>
                    <p:cTn id="43" fill="hold">
                      <p:stCondLst>
                        <p:cond delay="indefinite"/>
                      </p:stCondLst>
                      <p:childTnLst>
                        <p:par>
                          <p:cTn id="44" fill="hold">
                            <p:stCondLst>
                              <p:cond delay="0"/>
                            </p:stCondLst>
                            <p:childTnLst>
                              <p:par>
                                <p:cTn id="45" presetID="12" presetClass="entr" presetSubtype="8"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slide(fromLeft)">
                                      <p:cBhvr>
                                        <p:cTn id="47" dur="500"/>
                                        <p:tgtEl>
                                          <p:spTgt spid="11"/>
                                        </p:tgtEl>
                                      </p:cBhvr>
                                    </p:animEffect>
                                  </p:childTnLst>
                                </p:cTn>
                              </p:par>
                            </p:childTnLst>
                          </p:cTn>
                        </p:par>
                      </p:childTnLst>
                    </p:cTn>
                  </p:par>
                  <p:par>
                    <p:cTn id="48" fill="hold">
                      <p:stCondLst>
                        <p:cond delay="indefinite"/>
                      </p:stCondLst>
                      <p:childTnLst>
                        <p:par>
                          <p:cTn id="49" fill="hold">
                            <p:stCondLst>
                              <p:cond delay="0"/>
                            </p:stCondLst>
                            <p:childTnLst>
                              <p:par>
                                <p:cTn id="50" presetID="12" presetClass="entr" presetSubtype="8" fill="hold" grpId="0" nodeType="click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slide(fromLeft)">
                                      <p:cBhvr>
                                        <p:cTn id="5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 grpId="0"/>
      <p:bldP spid="9" grpId="0"/>
      <p:bldP spid="10" grpId="0"/>
      <p:bldP spid="11" grpId="0"/>
      <p:bldP spid="1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1;p13">
            <a:extLst>
              <a:ext uri="{FF2B5EF4-FFF2-40B4-BE49-F238E27FC236}">
                <a16:creationId xmlns:a16="http://schemas.microsoft.com/office/drawing/2014/main" id="{7F82DEF2-BB22-6B1C-C327-7F4C5FABB52D}"/>
              </a:ext>
            </a:extLst>
          </p:cNvPr>
          <p:cNvSpPr/>
          <p:nvPr/>
        </p:nvSpPr>
        <p:spPr>
          <a:xfrm>
            <a:off x="2252822" y="331291"/>
            <a:ext cx="4921404" cy="244442"/>
          </a:xfrm>
          <a:prstGeom prst="roundRect">
            <a:avLst>
              <a:gd name="adj" fmla="val 16667"/>
            </a:avLst>
          </a:prstGeom>
          <a:solidFill>
            <a:srgbClr val="99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lvl="0" algn="ctr"/>
            <a:r>
              <a:rPr lang="en-US" sz="1600" b="1" dirty="0">
                <a:solidFill>
                  <a:schemeClr val="lt1"/>
                </a:solidFill>
                <a:latin typeface="Consolas"/>
                <a:ea typeface="Consolas"/>
                <a:cs typeface="Consolas"/>
                <a:sym typeface="Consolas"/>
              </a:rPr>
              <a:t>QUICK SORT</a:t>
            </a:r>
            <a:endParaRPr lang="en-US" sz="1600" dirty="0"/>
          </a:p>
        </p:txBody>
      </p:sp>
      <p:graphicFrame>
        <p:nvGraphicFramePr>
          <p:cNvPr id="3" name="Google Shape;195;p40">
            <a:extLst>
              <a:ext uri="{FF2B5EF4-FFF2-40B4-BE49-F238E27FC236}">
                <a16:creationId xmlns:a16="http://schemas.microsoft.com/office/drawing/2014/main" id="{B119532D-9B77-BFB2-9050-42D50FAF6B16}"/>
              </a:ext>
            </a:extLst>
          </p:cNvPr>
          <p:cNvGraphicFramePr/>
          <p:nvPr>
            <p:extLst>
              <p:ext uri="{D42A27DB-BD31-4B8C-83A1-F6EECF244321}">
                <p14:modId xmlns:p14="http://schemas.microsoft.com/office/powerpoint/2010/main" val="4193301344"/>
              </p:ext>
            </p:extLst>
          </p:nvPr>
        </p:nvGraphicFramePr>
        <p:xfrm>
          <a:off x="180622" y="847515"/>
          <a:ext cx="8782756" cy="3931930"/>
        </p:xfrm>
        <a:graphic>
          <a:graphicData uri="http://schemas.openxmlformats.org/drawingml/2006/table">
            <a:tbl>
              <a:tblPr firstRow="1" bandRow="1">
                <a:noFill/>
              </a:tblPr>
              <a:tblGrid>
                <a:gridCol w="4797777">
                  <a:extLst>
                    <a:ext uri="{9D8B030D-6E8A-4147-A177-3AD203B41FA5}">
                      <a16:colId xmlns:a16="http://schemas.microsoft.com/office/drawing/2014/main" val="20000"/>
                    </a:ext>
                  </a:extLst>
                </a:gridCol>
                <a:gridCol w="3984979">
                  <a:extLst>
                    <a:ext uri="{9D8B030D-6E8A-4147-A177-3AD203B41FA5}">
                      <a16:colId xmlns:a16="http://schemas.microsoft.com/office/drawing/2014/main" val="20001"/>
                    </a:ext>
                  </a:extLst>
                </a:gridCol>
              </a:tblGrid>
              <a:tr h="3792218">
                <a:tc>
                  <a:txBody>
                    <a:bodyPr/>
                    <a:lstStyle/>
                    <a:p>
                      <a:pPr marL="0" lvl="0" indent="0" algn="l" rtl="0">
                        <a:spcBef>
                          <a:spcPts val="0"/>
                        </a:spcBef>
                        <a:spcAft>
                          <a:spcPts val="0"/>
                        </a:spcAft>
                        <a:buSzPts val="1100"/>
                        <a:buNone/>
                      </a:pPr>
                      <a:r>
                        <a:rPr lang="en-US" sz="1400" b="0" dirty="0">
                          <a:solidFill>
                            <a:schemeClr val="dk1"/>
                          </a:solidFill>
                          <a:latin typeface="Consolas" pitchFamily="49" charset="0"/>
                          <a:ea typeface="Consolas"/>
                          <a:cs typeface="Consolas"/>
                          <a:sym typeface="Consolas"/>
                        </a:rPr>
                        <a:t>class </a:t>
                      </a:r>
                      <a:r>
                        <a:rPr lang="en-US" sz="1400" b="0" dirty="0" err="1">
                          <a:solidFill>
                            <a:schemeClr val="dk1"/>
                          </a:solidFill>
                          <a:latin typeface="Consolas" pitchFamily="49" charset="0"/>
                          <a:ea typeface="Consolas"/>
                          <a:cs typeface="Consolas"/>
                          <a:sym typeface="Consolas"/>
                        </a:rPr>
                        <a:t>EthCode</a:t>
                      </a:r>
                      <a:endParaRPr lang="en-US" sz="1400" b="0" dirty="0">
                        <a:solidFill>
                          <a:schemeClr val="dk1"/>
                        </a:solidFill>
                        <a:latin typeface="Consolas" pitchFamily="49" charset="0"/>
                        <a:ea typeface="Consolas"/>
                        <a:cs typeface="Consolas"/>
                        <a:sym typeface="Consolas"/>
                      </a:endParaRPr>
                    </a:p>
                    <a:p>
                      <a:pPr marL="0" lvl="0" indent="0" algn="l" rtl="0">
                        <a:spcBef>
                          <a:spcPts val="0"/>
                        </a:spcBef>
                        <a:spcAft>
                          <a:spcPts val="0"/>
                        </a:spcAft>
                        <a:buSzPts val="1100"/>
                        <a:buNone/>
                      </a:pPr>
                      <a:r>
                        <a:rPr lang="en-US" sz="1400" b="0" dirty="0">
                          <a:solidFill>
                            <a:schemeClr val="dk1"/>
                          </a:solidFill>
                          <a:latin typeface="Consolas" pitchFamily="49" charset="0"/>
                          <a:ea typeface="Consolas"/>
                          <a:cs typeface="Consolas"/>
                          <a:sym typeface="Consolas"/>
                        </a:rPr>
                        <a:t>{</a:t>
                      </a:r>
                    </a:p>
                    <a:p>
                      <a:pPr marL="0" lvl="0" indent="0" algn="l" rtl="0">
                        <a:spcBef>
                          <a:spcPts val="0"/>
                        </a:spcBef>
                        <a:spcAft>
                          <a:spcPts val="0"/>
                        </a:spcAft>
                        <a:buSzPts val="1100"/>
                        <a:buNone/>
                      </a:pPr>
                      <a:r>
                        <a:rPr lang="en-US" sz="1400" b="0" dirty="0">
                          <a:solidFill>
                            <a:schemeClr val="dk1"/>
                          </a:solidFill>
                          <a:latin typeface="Consolas" pitchFamily="49" charset="0"/>
                          <a:ea typeface="Consolas"/>
                          <a:cs typeface="Consolas"/>
                          <a:sym typeface="Consolas"/>
                        </a:rPr>
                        <a:t> /* This function takes last element as pivot, places the pivot element at its correct position in sorted array, and places all smaller (smaller than pivot) to left of pivot and all greater elements to right of pivot */</a:t>
                      </a:r>
                    </a:p>
                    <a:p>
                      <a:pPr marL="0" lvl="0" indent="0" algn="l" rtl="0">
                        <a:spcBef>
                          <a:spcPts val="0"/>
                        </a:spcBef>
                        <a:spcAft>
                          <a:spcPts val="0"/>
                        </a:spcAft>
                        <a:buSzPts val="1100"/>
                        <a:buNone/>
                      </a:pPr>
                      <a:r>
                        <a:rPr lang="en-US" sz="1400" b="0" dirty="0">
                          <a:solidFill>
                            <a:schemeClr val="dk1"/>
                          </a:solidFill>
                          <a:latin typeface="Consolas" pitchFamily="49" charset="0"/>
                          <a:ea typeface="Consolas"/>
                          <a:cs typeface="Consolas"/>
                          <a:sym typeface="Consolas"/>
                        </a:rPr>
                        <a:t> </a:t>
                      </a:r>
                      <a:r>
                        <a:rPr lang="en-US" sz="1400" b="0" dirty="0" err="1">
                          <a:solidFill>
                            <a:schemeClr val="dk1"/>
                          </a:solidFill>
                          <a:latin typeface="Consolas" pitchFamily="49" charset="0"/>
                          <a:ea typeface="Consolas"/>
                          <a:cs typeface="Consolas"/>
                          <a:sym typeface="Consolas"/>
                        </a:rPr>
                        <a:t>int</a:t>
                      </a:r>
                      <a:r>
                        <a:rPr lang="en-US" sz="1400" b="0" dirty="0">
                          <a:solidFill>
                            <a:schemeClr val="dk1"/>
                          </a:solidFill>
                          <a:latin typeface="Consolas" pitchFamily="49" charset="0"/>
                          <a:ea typeface="Consolas"/>
                          <a:cs typeface="Consolas"/>
                          <a:sym typeface="Consolas"/>
                        </a:rPr>
                        <a:t> partition(</a:t>
                      </a:r>
                      <a:r>
                        <a:rPr lang="en-US" sz="1400" b="0" dirty="0" err="1">
                          <a:solidFill>
                            <a:schemeClr val="dk1"/>
                          </a:solidFill>
                          <a:latin typeface="Consolas" pitchFamily="49" charset="0"/>
                          <a:ea typeface="Consolas"/>
                          <a:cs typeface="Consolas"/>
                          <a:sym typeface="Consolas"/>
                        </a:rPr>
                        <a:t>int</a:t>
                      </a:r>
                      <a:r>
                        <a:rPr lang="en-US" sz="1400" b="0" dirty="0">
                          <a:solidFill>
                            <a:schemeClr val="dk1"/>
                          </a:solidFill>
                          <a:latin typeface="Consolas" pitchFamily="49" charset="0"/>
                          <a:ea typeface="Consolas"/>
                          <a:cs typeface="Consolas"/>
                          <a:sym typeface="Consolas"/>
                        </a:rPr>
                        <a:t> </a:t>
                      </a:r>
                      <a:r>
                        <a:rPr lang="en-US" sz="1400" b="0" dirty="0" err="1">
                          <a:solidFill>
                            <a:schemeClr val="dk1"/>
                          </a:solidFill>
                          <a:latin typeface="Consolas" pitchFamily="49" charset="0"/>
                          <a:ea typeface="Consolas"/>
                          <a:cs typeface="Consolas"/>
                          <a:sym typeface="Consolas"/>
                        </a:rPr>
                        <a:t>arr</a:t>
                      </a:r>
                      <a:r>
                        <a:rPr lang="en-US" sz="1400" b="0" dirty="0">
                          <a:solidFill>
                            <a:schemeClr val="dk1"/>
                          </a:solidFill>
                          <a:latin typeface="Consolas" pitchFamily="49" charset="0"/>
                          <a:ea typeface="Consolas"/>
                          <a:cs typeface="Consolas"/>
                          <a:sym typeface="Consolas"/>
                        </a:rPr>
                        <a:t>[], </a:t>
                      </a:r>
                      <a:r>
                        <a:rPr lang="en-US" sz="1400" b="0" dirty="0" err="1">
                          <a:solidFill>
                            <a:schemeClr val="dk1"/>
                          </a:solidFill>
                          <a:latin typeface="Consolas" pitchFamily="49" charset="0"/>
                          <a:ea typeface="Consolas"/>
                          <a:cs typeface="Consolas"/>
                          <a:sym typeface="Consolas"/>
                        </a:rPr>
                        <a:t>int</a:t>
                      </a:r>
                      <a:r>
                        <a:rPr lang="en-US" sz="1400" b="0" dirty="0">
                          <a:solidFill>
                            <a:schemeClr val="dk1"/>
                          </a:solidFill>
                          <a:latin typeface="Consolas" pitchFamily="49" charset="0"/>
                          <a:ea typeface="Consolas"/>
                          <a:cs typeface="Consolas"/>
                          <a:sym typeface="Consolas"/>
                        </a:rPr>
                        <a:t> low, </a:t>
                      </a:r>
                      <a:r>
                        <a:rPr lang="en-US" sz="1400" b="0" dirty="0" err="1">
                          <a:solidFill>
                            <a:schemeClr val="dk1"/>
                          </a:solidFill>
                          <a:latin typeface="Consolas" pitchFamily="49" charset="0"/>
                          <a:ea typeface="Consolas"/>
                          <a:cs typeface="Consolas"/>
                          <a:sym typeface="Consolas"/>
                        </a:rPr>
                        <a:t>int</a:t>
                      </a:r>
                      <a:r>
                        <a:rPr lang="en-US" sz="1400" b="0" dirty="0">
                          <a:solidFill>
                            <a:schemeClr val="dk1"/>
                          </a:solidFill>
                          <a:latin typeface="Consolas" pitchFamily="49" charset="0"/>
                          <a:ea typeface="Consolas"/>
                          <a:cs typeface="Consolas"/>
                          <a:sym typeface="Consolas"/>
                        </a:rPr>
                        <a:t> high)</a:t>
                      </a:r>
                    </a:p>
                    <a:p>
                      <a:pPr marL="0" lvl="0" indent="0" algn="l" rtl="0">
                        <a:spcBef>
                          <a:spcPts val="0"/>
                        </a:spcBef>
                        <a:spcAft>
                          <a:spcPts val="0"/>
                        </a:spcAft>
                        <a:buSzPts val="1100"/>
                        <a:buNone/>
                      </a:pPr>
                      <a:r>
                        <a:rPr lang="en-US" sz="1400" b="0" dirty="0">
                          <a:solidFill>
                            <a:schemeClr val="dk1"/>
                          </a:solidFill>
                          <a:latin typeface="Consolas" pitchFamily="49" charset="0"/>
                          <a:ea typeface="Consolas"/>
                          <a:cs typeface="Consolas"/>
                          <a:sym typeface="Consolas"/>
                        </a:rPr>
                        <a:t> {</a:t>
                      </a:r>
                    </a:p>
                    <a:p>
                      <a:pPr marL="0" lvl="0" indent="0" algn="l" rtl="0">
                        <a:spcBef>
                          <a:spcPts val="0"/>
                        </a:spcBef>
                        <a:spcAft>
                          <a:spcPts val="0"/>
                        </a:spcAft>
                        <a:buSzPts val="1100"/>
                        <a:buNone/>
                      </a:pPr>
                      <a:r>
                        <a:rPr lang="en-US" sz="1400" b="0" dirty="0">
                          <a:solidFill>
                            <a:schemeClr val="dk1"/>
                          </a:solidFill>
                          <a:latin typeface="Consolas" pitchFamily="49" charset="0"/>
                          <a:ea typeface="Consolas"/>
                          <a:cs typeface="Consolas"/>
                          <a:sym typeface="Consolas"/>
                        </a:rPr>
                        <a:t> </a:t>
                      </a:r>
                      <a:r>
                        <a:rPr lang="en-US" sz="1400" b="0" dirty="0" err="1">
                          <a:solidFill>
                            <a:schemeClr val="dk1"/>
                          </a:solidFill>
                          <a:latin typeface="Consolas" pitchFamily="49" charset="0"/>
                          <a:ea typeface="Consolas"/>
                          <a:cs typeface="Consolas"/>
                          <a:sym typeface="Consolas"/>
                        </a:rPr>
                        <a:t>int</a:t>
                      </a:r>
                      <a:r>
                        <a:rPr lang="en-US" sz="1400" b="0" dirty="0">
                          <a:solidFill>
                            <a:schemeClr val="dk1"/>
                          </a:solidFill>
                          <a:latin typeface="Consolas" pitchFamily="49" charset="0"/>
                          <a:ea typeface="Consolas"/>
                          <a:cs typeface="Consolas"/>
                          <a:sym typeface="Consolas"/>
                        </a:rPr>
                        <a:t> pivot = </a:t>
                      </a:r>
                      <a:r>
                        <a:rPr lang="en-US" sz="1400" b="0" dirty="0" err="1">
                          <a:solidFill>
                            <a:schemeClr val="dk1"/>
                          </a:solidFill>
                          <a:latin typeface="Consolas" pitchFamily="49" charset="0"/>
                          <a:ea typeface="Consolas"/>
                          <a:cs typeface="Consolas"/>
                          <a:sym typeface="Consolas"/>
                        </a:rPr>
                        <a:t>arr</a:t>
                      </a:r>
                      <a:r>
                        <a:rPr lang="en-US" sz="1400" b="0" dirty="0">
                          <a:solidFill>
                            <a:schemeClr val="dk1"/>
                          </a:solidFill>
                          <a:latin typeface="Consolas" pitchFamily="49" charset="0"/>
                          <a:ea typeface="Consolas"/>
                          <a:cs typeface="Consolas"/>
                          <a:sym typeface="Consolas"/>
                        </a:rPr>
                        <a:t>[high];</a:t>
                      </a:r>
                    </a:p>
                    <a:p>
                      <a:pPr marL="0" lvl="0" indent="0" algn="l" rtl="0">
                        <a:spcBef>
                          <a:spcPts val="0"/>
                        </a:spcBef>
                        <a:spcAft>
                          <a:spcPts val="0"/>
                        </a:spcAft>
                        <a:buSzPts val="1100"/>
                        <a:buNone/>
                      </a:pPr>
                      <a:r>
                        <a:rPr lang="en-US" sz="1400" b="0" dirty="0">
                          <a:solidFill>
                            <a:schemeClr val="dk1"/>
                          </a:solidFill>
                          <a:latin typeface="Consolas" pitchFamily="49" charset="0"/>
                          <a:ea typeface="Consolas"/>
                          <a:cs typeface="Consolas"/>
                          <a:sym typeface="Consolas"/>
                        </a:rPr>
                        <a:t> </a:t>
                      </a:r>
                      <a:r>
                        <a:rPr lang="en-US" sz="1400" b="0" dirty="0" err="1">
                          <a:solidFill>
                            <a:schemeClr val="dk1"/>
                          </a:solidFill>
                          <a:latin typeface="Consolas" pitchFamily="49" charset="0"/>
                          <a:ea typeface="Consolas"/>
                          <a:cs typeface="Consolas"/>
                          <a:sym typeface="Consolas"/>
                        </a:rPr>
                        <a:t>int</a:t>
                      </a:r>
                      <a:r>
                        <a:rPr lang="en-US" sz="1400" b="0" dirty="0">
                          <a:solidFill>
                            <a:schemeClr val="dk1"/>
                          </a:solidFill>
                          <a:latin typeface="Consolas" pitchFamily="49" charset="0"/>
                          <a:ea typeface="Consolas"/>
                          <a:cs typeface="Consolas"/>
                          <a:sym typeface="Consolas"/>
                        </a:rPr>
                        <a:t> </a:t>
                      </a:r>
                      <a:r>
                        <a:rPr lang="en-US" sz="1400" b="0" dirty="0" err="1">
                          <a:solidFill>
                            <a:schemeClr val="dk1"/>
                          </a:solidFill>
                          <a:latin typeface="Consolas" pitchFamily="49" charset="0"/>
                          <a:ea typeface="Consolas"/>
                          <a:cs typeface="Consolas"/>
                          <a:sym typeface="Consolas"/>
                        </a:rPr>
                        <a:t>i</a:t>
                      </a:r>
                      <a:r>
                        <a:rPr lang="en-US" sz="1400" b="0" dirty="0">
                          <a:solidFill>
                            <a:schemeClr val="dk1"/>
                          </a:solidFill>
                          <a:latin typeface="Consolas" pitchFamily="49" charset="0"/>
                          <a:ea typeface="Consolas"/>
                          <a:cs typeface="Consolas"/>
                          <a:sym typeface="Consolas"/>
                        </a:rPr>
                        <a:t> = (low-1); // index of smaller element</a:t>
                      </a:r>
                    </a:p>
                    <a:p>
                      <a:pPr marL="0" lvl="0" indent="0" algn="l" rtl="0">
                        <a:spcBef>
                          <a:spcPts val="0"/>
                        </a:spcBef>
                        <a:spcAft>
                          <a:spcPts val="0"/>
                        </a:spcAft>
                        <a:buSzPts val="1100"/>
                        <a:buNone/>
                      </a:pPr>
                      <a:r>
                        <a:rPr lang="en-US" sz="1400" b="0" dirty="0">
                          <a:solidFill>
                            <a:schemeClr val="dk1"/>
                          </a:solidFill>
                          <a:latin typeface="Consolas" pitchFamily="49" charset="0"/>
                          <a:ea typeface="Consolas"/>
                          <a:cs typeface="Consolas"/>
                          <a:sym typeface="Consolas"/>
                        </a:rPr>
                        <a:t> for (</a:t>
                      </a:r>
                      <a:r>
                        <a:rPr lang="en-US" sz="1400" b="0" dirty="0" err="1">
                          <a:solidFill>
                            <a:schemeClr val="dk1"/>
                          </a:solidFill>
                          <a:latin typeface="Consolas" pitchFamily="49" charset="0"/>
                          <a:ea typeface="Consolas"/>
                          <a:cs typeface="Consolas"/>
                          <a:sym typeface="Consolas"/>
                        </a:rPr>
                        <a:t>int</a:t>
                      </a:r>
                      <a:r>
                        <a:rPr lang="en-US" sz="1400" b="0" dirty="0">
                          <a:solidFill>
                            <a:schemeClr val="dk1"/>
                          </a:solidFill>
                          <a:latin typeface="Consolas" pitchFamily="49" charset="0"/>
                          <a:ea typeface="Consolas"/>
                          <a:cs typeface="Consolas"/>
                          <a:sym typeface="Consolas"/>
                        </a:rPr>
                        <a:t> j=low; j&lt;high; j++)</a:t>
                      </a:r>
                    </a:p>
                    <a:p>
                      <a:pPr marL="0" lvl="0" indent="0" algn="l" rtl="0">
                        <a:spcBef>
                          <a:spcPts val="0"/>
                        </a:spcBef>
                        <a:spcAft>
                          <a:spcPts val="0"/>
                        </a:spcAft>
                        <a:buSzPts val="1100"/>
                        <a:buNone/>
                      </a:pPr>
                      <a:r>
                        <a:rPr lang="en-US" sz="1400" b="0" dirty="0">
                          <a:solidFill>
                            <a:schemeClr val="dk1"/>
                          </a:solidFill>
                          <a:latin typeface="Consolas" pitchFamily="49" charset="0"/>
                          <a:ea typeface="Consolas"/>
                          <a:cs typeface="Consolas"/>
                          <a:sym typeface="Consolas"/>
                        </a:rPr>
                        <a:t> {</a:t>
                      </a:r>
                    </a:p>
                    <a:p>
                      <a:pPr marL="0" lvl="0" indent="0" algn="l" rtl="0">
                        <a:spcBef>
                          <a:spcPts val="0"/>
                        </a:spcBef>
                        <a:spcAft>
                          <a:spcPts val="0"/>
                        </a:spcAft>
                        <a:buSzPts val="1100"/>
                        <a:buNone/>
                      </a:pPr>
                      <a:r>
                        <a:rPr lang="en-US" sz="1400" b="0" dirty="0">
                          <a:solidFill>
                            <a:schemeClr val="dk1"/>
                          </a:solidFill>
                          <a:latin typeface="Consolas" pitchFamily="49" charset="0"/>
                          <a:ea typeface="Consolas"/>
                          <a:cs typeface="Consolas"/>
                          <a:sym typeface="Consolas"/>
                        </a:rPr>
                        <a:t> // If current element is smaller than or</a:t>
                      </a:r>
                    </a:p>
                    <a:p>
                      <a:pPr marL="0" lvl="0" indent="0" algn="l" rtl="0">
                        <a:spcBef>
                          <a:spcPts val="0"/>
                        </a:spcBef>
                        <a:spcAft>
                          <a:spcPts val="0"/>
                        </a:spcAft>
                        <a:buSzPts val="1100"/>
                        <a:buNone/>
                      </a:pPr>
                      <a:r>
                        <a:rPr lang="en-US" sz="1400" b="0" dirty="0">
                          <a:solidFill>
                            <a:schemeClr val="dk1"/>
                          </a:solidFill>
                          <a:latin typeface="Consolas" pitchFamily="49" charset="0"/>
                          <a:ea typeface="Consolas"/>
                          <a:cs typeface="Consolas"/>
                          <a:sym typeface="Consolas"/>
                        </a:rPr>
                        <a:t> // equal to pivot</a:t>
                      </a:r>
                    </a:p>
                    <a:p>
                      <a:pPr marL="0" lvl="0" indent="0" algn="l" rtl="0">
                        <a:spcBef>
                          <a:spcPts val="0"/>
                        </a:spcBef>
                        <a:spcAft>
                          <a:spcPts val="0"/>
                        </a:spcAft>
                        <a:buSzPts val="1100"/>
                        <a:buNone/>
                      </a:pPr>
                      <a:r>
                        <a:rPr lang="en-US" sz="1400" b="0" dirty="0">
                          <a:solidFill>
                            <a:schemeClr val="dk1"/>
                          </a:solidFill>
                          <a:latin typeface="Consolas" pitchFamily="49" charset="0"/>
                          <a:ea typeface="Consolas"/>
                          <a:cs typeface="Consolas"/>
                          <a:sym typeface="Consolas"/>
                        </a:rPr>
                        <a:t> if (</a:t>
                      </a:r>
                      <a:r>
                        <a:rPr lang="en-US" sz="1400" b="0" dirty="0" err="1">
                          <a:solidFill>
                            <a:schemeClr val="dk1"/>
                          </a:solidFill>
                          <a:latin typeface="Consolas" pitchFamily="49" charset="0"/>
                          <a:ea typeface="Consolas"/>
                          <a:cs typeface="Consolas"/>
                          <a:sym typeface="Consolas"/>
                        </a:rPr>
                        <a:t>arr</a:t>
                      </a:r>
                      <a:r>
                        <a:rPr lang="en-US" sz="1400" b="0" dirty="0">
                          <a:solidFill>
                            <a:schemeClr val="dk1"/>
                          </a:solidFill>
                          <a:latin typeface="Consolas" pitchFamily="49" charset="0"/>
                          <a:ea typeface="Consolas"/>
                          <a:cs typeface="Consolas"/>
                          <a:sym typeface="Consolas"/>
                        </a:rPr>
                        <a:t>[j] &lt;= pivot)</a:t>
                      </a:r>
                    </a:p>
                    <a:p>
                      <a:pPr marL="0" lvl="0" indent="0" algn="l" rtl="0">
                        <a:spcBef>
                          <a:spcPts val="0"/>
                        </a:spcBef>
                        <a:spcAft>
                          <a:spcPts val="0"/>
                        </a:spcAft>
                        <a:buSzPts val="1100"/>
                        <a:buNone/>
                      </a:pPr>
                      <a:r>
                        <a:rPr lang="en-US" sz="1400" b="0" dirty="0">
                          <a:solidFill>
                            <a:schemeClr val="dk1"/>
                          </a:solidFill>
                          <a:latin typeface="Consolas" pitchFamily="49" charset="0"/>
                          <a:ea typeface="Consolas"/>
                          <a:cs typeface="Consolas"/>
                          <a:sym typeface="Consolas"/>
                        </a:rPr>
                        <a:t> {</a:t>
                      </a:r>
                    </a:p>
                    <a:p>
                      <a:pPr marL="0" lvl="0" indent="0" algn="l" rtl="0">
                        <a:spcBef>
                          <a:spcPts val="0"/>
                        </a:spcBef>
                        <a:spcAft>
                          <a:spcPts val="0"/>
                        </a:spcAft>
                        <a:buSzPts val="1100"/>
                        <a:buNone/>
                      </a:pPr>
                      <a:r>
                        <a:rPr lang="en-US" sz="1400" b="0" dirty="0">
                          <a:solidFill>
                            <a:schemeClr val="dk1"/>
                          </a:solidFill>
                          <a:latin typeface="Consolas" pitchFamily="49" charset="0"/>
                          <a:ea typeface="Consolas"/>
                          <a:cs typeface="Consolas"/>
                          <a:sym typeface="Consolas"/>
                        </a:rPr>
                        <a:t> </a:t>
                      </a:r>
                      <a:r>
                        <a:rPr lang="en-US" sz="1400" b="0" dirty="0" err="1">
                          <a:solidFill>
                            <a:schemeClr val="dk1"/>
                          </a:solidFill>
                          <a:latin typeface="Consolas" pitchFamily="49" charset="0"/>
                          <a:ea typeface="Consolas"/>
                          <a:cs typeface="Consolas"/>
                          <a:sym typeface="Consolas"/>
                        </a:rPr>
                        <a:t>i</a:t>
                      </a:r>
                      <a:r>
                        <a:rPr lang="en-US" sz="1400" b="0" dirty="0">
                          <a:solidFill>
                            <a:schemeClr val="dk1"/>
                          </a:solidFill>
                          <a:latin typeface="Consolas" pitchFamily="49" charset="0"/>
                          <a:ea typeface="Consolas"/>
                          <a:cs typeface="Consolas"/>
                          <a:sym typeface="Consolas"/>
                        </a:rPr>
                        <a:t>++;</a:t>
                      </a:r>
                      <a:endParaRPr lang="nn-NO" sz="1400" b="0" dirty="0">
                        <a:solidFill>
                          <a:schemeClr val="dk1"/>
                        </a:solidFill>
                        <a:latin typeface="Consolas" pitchFamily="49" charset="0"/>
                        <a:ea typeface="Consolas"/>
                        <a:cs typeface="Consolas"/>
                        <a:sym typeface="Consolas"/>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None/>
                      </a:pPr>
                      <a:r>
                        <a:rPr lang="en-US" sz="1400" b="0" u="none" strike="noStrike" cap="none" dirty="0">
                          <a:solidFill>
                            <a:schemeClr val="dk1"/>
                          </a:solidFill>
                          <a:highlight>
                            <a:schemeClr val="lt1"/>
                          </a:highlight>
                          <a:latin typeface="Consolas" pitchFamily="49" charset="0"/>
                          <a:ea typeface="Consolas"/>
                          <a:cs typeface="Consolas"/>
                          <a:sym typeface="Consolas"/>
                        </a:rPr>
                        <a:t> // swap </a:t>
                      </a:r>
                      <a:r>
                        <a:rPr lang="en-US" sz="1400" b="0" u="none" strike="noStrike" cap="none" dirty="0" err="1">
                          <a:solidFill>
                            <a:schemeClr val="dk1"/>
                          </a:solidFill>
                          <a:highlight>
                            <a:schemeClr val="lt1"/>
                          </a:highlight>
                          <a:latin typeface="Consolas" pitchFamily="49" charset="0"/>
                          <a:ea typeface="Consolas"/>
                          <a:cs typeface="Consolas"/>
                          <a:sym typeface="Consolas"/>
                        </a:rPr>
                        <a:t>arr</a:t>
                      </a:r>
                      <a:r>
                        <a:rPr lang="en-US" sz="1400" b="0" u="none" strike="noStrike" cap="none" dirty="0">
                          <a:solidFill>
                            <a:schemeClr val="dk1"/>
                          </a:solidFill>
                          <a:highlight>
                            <a:schemeClr val="lt1"/>
                          </a:highlight>
                          <a:latin typeface="Consolas" pitchFamily="49" charset="0"/>
                          <a:ea typeface="Consolas"/>
                          <a:cs typeface="Consolas"/>
                          <a:sym typeface="Consolas"/>
                        </a:rPr>
                        <a:t>[</a:t>
                      </a:r>
                      <a:r>
                        <a:rPr lang="en-US" sz="1400" b="0" u="none" strike="noStrike" cap="none" dirty="0" err="1">
                          <a:solidFill>
                            <a:schemeClr val="dk1"/>
                          </a:solidFill>
                          <a:highlight>
                            <a:schemeClr val="lt1"/>
                          </a:highlight>
                          <a:latin typeface="Consolas" pitchFamily="49" charset="0"/>
                          <a:ea typeface="Consolas"/>
                          <a:cs typeface="Consolas"/>
                          <a:sym typeface="Consolas"/>
                        </a:rPr>
                        <a:t>i</a:t>
                      </a:r>
                      <a:r>
                        <a:rPr lang="en-US" sz="1400" b="0" u="none" strike="noStrike" cap="none" dirty="0">
                          <a:solidFill>
                            <a:schemeClr val="dk1"/>
                          </a:solidFill>
                          <a:highlight>
                            <a:schemeClr val="lt1"/>
                          </a:highlight>
                          <a:latin typeface="Consolas" pitchFamily="49" charset="0"/>
                          <a:ea typeface="Consolas"/>
                          <a:cs typeface="Consolas"/>
                          <a:sym typeface="Consolas"/>
                        </a:rPr>
                        <a:t>] and </a:t>
                      </a:r>
                      <a:r>
                        <a:rPr lang="en-US" sz="1400" b="0" u="none" strike="noStrike" cap="none" dirty="0" err="1">
                          <a:solidFill>
                            <a:schemeClr val="dk1"/>
                          </a:solidFill>
                          <a:highlight>
                            <a:schemeClr val="lt1"/>
                          </a:highlight>
                          <a:latin typeface="Consolas" pitchFamily="49" charset="0"/>
                          <a:ea typeface="Consolas"/>
                          <a:cs typeface="Consolas"/>
                          <a:sym typeface="Consolas"/>
                        </a:rPr>
                        <a:t>arr</a:t>
                      </a:r>
                      <a:r>
                        <a:rPr lang="en-US" sz="1400" b="0" u="none" strike="noStrike" cap="none" dirty="0">
                          <a:solidFill>
                            <a:schemeClr val="dk1"/>
                          </a:solidFill>
                          <a:highlight>
                            <a:schemeClr val="lt1"/>
                          </a:highlight>
                          <a:latin typeface="Consolas" pitchFamily="49" charset="0"/>
                          <a:ea typeface="Consolas"/>
                          <a:cs typeface="Consolas"/>
                          <a:sym typeface="Consolas"/>
                        </a:rPr>
                        <a:t>[j]</a:t>
                      </a:r>
                    </a:p>
                    <a:p>
                      <a:pPr marL="0" marR="0" lvl="0" indent="0" algn="l" rtl="0">
                        <a:lnSpc>
                          <a:spcPct val="100000"/>
                        </a:lnSpc>
                        <a:spcBef>
                          <a:spcPts val="0"/>
                        </a:spcBef>
                        <a:spcAft>
                          <a:spcPts val="0"/>
                        </a:spcAft>
                        <a:buNone/>
                      </a:pPr>
                      <a:r>
                        <a:rPr lang="en-US" sz="1400" b="0" u="none" strike="noStrike" cap="none" dirty="0">
                          <a:solidFill>
                            <a:schemeClr val="dk1"/>
                          </a:solidFill>
                          <a:highlight>
                            <a:schemeClr val="lt1"/>
                          </a:highlight>
                          <a:latin typeface="Consolas" pitchFamily="49" charset="0"/>
                          <a:ea typeface="Consolas"/>
                          <a:cs typeface="Consolas"/>
                          <a:sym typeface="Consolas"/>
                        </a:rPr>
                        <a:t> </a:t>
                      </a:r>
                      <a:r>
                        <a:rPr lang="en-US" sz="1400" b="0" u="none" strike="noStrike" cap="none" dirty="0" err="1">
                          <a:solidFill>
                            <a:schemeClr val="dk1"/>
                          </a:solidFill>
                          <a:highlight>
                            <a:schemeClr val="lt1"/>
                          </a:highlight>
                          <a:latin typeface="Consolas" pitchFamily="49" charset="0"/>
                          <a:ea typeface="Consolas"/>
                          <a:cs typeface="Consolas"/>
                          <a:sym typeface="Consolas"/>
                        </a:rPr>
                        <a:t>int</a:t>
                      </a:r>
                      <a:r>
                        <a:rPr lang="en-US" sz="1400" b="0" u="none" strike="noStrike" cap="none" dirty="0">
                          <a:solidFill>
                            <a:schemeClr val="dk1"/>
                          </a:solidFill>
                          <a:highlight>
                            <a:schemeClr val="lt1"/>
                          </a:highlight>
                          <a:latin typeface="Consolas" pitchFamily="49" charset="0"/>
                          <a:ea typeface="Consolas"/>
                          <a:cs typeface="Consolas"/>
                          <a:sym typeface="Consolas"/>
                        </a:rPr>
                        <a:t> temp = </a:t>
                      </a:r>
                      <a:r>
                        <a:rPr lang="en-US" sz="1400" b="0" u="none" strike="noStrike" cap="none" dirty="0" err="1">
                          <a:solidFill>
                            <a:schemeClr val="dk1"/>
                          </a:solidFill>
                          <a:highlight>
                            <a:schemeClr val="lt1"/>
                          </a:highlight>
                          <a:latin typeface="Consolas" pitchFamily="49" charset="0"/>
                          <a:ea typeface="Consolas"/>
                          <a:cs typeface="Consolas"/>
                          <a:sym typeface="Consolas"/>
                        </a:rPr>
                        <a:t>arr</a:t>
                      </a:r>
                      <a:r>
                        <a:rPr lang="en-US" sz="1400" b="0" u="none" strike="noStrike" cap="none" dirty="0">
                          <a:solidFill>
                            <a:schemeClr val="dk1"/>
                          </a:solidFill>
                          <a:highlight>
                            <a:schemeClr val="lt1"/>
                          </a:highlight>
                          <a:latin typeface="Consolas" pitchFamily="49" charset="0"/>
                          <a:ea typeface="Consolas"/>
                          <a:cs typeface="Consolas"/>
                          <a:sym typeface="Consolas"/>
                        </a:rPr>
                        <a:t>[</a:t>
                      </a:r>
                      <a:r>
                        <a:rPr lang="en-US" sz="1400" b="0" u="none" strike="noStrike" cap="none" dirty="0" err="1">
                          <a:solidFill>
                            <a:schemeClr val="dk1"/>
                          </a:solidFill>
                          <a:highlight>
                            <a:schemeClr val="lt1"/>
                          </a:highlight>
                          <a:latin typeface="Consolas" pitchFamily="49" charset="0"/>
                          <a:ea typeface="Consolas"/>
                          <a:cs typeface="Consolas"/>
                          <a:sym typeface="Consolas"/>
                        </a:rPr>
                        <a:t>i</a:t>
                      </a:r>
                      <a:r>
                        <a:rPr lang="en-US" sz="1400" b="0" u="none" strike="noStrike" cap="none" dirty="0">
                          <a:solidFill>
                            <a:schemeClr val="dk1"/>
                          </a:solidFill>
                          <a:highlight>
                            <a:schemeClr val="lt1"/>
                          </a:highlight>
                          <a:latin typeface="Consolas" pitchFamily="49" charset="0"/>
                          <a:ea typeface="Consolas"/>
                          <a:cs typeface="Consolas"/>
                          <a:sym typeface="Consolas"/>
                        </a:rPr>
                        <a:t>];</a:t>
                      </a:r>
                    </a:p>
                    <a:p>
                      <a:pPr marL="0" marR="0" lvl="0" indent="0" algn="l" rtl="0">
                        <a:lnSpc>
                          <a:spcPct val="100000"/>
                        </a:lnSpc>
                        <a:spcBef>
                          <a:spcPts val="0"/>
                        </a:spcBef>
                        <a:spcAft>
                          <a:spcPts val="0"/>
                        </a:spcAft>
                        <a:buNone/>
                      </a:pPr>
                      <a:r>
                        <a:rPr lang="en-US" sz="1400" b="0" u="none" strike="noStrike" cap="none" dirty="0">
                          <a:solidFill>
                            <a:schemeClr val="dk1"/>
                          </a:solidFill>
                          <a:highlight>
                            <a:schemeClr val="lt1"/>
                          </a:highlight>
                          <a:latin typeface="Consolas" pitchFamily="49" charset="0"/>
                          <a:ea typeface="Consolas"/>
                          <a:cs typeface="Consolas"/>
                          <a:sym typeface="Consolas"/>
                        </a:rPr>
                        <a:t> </a:t>
                      </a:r>
                      <a:r>
                        <a:rPr lang="en-US" sz="1400" b="0" u="none" strike="noStrike" cap="none" dirty="0" err="1">
                          <a:solidFill>
                            <a:schemeClr val="dk1"/>
                          </a:solidFill>
                          <a:highlight>
                            <a:schemeClr val="lt1"/>
                          </a:highlight>
                          <a:latin typeface="Consolas" pitchFamily="49" charset="0"/>
                          <a:ea typeface="Consolas"/>
                          <a:cs typeface="Consolas"/>
                          <a:sym typeface="Consolas"/>
                        </a:rPr>
                        <a:t>arr</a:t>
                      </a:r>
                      <a:r>
                        <a:rPr lang="en-US" sz="1400" b="0" u="none" strike="noStrike" cap="none" dirty="0">
                          <a:solidFill>
                            <a:schemeClr val="dk1"/>
                          </a:solidFill>
                          <a:highlight>
                            <a:schemeClr val="lt1"/>
                          </a:highlight>
                          <a:latin typeface="Consolas" pitchFamily="49" charset="0"/>
                          <a:ea typeface="Consolas"/>
                          <a:cs typeface="Consolas"/>
                          <a:sym typeface="Consolas"/>
                        </a:rPr>
                        <a:t>[</a:t>
                      </a:r>
                      <a:r>
                        <a:rPr lang="en-US" sz="1400" b="0" u="none" strike="noStrike" cap="none" dirty="0" err="1">
                          <a:solidFill>
                            <a:schemeClr val="dk1"/>
                          </a:solidFill>
                          <a:highlight>
                            <a:schemeClr val="lt1"/>
                          </a:highlight>
                          <a:latin typeface="Consolas" pitchFamily="49" charset="0"/>
                          <a:ea typeface="Consolas"/>
                          <a:cs typeface="Consolas"/>
                          <a:sym typeface="Consolas"/>
                        </a:rPr>
                        <a:t>i</a:t>
                      </a:r>
                      <a:r>
                        <a:rPr lang="en-US" sz="1400" b="0" u="none" strike="noStrike" cap="none" dirty="0">
                          <a:solidFill>
                            <a:schemeClr val="dk1"/>
                          </a:solidFill>
                          <a:highlight>
                            <a:schemeClr val="lt1"/>
                          </a:highlight>
                          <a:latin typeface="Consolas" pitchFamily="49" charset="0"/>
                          <a:ea typeface="Consolas"/>
                          <a:cs typeface="Consolas"/>
                          <a:sym typeface="Consolas"/>
                        </a:rPr>
                        <a:t>] = </a:t>
                      </a:r>
                      <a:r>
                        <a:rPr lang="en-US" sz="1400" b="0" u="none" strike="noStrike" cap="none" dirty="0" err="1">
                          <a:solidFill>
                            <a:schemeClr val="dk1"/>
                          </a:solidFill>
                          <a:highlight>
                            <a:schemeClr val="lt1"/>
                          </a:highlight>
                          <a:latin typeface="Consolas" pitchFamily="49" charset="0"/>
                          <a:ea typeface="Consolas"/>
                          <a:cs typeface="Consolas"/>
                          <a:sym typeface="Consolas"/>
                        </a:rPr>
                        <a:t>arr</a:t>
                      </a:r>
                      <a:r>
                        <a:rPr lang="en-US" sz="1400" b="0" u="none" strike="noStrike" cap="none" dirty="0">
                          <a:solidFill>
                            <a:schemeClr val="dk1"/>
                          </a:solidFill>
                          <a:highlight>
                            <a:schemeClr val="lt1"/>
                          </a:highlight>
                          <a:latin typeface="Consolas" pitchFamily="49" charset="0"/>
                          <a:ea typeface="Consolas"/>
                          <a:cs typeface="Consolas"/>
                          <a:sym typeface="Consolas"/>
                        </a:rPr>
                        <a:t>[j];</a:t>
                      </a:r>
                    </a:p>
                    <a:p>
                      <a:pPr marL="0" marR="0" lvl="0" indent="0" algn="l" rtl="0">
                        <a:lnSpc>
                          <a:spcPct val="100000"/>
                        </a:lnSpc>
                        <a:spcBef>
                          <a:spcPts val="0"/>
                        </a:spcBef>
                        <a:spcAft>
                          <a:spcPts val="0"/>
                        </a:spcAft>
                        <a:buNone/>
                      </a:pPr>
                      <a:r>
                        <a:rPr lang="en-US" sz="1400" b="0" u="none" strike="noStrike" cap="none" dirty="0">
                          <a:solidFill>
                            <a:schemeClr val="dk1"/>
                          </a:solidFill>
                          <a:highlight>
                            <a:schemeClr val="lt1"/>
                          </a:highlight>
                          <a:latin typeface="Consolas" pitchFamily="49" charset="0"/>
                          <a:ea typeface="Consolas"/>
                          <a:cs typeface="Consolas"/>
                          <a:sym typeface="Consolas"/>
                        </a:rPr>
                        <a:t> </a:t>
                      </a:r>
                      <a:r>
                        <a:rPr lang="en-US" sz="1400" b="0" u="none" strike="noStrike" cap="none" dirty="0" err="1">
                          <a:solidFill>
                            <a:schemeClr val="dk1"/>
                          </a:solidFill>
                          <a:highlight>
                            <a:schemeClr val="lt1"/>
                          </a:highlight>
                          <a:latin typeface="Consolas" pitchFamily="49" charset="0"/>
                          <a:ea typeface="Consolas"/>
                          <a:cs typeface="Consolas"/>
                          <a:sym typeface="Consolas"/>
                        </a:rPr>
                        <a:t>arr</a:t>
                      </a:r>
                      <a:r>
                        <a:rPr lang="en-US" sz="1400" b="0" u="none" strike="noStrike" cap="none" dirty="0">
                          <a:solidFill>
                            <a:schemeClr val="dk1"/>
                          </a:solidFill>
                          <a:highlight>
                            <a:schemeClr val="lt1"/>
                          </a:highlight>
                          <a:latin typeface="Consolas" pitchFamily="49" charset="0"/>
                          <a:ea typeface="Consolas"/>
                          <a:cs typeface="Consolas"/>
                          <a:sym typeface="Consolas"/>
                        </a:rPr>
                        <a:t>[j] = temp;</a:t>
                      </a:r>
                    </a:p>
                    <a:p>
                      <a:pPr marL="0" marR="0" lvl="0" indent="0" algn="l" rtl="0">
                        <a:lnSpc>
                          <a:spcPct val="100000"/>
                        </a:lnSpc>
                        <a:spcBef>
                          <a:spcPts val="0"/>
                        </a:spcBef>
                        <a:spcAft>
                          <a:spcPts val="0"/>
                        </a:spcAft>
                        <a:buNone/>
                      </a:pPr>
                      <a:r>
                        <a:rPr lang="en-US" sz="1400" b="0" u="none" strike="noStrike" cap="none" dirty="0">
                          <a:solidFill>
                            <a:schemeClr val="dk1"/>
                          </a:solidFill>
                          <a:highlight>
                            <a:schemeClr val="lt1"/>
                          </a:highlight>
                          <a:latin typeface="Consolas" pitchFamily="49" charset="0"/>
                          <a:ea typeface="Consolas"/>
                          <a:cs typeface="Consolas"/>
                          <a:sym typeface="Consolas"/>
                        </a:rPr>
                        <a:t> }</a:t>
                      </a:r>
                    </a:p>
                    <a:p>
                      <a:pPr marL="0" marR="0" lvl="0" indent="0" algn="l" rtl="0">
                        <a:lnSpc>
                          <a:spcPct val="100000"/>
                        </a:lnSpc>
                        <a:spcBef>
                          <a:spcPts val="0"/>
                        </a:spcBef>
                        <a:spcAft>
                          <a:spcPts val="0"/>
                        </a:spcAft>
                        <a:buNone/>
                      </a:pPr>
                      <a:r>
                        <a:rPr lang="en-US" sz="1400" b="0" u="none" strike="noStrike" cap="none" dirty="0">
                          <a:solidFill>
                            <a:schemeClr val="dk1"/>
                          </a:solidFill>
                          <a:highlight>
                            <a:schemeClr val="lt1"/>
                          </a:highlight>
                          <a:latin typeface="Consolas" pitchFamily="49" charset="0"/>
                          <a:ea typeface="Consolas"/>
                          <a:cs typeface="Consolas"/>
                          <a:sym typeface="Consolas"/>
                        </a:rPr>
                        <a:t> }</a:t>
                      </a:r>
                    </a:p>
                    <a:p>
                      <a:pPr marL="0" marR="0" lvl="0" indent="0" algn="l" rtl="0">
                        <a:lnSpc>
                          <a:spcPct val="100000"/>
                        </a:lnSpc>
                        <a:spcBef>
                          <a:spcPts val="0"/>
                        </a:spcBef>
                        <a:spcAft>
                          <a:spcPts val="0"/>
                        </a:spcAft>
                        <a:buNone/>
                      </a:pPr>
                      <a:r>
                        <a:rPr lang="en-US" sz="1400" b="0" u="none" strike="noStrike" cap="none" dirty="0">
                          <a:solidFill>
                            <a:schemeClr val="dk1"/>
                          </a:solidFill>
                          <a:highlight>
                            <a:schemeClr val="lt1"/>
                          </a:highlight>
                          <a:latin typeface="Consolas" pitchFamily="49" charset="0"/>
                          <a:ea typeface="Consolas"/>
                          <a:cs typeface="Consolas"/>
                          <a:sym typeface="Consolas"/>
                        </a:rPr>
                        <a:t> // swap </a:t>
                      </a:r>
                      <a:r>
                        <a:rPr lang="en-US" sz="1400" b="0" u="none" strike="noStrike" cap="none" dirty="0" err="1">
                          <a:solidFill>
                            <a:schemeClr val="dk1"/>
                          </a:solidFill>
                          <a:highlight>
                            <a:schemeClr val="lt1"/>
                          </a:highlight>
                          <a:latin typeface="Consolas" pitchFamily="49" charset="0"/>
                          <a:ea typeface="Consolas"/>
                          <a:cs typeface="Consolas"/>
                          <a:sym typeface="Consolas"/>
                        </a:rPr>
                        <a:t>arr</a:t>
                      </a:r>
                      <a:r>
                        <a:rPr lang="en-US" sz="1400" b="0" u="none" strike="noStrike" cap="none" dirty="0">
                          <a:solidFill>
                            <a:schemeClr val="dk1"/>
                          </a:solidFill>
                          <a:highlight>
                            <a:schemeClr val="lt1"/>
                          </a:highlight>
                          <a:latin typeface="Consolas" pitchFamily="49" charset="0"/>
                          <a:ea typeface="Consolas"/>
                          <a:cs typeface="Consolas"/>
                          <a:sym typeface="Consolas"/>
                        </a:rPr>
                        <a:t>[i+1] and </a:t>
                      </a:r>
                      <a:r>
                        <a:rPr lang="en-US" sz="1400" b="0" u="none" strike="noStrike" cap="none" dirty="0" err="1">
                          <a:solidFill>
                            <a:schemeClr val="dk1"/>
                          </a:solidFill>
                          <a:highlight>
                            <a:schemeClr val="lt1"/>
                          </a:highlight>
                          <a:latin typeface="Consolas" pitchFamily="49" charset="0"/>
                          <a:ea typeface="Consolas"/>
                          <a:cs typeface="Consolas"/>
                          <a:sym typeface="Consolas"/>
                        </a:rPr>
                        <a:t>arr</a:t>
                      </a:r>
                      <a:r>
                        <a:rPr lang="en-US" sz="1400" b="0" u="none" strike="noStrike" cap="none" dirty="0">
                          <a:solidFill>
                            <a:schemeClr val="dk1"/>
                          </a:solidFill>
                          <a:highlight>
                            <a:schemeClr val="lt1"/>
                          </a:highlight>
                          <a:latin typeface="Consolas" pitchFamily="49" charset="0"/>
                          <a:ea typeface="Consolas"/>
                          <a:cs typeface="Consolas"/>
                          <a:sym typeface="Consolas"/>
                        </a:rPr>
                        <a:t>[high] (or pivot)</a:t>
                      </a:r>
                    </a:p>
                    <a:p>
                      <a:pPr marL="0" marR="0" lvl="0" indent="0" algn="l" rtl="0">
                        <a:lnSpc>
                          <a:spcPct val="100000"/>
                        </a:lnSpc>
                        <a:spcBef>
                          <a:spcPts val="0"/>
                        </a:spcBef>
                        <a:spcAft>
                          <a:spcPts val="0"/>
                        </a:spcAft>
                        <a:buNone/>
                      </a:pPr>
                      <a:r>
                        <a:rPr lang="en-US" sz="1400" b="0" u="none" strike="noStrike" cap="none" dirty="0">
                          <a:solidFill>
                            <a:schemeClr val="dk1"/>
                          </a:solidFill>
                          <a:highlight>
                            <a:schemeClr val="lt1"/>
                          </a:highlight>
                          <a:latin typeface="Consolas" pitchFamily="49" charset="0"/>
                          <a:ea typeface="Consolas"/>
                          <a:cs typeface="Consolas"/>
                          <a:sym typeface="Consolas"/>
                        </a:rPr>
                        <a:t> </a:t>
                      </a:r>
                      <a:r>
                        <a:rPr lang="en-US" sz="1400" b="0" u="none" strike="noStrike" cap="none" dirty="0" err="1">
                          <a:solidFill>
                            <a:schemeClr val="dk1"/>
                          </a:solidFill>
                          <a:highlight>
                            <a:schemeClr val="lt1"/>
                          </a:highlight>
                          <a:latin typeface="Consolas" pitchFamily="49" charset="0"/>
                          <a:ea typeface="Consolas"/>
                          <a:cs typeface="Consolas"/>
                          <a:sym typeface="Consolas"/>
                        </a:rPr>
                        <a:t>int</a:t>
                      </a:r>
                      <a:r>
                        <a:rPr lang="en-US" sz="1400" b="0" u="none" strike="noStrike" cap="none" dirty="0">
                          <a:solidFill>
                            <a:schemeClr val="dk1"/>
                          </a:solidFill>
                          <a:highlight>
                            <a:schemeClr val="lt1"/>
                          </a:highlight>
                          <a:latin typeface="Consolas" pitchFamily="49" charset="0"/>
                          <a:ea typeface="Consolas"/>
                          <a:cs typeface="Consolas"/>
                          <a:sym typeface="Consolas"/>
                        </a:rPr>
                        <a:t> temp = </a:t>
                      </a:r>
                      <a:r>
                        <a:rPr lang="en-US" sz="1400" b="0" u="none" strike="noStrike" cap="none" dirty="0" err="1">
                          <a:solidFill>
                            <a:schemeClr val="dk1"/>
                          </a:solidFill>
                          <a:highlight>
                            <a:schemeClr val="lt1"/>
                          </a:highlight>
                          <a:latin typeface="Consolas" pitchFamily="49" charset="0"/>
                          <a:ea typeface="Consolas"/>
                          <a:cs typeface="Consolas"/>
                          <a:sym typeface="Consolas"/>
                        </a:rPr>
                        <a:t>arr</a:t>
                      </a:r>
                      <a:r>
                        <a:rPr lang="en-US" sz="1400" b="0" u="none" strike="noStrike" cap="none" dirty="0">
                          <a:solidFill>
                            <a:schemeClr val="dk1"/>
                          </a:solidFill>
                          <a:highlight>
                            <a:schemeClr val="lt1"/>
                          </a:highlight>
                          <a:latin typeface="Consolas" pitchFamily="49" charset="0"/>
                          <a:ea typeface="Consolas"/>
                          <a:cs typeface="Consolas"/>
                          <a:sym typeface="Consolas"/>
                        </a:rPr>
                        <a:t>[i+1];</a:t>
                      </a:r>
                    </a:p>
                    <a:p>
                      <a:pPr marL="0" marR="0" lvl="0" indent="0" algn="l" rtl="0">
                        <a:lnSpc>
                          <a:spcPct val="100000"/>
                        </a:lnSpc>
                        <a:spcBef>
                          <a:spcPts val="0"/>
                        </a:spcBef>
                        <a:spcAft>
                          <a:spcPts val="0"/>
                        </a:spcAft>
                        <a:buNone/>
                      </a:pPr>
                      <a:r>
                        <a:rPr lang="en-US" sz="1400" b="0" u="none" strike="noStrike" cap="none" dirty="0">
                          <a:solidFill>
                            <a:schemeClr val="dk1"/>
                          </a:solidFill>
                          <a:highlight>
                            <a:schemeClr val="lt1"/>
                          </a:highlight>
                          <a:latin typeface="Consolas" pitchFamily="49" charset="0"/>
                          <a:ea typeface="Consolas"/>
                          <a:cs typeface="Consolas"/>
                          <a:sym typeface="Consolas"/>
                        </a:rPr>
                        <a:t> </a:t>
                      </a:r>
                      <a:r>
                        <a:rPr lang="en-US" sz="1400" b="0" u="none" strike="noStrike" cap="none" dirty="0" err="1">
                          <a:solidFill>
                            <a:schemeClr val="dk1"/>
                          </a:solidFill>
                          <a:highlight>
                            <a:schemeClr val="lt1"/>
                          </a:highlight>
                          <a:latin typeface="Consolas" pitchFamily="49" charset="0"/>
                          <a:ea typeface="Consolas"/>
                          <a:cs typeface="Consolas"/>
                          <a:sym typeface="Consolas"/>
                        </a:rPr>
                        <a:t>arr</a:t>
                      </a:r>
                      <a:r>
                        <a:rPr lang="en-US" sz="1400" b="0" u="none" strike="noStrike" cap="none" dirty="0">
                          <a:solidFill>
                            <a:schemeClr val="dk1"/>
                          </a:solidFill>
                          <a:highlight>
                            <a:schemeClr val="lt1"/>
                          </a:highlight>
                          <a:latin typeface="Consolas" pitchFamily="49" charset="0"/>
                          <a:ea typeface="Consolas"/>
                          <a:cs typeface="Consolas"/>
                          <a:sym typeface="Consolas"/>
                        </a:rPr>
                        <a:t>[i+1] = </a:t>
                      </a:r>
                      <a:r>
                        <a:rPr lang="en-US" sz="1400" b="0" u="none" strike="noStrike" cap="none" dirty="0" err="1">
                          <a:solidFill>
                            <a:schemeClr val="dk1"/>
                          </a:solidFill>
                          <a:highlight>
                            <a:schemeClr val="lt1"/>
                          </a:highlight>
                          <a:latin typeface="Consolas" pitchFamily="49" charset="0"/>
                          <a:ea typeface="Consolas"/>
                          <a:cs typeface="Consolas"/>
                          <a:sym typeface="Consolas"/>
                        </a:rPr>
                        <a:t>arr</a:t>
                      </a:r>
                      <a:r>
                        <a:rPr lang="en-US" sz="1400" b="0" u="none" strike="noStrike" cap="none" dirty="0">
                          <a:solidFill>
                            <a:schemeClr val="dk1"/>
                          </a:solidFill>
                          <a:highlight>
                            <a:schemeClr val="lt1"/>
                          </a:highlight>
                          <a:latin typeface="Consolas" pitchFamily="49" charset="0"/>
                          <a:ea typeface="Consolas"/>
                          <a:cs typeface="Consolas"/>
                          <a:sym typeface="Consolas"/>
                        </a:rPr>
                        <a:t>[high];</a:t>
                      </a:r>
                    </a:p>
                    <a:p>
                      <a:pPr marL="0" marR="0" lvl="0" indent="0" algn="l" rtl="0">
                        <a:lnSpc>
                          <a:spcPct val="100000"/>
                        </a:lnSpc>
                        <a:spcBef>
                          <a:spcPts val="0"/>
                        </a:spcBef>
                        <a:spcAft>
                          <a:spcPts val="0"/>
                        </a:spcAft>
                        <a:buNone/>
                      </a:pPr>
                      <a:r>
                        <a:rPr lang="en-US" sz="1400" b="0" u="none" strike="noStrike" cap="none" dirty="0">
                          <a:solidFill>
                            <a:schemeClr val="dk1"/>
                          </a:solidFill>
                          <a:highlight>
                            <a:schemeClr val="lt1"/>
                          </a:highlight>
                          <a:latin typeface="Consolas" pitchFamily="49" charset="0"/>
                          <a:ea typeface="Consolas"/>
                          <a:cs typeface="Consolas"/>
                          <a:sym typeface="Consolas"/>
                        </a:rPr>
                        <a:t> </a:t>
                      </a:r>
                      <a:r>
                        <a:rPr lang="en-US" sz="1400" b="0" u="none" strike="noStrike" cap="none" dirty="0" err="1">
                          <a:solidFill>
                            <a:schemeClr val="dk1"/>
                          </a:solidFill>
                          <a:highlight>
                            <a:schemeClr val="lt1"/>
                          </a:highlight>
                          <a:latin typeface="Consolas" pitchFamily="49" charset="0"/>
                          <a:ea typeface="Consolas"/>
                          <a:cs typeface="Consolas"/>
                          <a:sym typeface="Consolas"/>
                        </a:rPr>
                        <a:t>arr</a:t>
                      </a:r>
                      <a:r>
                        <a:rPr lang="en-US" sz="1400" b="0" u="none" strike="noStrike" cap="none" dirty="0">
                          <a:solidFill>
                            <a:schemeClr val="dk1"/>
                          </a:solidFill>
                          <a:highlight>
                            <a:schemeClr val="lt1"/>
                          </a:highlight>
                          <a:latin typeface="Consolas" pitchFamily="49" charset="0"/>
                          <a:ea typeface="Consolas"/>
                          <a:cs typeface="Consolas"/>
                          <a:sym typeface="Consolas"/>
                        </a:rPr>
                        <a:t>[high] = temp;</a:t>
                      </a:r>
                    </a:p>
                    <a:p>
                      <a:pPr marL="0" marR="0" lvl="0" indent="0" algn="l" rtl="0">
                        <a:lnSpc>
                          <a:spcPct val="100000"/>
                        </a:lnSpc>
                        <a:spcBef>
                          <a:spcPts val="0"/>
                        </a:spcBef>
                        <a:spcAft>
                          <a:spcPts val="0"/>
                        </a:spcAft>
                        <a:buNone/>
                      </a:pPr>
                      <a:endParaRPr lang="en-US" sz="1400" b="0" u="none" strike="noStrike" cap="none" dirty="0">
                        <a:solidFill>
                          <a:schemeClr val="dk1"/>
                        </a:solidFill>
                        <a:highlight>
                          <a:schemeClr val="lt1"/>
                        </a:highlight>
                        <a:latin typeface="Consolas" pitchFamily="49" charset="0"/>
                        <a:ea typeface="Consolas"/>
                        <a:cs typeface="Consolas"/>
                        <a:sym typeface="Consolas"/>
                      </a:endParaRPr>
                    </a:p>
                    <a:p>
                      <a:pPr marL="0" marR="0" lvl="0" indent="0" algn="l" rtl="0">
                        <a:lnSpc>
                          <a:spcPct val="100000"/>
                        </a:lnSpc>
                        <a:spcBef>
                          <a:spcPts val="0"/>
                        </a:spcBef>
                        <a:spcAft>
                          <a:spcPts val="0"/>
                        </a:spcAft>
                        <a:buNone/>
                      </a:pPr>
                      <a:r>
                        <a:rPr lang="en-US" sz="1400" b="0" u="none" strike="noStrike" cap="none" dirty="0">
                          <a:solidFill>
                            <a:schemeClr val="dk1"/>
                          </a:solidFill>
                          <a:highlight>
                            <a:schemeClr val="lt1"/>
                          </a:highlight>
                          <a:latin typeface="Consolas" pitchFamily="49" charset="0"/>
                          <a:ea typeface="Consolas"/>
                          <a:cs typeface="Consolas"/>
                          <a:sym typeface="Consolas"/>
                        </a:rPr>
                        <a:t> return i+1;</a:t>
                      </a:r>
                    </a:p>
                    <a:p>
                      <a:pPr marL="0" marR="0" lvl="0" indent="0" algn="l" rtl="0">
                        <a:lnSpc>
                          <a:spcPct val="100000"/>
                        </a:lnSpc>
                        <a:spcBef>
                          <a:spcPts val="0"/>
                        </a:spcBef>
                        <a:spcAft>
                          <a:spcPts val="0"/>
                        </a:spcAft>
                        <a:buNone/>
                      </a:pPr>
                      <a:r>
                        <a:rPr lang="en-US" sz="1400" b="0" u="none" strike="noStrike" cap="none" dirty="0">
                          <a:solidFill>
                            <a:schemeClr val="dk1"/>
                          </a:solidFill>
                          <a:highlight>
                            <a:schemeClr val="lt1"/>
                          </a:highlight>
                          <a:latin typeface="Consolas" pitchFamily="49" charset="0"/>
                          <a:ea typeface="Consolas"/>
                          <a:cs typeface="Consolas"/>
                          <a:sym typeface="Consolas"/>
                        </a:rPr>
                        <a:t> }</a:t>
                      </a:r>
                      <a:endParaRPr sz="1400" b="0" u="none" strike="noStrike" cap="none" dirty="0">
                        <a:solidFill>
                          <a:schemeClr val="dk1"/>
                        </a:solidFill>
                        <a:highlight>
                          <a:schemeClr val="lt1"/>
                        </a:highlight>
                        <a:latin typeface="Consolas" pitchFamily="49" charset="0"/>
                        <a:ea typeface="Consolas"/>
                        <a:cs typeface="Consolas"/>
                        <a:sym typeface="Consolas"/>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1245066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1;p13">
            <a:extLst>
              <a:ext uri="{FF2B5EF4-FFF2-40B4-BE49-F238E27FC236}">
                <a16:creationId xmlns:a16="http://schemas.microsoft.com/office/drawing/2014/main" id="{F6AA6DDA-9F2F-BC51-F811-4628F184BE2B}"/>
              </a:ext>
            </a:extLst>
          </p:cNvPr>
          <p:cNvSpPr/>
          <p:nvPr/>
        </p:nvSpPr>
        <p:spPr>
          <a:xfrm>
            <a:off x="2111298" y="342580"/>
            <a:ext cx="4921404" cy="267020"/>
          </a:xfrm>
          <a:prstGeom prst="roundRect">
            <a:avLst>
              <a:gd name="adj" fmla="val 16667"/>
            </a:avLst>
          </a:prstGeom>
          <a:solidFill>
            <a:srgbClr val="99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lvl="0" algn="ctr"/>
            <a:r>
              <a:rPr lang="en-US" sz="1600" b="1" dirty="0">
                <a:solidFill>
                  <a:schemeClr val="lt1"/>
                </a:solidFill>
                <a:latin typeface="Consolas"/>
                <a:ea typeface="Consolas"/>
                <a:cs typeface="Consolas"/>
                <a:sym typeface="Consolas"/>
              </a:rPr>
              <a:t>QUICK SORT</a:t>
            </a:r>
            <a:endParaRPr lang="en-US" sz="1600" dirty="0"/>
          </a:p>
        </p:txBody>
      </p:sp>
      <p:graphicFrame>
        <p:nvGraphicFramePr>
          <p:cNvPr id="3" name="Google Shape;195;p40">
            <a:extLst>
              <a:ext uri="{FF2B5EF4-FFF2-40B4-BE49-F238E27FC236}">
                <a16:creationId xmlns:a16="http://schemas.microsoft.com/office/drawing/2014/main" id="{2541D953-99C7-3C24-CA0F-37FA55C843AF}"/>
              </a:ext>
            </a:extLst>
          </p:cNvPr>
          <p:cNvGraphicFramePr/>
          <p:nvPr>
            <p:extLst>
              <p:ext uri="{D42A27DB-BD31-4B8C-83A1-F6EECF244321}">
                <p14:modId xmlns:p14="http://schemas.microsoft.com/office/powerpoint/2010/main" val="2719640076"/>
              </p:ext>
            </p:extLst>
          </p:nvPr>
        </p:nvGraphicFramePr>
        <p:xfrm>
          <a:off x="111834" y="779783"/>
          <a:ext cx="8593800" cy="4304734"/>
        </p:xfrm>
        <a:graphic>
          <a:graphicData uri="http://schemas.openxmlformats.org/drawingml/2006/table">
            <a:tbl>
              <a:tblPr firstRow="1" bandRow="1">
                <a:noFill/>
              </a:tblPr>
              <a:tblGrid>
                <a:gridCol w="4517750">
                  <a:extLst>
                    <a:ext uri="{9D8B030D-6E8A-4147-A177-3AD203B41FA5}">
                      <a16:colId xmlns:a16="http://schemas.microsoft.com/office/drawing/2014/main" val="20000"/>
                    </a:ext>
                  </a:extLst>
                </a:gridCol>
                <a:gridCol w="4076050">
                  <a:extLst>
                    <a:ext uri="{9D8B030D-6E8A-4147-A177-3AD203B41FA5}">
                      <a16:colId xmlns:a16="http://schemas.microsoft.com/office/drawing/2014/main" val="20001"/>
                    </a:ext>
                  </a:extLst>
                </a:gridCol>
              </a:tblGrid>
              <a:tr h="4304734">
                <a:tc>
                  <a:txBody>
                    <a:bodyPr/>
                    <a:lstStyle/>
                    <a:p>
                      <a:pPr marL="0" lvl="0" indent="0" algn="l" rtl="0">
                        <a:spcBef>
                          <a:spcPts val="0"/>
                        </a:spcBef>
                        <a:spcAft>
                          <a:spcPts val="0"/>
                        </a:spcAft>
                        <a:buSzPts val="1100"/>
                        <a:buNone/>
                      </a:pPr>
                      <a:r>
                        <a:rPr lang="en-US" sz="1400" b="0" dirty="0">
                          <a:solidFill>
                            <a:schemeClr val="dk1"/>
                          </a:solidFill>
                          <a:latin typeface="Consolas" pitchFamily="49" charset="0"/>
                          <a:ea typeface="Consolas"/>
                          <a:cs typeface="Consolas"/>
                          <a:sym typeface="Consolas"/>
                        </a:rPr>
                        <a:t> /* The main function that implements </a:t>
                      </a:r>
                      <a:r>
                        <a:rPr lang="en-US" sz="1400" b="0" dirty="0" err="1">
                          <a:solidFill>
                            <a:schemeClr val="dk1"/>
                          </a:solidFill>
                          <a:latin typeface="Consolas" pitchFamily="49" charset="0"/>
                          <a:ea typeface="Consolas"/>
                          <a:cs typeface="Consolas"/>
                          <a:sym typeface="Consolas"/>
                        </a:rPr>
                        <a:t>QuickSort</a:t>
                      </a:r>
                      <a:r>
                        <a:rPr lang="en-US" sz="1400" b="0" dirty="0">
                          <a:solidFill>
                            <a:schemeClr val="dk1"/>
                          </a:solidFill>
                          <a:latin typeface="Consolas" pitchFamily="49" charset="0"/>
                          <a:ea typeface="Consolas"/>
                          <a:cs typeface="Consolas"/>
                          <a:sym typeface="Consolas"/>
                        </a:rPr>
                        <a:t>()</a:t>
                      </a:r>
                    </a:p>
                    <a:p>
                      <a:pPr marL="0" lvl="0" indent="0" algn="l" rtl="0">
                        <a:spcBef>
                          <a:spcPts val="0"/>
                        </a:spcBef>
                        <a:spcAft>
                          <a:spcPts val="0"/>
                        </a:spcAft>
                        <a:buSzPts val="1100"/>
                        <a:buNone/>
                      </a:pPr>
                      <a:r>
                        <a:rPr lang="en-US" sz="1400" b="0" dirty="0">
                          <a:solidFill>
                            <a:schemeClr val="dk1"/>
                          </a:solidFill>
                          <a:latin typeface="Consolas" pitchFamily="49" charset="0"/>
                          <a:ea typeface="Consolas"/>
                          <a:cs typeface="Consolas"/>
                          <a:sym typeface="Consolas"/>
                        </a:rPr>
                        <a:t> </a:t>
                      </a:r>
                      <a:r>
                        <a:rPr lang="en-US" sz="1400" b="0" dirty="0" err="1">
                          <a:solidFill>
                            <a:schemeClr val="dk1"/>
                          </a:solidFill>
                          <a:latin typeface="Consolas" pitchFamily="49" charset="0"/>
                          <a:ea typeface="Consolas"/>
                          <a:cs typeface="Consolas"/>
                          <a:sym typeface="Consolas"/>
                        </a:rPr>
                        <a:t>arr</a:t>
                      </a:r>
                      <a:r>
                        <a:rPr lang="en-US" sz="1400" b="0" dirty="0">
                          <a:solidFill>
                            <a:schemeClr val="dk1"/>
                          </a:solidFill>
                          <a:latin typeface="Consolas" pitchFamily="49" charset="0"/>
                          <a:ea typeface="Consolas"/>
                          <a:cs typeface="Consolas"/>
                          <a:sym typeface="Consolas"/>
                        </a:rPr>
                        <a:t>[] --&gt; Array to be sorted,</a:t>
                      </a:r>
                    </a:p>
                    <a:p>
                      <a:pPr marL="0" lvl="0" indent="0" algn="l" rtl="0">
                        <a:spcBef>
                          <a:spcPts val="0"/>
                        </a:spcBef>
                        <a:spcAft>
                          <a:spcPts val="0"/>
                        </a:spcAft>
                        <a:buSzPts val="1100"/>
                        <a:buNone/>
                      </a:pPr>
                      <a:r>
                        <a:rPr lang="en-US" sz="1400" b="0" dirty="0">
                          <a:solidFill>
                            <a:schemeClr val="dk1"/>
                          </a:solidFill>
                          <a:latin typeface="Consolas" pitchFamily="49" charset="0"/>
                          <a:ea typeface="Consolas"/>
                          <a:cs typeface="Consolas"/>
                          <a:sym typeface="Consolas"/>
                        </a:rPr>
                        <a:t> low --&gt; Starting index,</a:t>
                      </a:r>
                    </a:p>
                    <a:p>
                      <a:pPr marL="0" lvl="0" indent="0" algn="l" rtl="0">
                        <a:spcBef>
                          <a:spcPts val="0"/>
                        </a:spcBef>
                        <a:spcAft>
                          <a:spcPts val="0"/>
                        </a:spcAft>
                        <a:buSzPts val="1100"/>
                        <a:buNone/>
                      </a:pPr>
                      <a:r>
                        <a:rPr lang="en-US" sz="1400" b="0" dirty="0">
                          <a:solidFill>
                            <a:schemeClr val="dk1"/>
                          </a:solidFill>
                          <a:latin typeface="Consolas" pitchFamily="49" charset="0"/>
                          <a:ea typeface="Consolas"/>
                          <a:cs typeface="Consolas"/>
                          <a:sym typeface="Consolas"/>
                        </a:rPr>
                        <a:t> high --&gt; Ending index */</a:t>
                      </a:r>
                    </a:p>
                    <a:p>
                      <a:pPr marL="0" lvl="0" indent="0" algn="l" rtl="0">
                        <a:spcBef>
                          <a:spcPts val="0"/>
                        </a:spcBef>
                        <a:spcAft>
                          <a:spcPts val="0"/>
                        </a:spcAft>
                        <a:buSzPts val="1100"/>
                        <a:buNone/>
                      </a:pPr>
                      <a:r>
                        <a:rPr lang="en-US" sz="1400" b="0" dirty="0">
                          <a:solidFill>
                            <a:schemeClr val="dk1"/>
                          </a:solidFill>
                          <a:latin typeface="Consolas" pitchFamily="49" charset="0"/>
                          <a:ea typeface="Consolas"/>
                          <a:cs typeface="Consolas"/>
                          <a:sym typeface="Consolas"/>
                        </a:rPr>
                        <a:t> void sort(</a:t>
                      </a:r>
                      <a:r>
                        <a:rPr lang="en-US" sz="1400" b="0" dirty="0" err="1">
                          <a:solidFill>
                            <a:schemeClr val="dk1"/>
                          </a:solidFill>
                          <a:latin typeface="Consolas" pitchFamily="49" charset="0"/>
                          <a:ea typeface="Consolas"/>
                          <a:cs typeface="Consolas"/>
                          <a:sym typeface="Consolas"/>
                        </a:rPr>
                        <a:t>int</a:t>
                      </a:r>
                      <a:r>
                        <a:rPr lang="en-US" sz="1400" b="0" dirty="0">
                          <a:solidFill>
                            <a:schemeClr val="dk1"/>
                          </a:solidFill>
                          <a:latin typeface="Consolas" pitchFamily="49" charset="0"/>
                          <a:ea typeface="Consolas"/>
                          <a:cs typeface="Consolas"/>
                          <a:sym typeface="Consolas"/>
                        </a:rPr>
                        <a:t> </a:t>
                      </a:r>
                      <a:r>
                        <a:rPr lang="en-US" sz="1400" b="0" dirty="0" err="1">
                          <a:solidFill>
                            <a:schemeClr val="dk1"/>
                          </a:solidFill>
                          <a:latin typeface="Consolas" pitchFamily="49" charset="0"/>
                          <a:ea typeface="Consolas"/>
                          <a:cs typeface="Consolas"/>
                          <a:sym typeface="Consolas"/>
                        </a:rPr>
                        <a:t>arr</a:t>
                      </a:r>
                      <a:r>
                        <a:rPr lang="en-US" sz="1400" b="0" dirty="0">
                          <a:solidFill>
                            <a:schemeClr val="dk1"/>
                          </a:solidFill>
                          <a:latin typeface="Consolas" pitchFamily="49" charset="0"/>
                          <a:ea typeface="Consolas"/>
                          <a:cs typeface="Consolas"/>
                          <a:sym typeface="Consolas"/>
                        </a:rPr>
                        <a:t>[], </a:t>
                      </a:r>
                      <a:r>
                        <a:rPr lang="en-US" sz="1400" b="0" dirty="0" err="1">
                          <a:solidFill>
                            <a:schemeClr val="dk1"/>
                          </a:solidFill>
                          <a:latin typeface="Consolas" pitchFamily="49" charset="0"/>
                          <a:ea typeface="Consolas"/>
                          <a:cs typeface="Consolas"/>
                          <a:sym typeface="Consolas"/>
                        </a:rPr>
                        <a:t>int</a:t>
                      </a:r>
                      <a:r>
                        <a:rPr lang="en-US" sz="1400" b="0" dirty="0">
                          <a:solidFill>
                            <a:schemeClr val="dk1"/>
                          </a:solidFill>
                          <a:latin typeface="Consolas" pitchFamily="49" charset="0"/>
                          <a:ea typeface="Consolas"/>
                          <a:cs typeface="Consolas"/>
                          <a:sym typeface="Consolas"/>
                        </a:rPr>
                        <a:t> low, </a:t>
                      </a:r>
                      <a:r>
                        <a:rPr lang="en-US" sz="1400" b="0" dirty="0" err="1">
                          <a:solidFill>
                            <a:schemeClr val="dk1"/>
                          </a:solidFill>
                          <a:latin typeface="Consolas" pitchFamily="49" charset="0"/>
                          <a:ea typeface="Consolas"/>
                          <a:cs typeface="Consolas"/>
                          <a:sym typeface="Consolas"/>
                        </a:rPr>
                        <a:t>int</a:t>
                      </a:r>
                      <a:r>
                        <a:rPr lang="en-US" sz="1400" b="0" dirty="0">
                          <a:solidFill>
                            <a:schemeClr val="dk1"/>
                          </a:solidFill>
                          <a:latin typeface="Consolas" pitchFamily="49" charset="0"/>
                          <a:ea typeface="Consolas"/>
                          <a:cs typeface="Consolas"/>
                          <a:sym typeface="Consolas"/>
                        </a:rPr>
                        <a:t> high)</a:t>
                      </a:r>
                    </a:p>
                    <a:p>
                      <a:pPr marL="0" lvl="0" indent="0" algn="l" rtl="0">
                        <a:spcBef>
                          <a:spcPts val="0"/>
                        </a:spcBef>
                        <a:spcAft>
                          <a:spcPts val="0"/>
                        </a:spcAft>
                        <a:buSzPts val="1100"/>
                        <a:buNone/>
                      </a:pPr>
                      <a:r>
                        <a:rPr lang="en-US" sz="1400" b="0" dirty="0">
                          <a:solidFill>
                            <a:schemeClr val="dk1"/>
                          </a:solidFill>
                          <a:latin typeface="Consolas" pitchFamily="49" charset="0"/>
                          <a:ea typeface="Consolas"/>
                          <a:cs typeface="Consolas"/>
                          <a:sym typeface="Consolas"/>
                        </a:rPr>
                        <a:t> {</a:t>
                      </a:r>
                    </a:p>
                    <a:p>
                      <a:pPr marL="0" lvl="0" indent="0" algn="l" rtl="0">
                        <a:spcBef>
                          <a:spcPts val="0"/>
                        </a:spcBef>
                        <a:spcAft>
                          <a:spcPts val="0"/>
                        </a:spcAft>
                        <a:buSzPts val="1100"/>
                        <a:buNone/>
                      </a:pPr>
                      <a:r>
                        <a:rPr lang="en-US" sz="1400" b="0" dirty="0">
                          <a:solidFill>
                            <a:schemeClr val="dk1"/>
                          </a:solidFill>
                          <a:latin typeface="Consolas" pitchFamily="49" charset="0"/>
                          <a:ea typeface="Consolas"/>
                          <a:cs typeface="Consolas"/>
                          <a:sym typeface="Consolas"/>
                        </a:rPr>
                        <a:t> if (low &lt; high)</a:t>
                      </a:r>
                    </a:p>
                    <a:p>
                      <a:pPr marL="0" lvl="0" indent="0" algn="l" rtl="0">
                        <a:spcBef>
                          <a:spcPts val="0"/>
                        </a:spcBef>
                        <a:spcAft>
                          <a:spcPts val="0"/>
                        </a:spcAft>
                        <a:buSzPts val="1100"/>
                        <a:buNone/>
                      </a:pPr>
                      <a:r>
                        <a:rPr lang="en-US" sz="1400" b="0" dirty="0">
                          <a:solidFill>
                            <a:schemeClr val="dk1"/>
                          </a:solidFill>
                          <a:latin typeface="Consolas" pitchFamily="49" charset="0"/>
                          <a:ea typeface="Consolas"/>
                          <a:cs typeface="Consolas"/>
                          <a:sym typeface="Consolas"/>
                        </a:rPr>
                        <a:t> {</a:t>
                      </a:r>
                    </a:p>
                    <a:p>
                      <a:pPr marL="0" lvl="0" indent="0" algn="l" rtl="0">
                        <a:spcBef>
                          <a:spcPts val="0"/>
                        </a:spcBef>
                        <a:spcAft>
                          <a:spcPts val="0"/>
                        </a:spcAft>
                        <a:buSzPts val="1100"/>
                        <a:buNone/>
                      </a:pPr>
                      <a:r>
                        <a:rPr lang="en-US" sz="1400" b="0" dirty="0">
                          <a:solidFill>
                            <a:schemeClr val="dk1"/>
                          </a:solidFill>
                          <a:latin typeface="Consolas" pitchFamily="49" charset="0"/>
                          <a:ea typeface="Consolas"/>
                          <a:cs typeface="Consolas"/>
                          <a:sym typeface="Consolas"/>
                        </a:rPr>
                        <a:t> /* pi is partitioning index, </a:t>
                      </a:r>
                      <a:r>
                        <a:rPr lang="en-US" sz="1400" b="0" dirty="0" err="1">
                          <a:solidFill>
                            <a:schemeClr val="dk1"/>
                          </a:solidFill>
                          <a:latin typeface="Consolas" pitchFamily="49" charset="0"/>
                          <a:ea typeface="Consolas"/>
                          <a:cs typeface="Consolas"/>
                          <a:sym typeface="Consolas"/>
                        </a:rPr>
                        <a:t>arr</a:t>
                      </a:r>
                      <a:r>
                        <a:rPr lang="en-US" sz="1400" b="0" dirty="0">
                          <a:solidFill>
                            <a:schemeClr val="dk1"/>
                          </a:solidFill>
                          <a:latin typeface="Consolas" pitchFamily="49" charset="0"/>
                          <a:ea typeface="Consolas"/>
                          <a:cs typeface="Consolas"/>
                          <a:sym typeface="Consolas"/>
                        </a:rPr>
                        <a:t>[pi] is</a:t>
                      </a:r>
                    </a:p>
                    <a:p>
                      <a:pPr marL="0" lvl="0" indent="0" algn="l" rtl="0">
                        <a:spcBef>
                          <a:spcPts val="0"/>
                        </a:spcBef>
                        <a:spcAft>
                          <a:spcPts val="0"/>
                        </a:spcAft>
                        <a:buSzPts val="1100"/>
                        <a:buNone/>
                      </a:pPr>
                      <a:r>
                        <a:rPr lang="en-US" sz="1400" b="0" dirty="0">
                          <a:solidFill>
                            <a:schemeClr val="dk1"/>
                          </a:solidFill>
                          <a:latin typeface="Consolas" pitchFamily="49" charset="0"/>
                          <a:ea typeface="Consolas"/>
                          <a:cs typeface="Consolas"/>
                          <a:sym typeface="Consolas"/>
                        </a:rPr>
                        <a:t> now at right place */</a:t>
                      </a:r>
                    </a:p>
                    <a:p>
                      <a:pPr marL="0" lvl="0" indent="0" algn="l" rtl="0">
                        <a:spcBef>
                          <a:spcPts val="0"/>
                        </a:spcBef>
                        <a:spcAft>
                          <a:spcPts val="0"/>
                        </a:spcAft>
                        <a:buSzPts val="1100"/>
                        <a:buNone/>
                      </a:pPr>
                      <a:r>
                        <a:rPr lang="en-US" sz="1400" b="0" dirty="0">
                          <a:solidFill>
                            <a:schemeClr val="dk1"/>
                          </a:solidFill>
                          <a:latin typeface="Consolas" pitchFamily="49" charset="0"/>
                          <a:ea typeface="Consolas"/>
                          <a:cs typeface="Consolas"/>
                          <a:sym typeface="Consolas"/>
                        </a:rPr>
                        <a:t> </a:t>
                      </a:r>
                      <a:r>
                        <a:rPr lang="en-US" sz="1400" b="0" dirty="0" err="1">
                          <a:solidFill>
                            <a:schemeClr val="dk1"/>
                          </a:solidFill>
                          <a:latin typeface="Consolas" pitchFamily="49" charset="0"/>
                          <a:ea typeface="Consolas"/>
                          <a:cs typeface="Consolas"/>
                          <a:sym typeface="Consolas"/>
                        </a:rPr>
                        <a:t>int</a:t>
                      </a:r>
                      <a:r>
                        <a:rPr lang="en-US" sz="1400" b="0" dirty="0">
                          <a:solidFill>
                            <a:schemeClr val="dk1"/>
                          </a:solidFill>
                          <a:latin typeface="Consolas" pitchFamily="49" charset="0"/>
                          <a:ea typeface="Consolas"/>
                          <a:cs typeface="Consolas"/>
                          <a:sym typeface="Consolas"/>
                        </a:rPr>
                        <a:t> pi = partition(</a:t>
                      </a:r>
                      <a:r>
                        <a:rPr lang="en-US" sz="1400" b="0" dirty="0" err="1">
                          <a:solidFill>
                            <a:schemeClr val="dk1"/>
                          </a:solidFill>
                          <a:latin typeface="Consolas" pitchFamily="49" charset="0"/>
                          <a:ea typeface="Consolas"/>
                          <a:cs typeface="Consolas"/>
                          <a:sym typeface="Consolas"/>
                        </a:rPr>
                        <a:t>arr</a:t>
                      </a:r>
                      <a:r>
                        <a:rPr lang="en-US" sz="1400" b="0" dirty="0">
                          <a:solidFill>
                            <a:schemeClr val="dk1"/>
                          </a:solidFill>
                          <a:latin typeface="Consolas" pitchFamily="49" charset="0"/>
                          <a:ea typeface="Consolas"/>
                          <a:cs typeface="Consolas"/>
                          <a:sym typeface="Consolas"/>
                        </a:rPr>
                        <a:t>, low, high);</a:t>
                      </a:r>
                    </a:p>
                    <a:p>
                      <a:pPr marL="0" lvl="0" indent="0" algn="l" rtl="0">
                        <a:spcBef>
                          <a:spcPts val="0"/>
                        </a:spcBef>
                        <a:spcAft>
                          <a:spcPts val="0"/>
                        </a:spcAft>
                        <a:buSzPts val="1100"/>
                        <a:buNone/>
                      </a:pPr>
                      <a:endParaRPr lang="en-US" sz="1400" b="0" dirty="0">
                        <a:solidFill>
                          <a:schemeClr val="dk1"/>
                        </a:solidFill>
                        <a:latin typeface="Consolas" pitchFamily="49" charset="0"/>
                        <a:ea typeface="Consolas"/>
                        <a:cs typeface="Consolas"/>
                        <a:sym typeface="Consolas"/>
                      </a:endParaRPr>
                    </a:p>
                    <a:p>
                      <a:pPr marL="0" lvl="0" indent="0" algn="l" rtl="0">
                        <a:spcBef>
                          <a:spcPts val="0"/>
                        </a:spcBef>
                        <a:spcAft>
                          <a:spcPts val="0"/>
                        </a:spcAft>
                        <a:buSzPts val="1100"/>
                        <a:buNone/>
                      </a:pPr>
                      <a:r>
                        <a:rPr lang="en-US" sz="1400" b="0" dirty="0">
                          <a:solidFill>
                            <a:schemeClr val="dk1"/>
                          </a:solidFill>
                          <a:latin typeface="Consolas" pitchFamily="49" charset="0"/>
                          <a:ea typeface="Consolas"/>
                          <a:cs typeface="Consolas"/>
                          <a:sym typeface="Consolas"/>
                        </a:rPr>
                        <a:t> // Recursively sort elements before</a:t>
                      </a:r>
                    </a:p>
                    <a:p>
                      <a:pPr marL="0" lvl="0" indent="0" algn="l" rtl="0">
                        <a:spcBef>
                          <a:spcPts val="0"/>
                        </a:spcBef>
                        <a:spcAft>
                          <a:spcPts val="0"/>
                        </a:spcAft>
                        <a:buSzPts val="1100"/>
                        <a:buNone/>
                      </a:pPr>
                      <a:r>
                        <a:rPr lang="en-US" sz="1400" b="0" dirty="0">
                          <a:solidFill>
                            <a:schemeClr val="dk1"/>
                          </a:solidFill>
                          <a:latin typeface="Consolas" pitchFamily="49" charset="0"/>
                          <a:ea typeface="Consolas"/>
                          <a:cs typeface="Consolas"/>
                          <a:sym typeface="Consolas"/>
                        </a:rPr>
                        <a:t> // partition and after partition</a:t>
                      </a:r>
                    </a:p>
                    <a:p>
                      <a:pPr marL="0" lvl="0" indent="0" algn="l" rtl="0">
                        <a:spcBef>
                          <a:spcPts val="0"/>
                        </a:spcBef>
                        <a:spcAft>
                          <a:spcPts val="0"/>
                        </a:spcAft>
                        <a:buSzPts val="1100"/>
                        <a:buNone/>
                      </a:pPr>
                      <a:r>
                        <a:rPr lang="en-US" sz="1400" b="0" dirty="0">
                          <a:solidFill>
                            <a:schemeClr val="dk1"/>
                          </a:solidFill>
                          <a:latin typeface="Consolas" pitchFamily="49" charset="0"/>
                          <a:ea typeface="Consolas"/>
                          <a:cs typeface="Consolas"/>
                          <a:sym typeface="Consolas"/>
                        </a:rPr>
                        <a:t> sort(</a:t>
                      </a:r>
                      <a:r>
                        <a:rPr lang="en-US" sz="1400" b="0" dirty="0" err="1">
                          <a:solidFill>
                            <a:schemeClr val="dk1"/>
                          </a:solidFill>
                          <a:latin typeface="Consolas" pitchFamily="49" charset="0"/>
                          <a:ea typeface="Consolas"/>
                          <a:cs typeface="Consolas"/>
                          <a:sym typeface="Consolas"/>
                        </a:rPr>
                        <a:t>arr</a:t>
                      </a:r>
                      <a:r>
                        <a:rPr lang="en-US" sz="1400" b="0" dirty="0">
                          <a:solidFill>
                            <a:schemeClr val="dk1"/>
                          </a:solidFill>
                          <a:latin typeface="Consolas" pitchFamily="49" charset="0"/>
                          <a:ea typeface="Consolas"/>
                          <a:cs typeface="Consolas"/>
                          <a:sym typeface="Consolas"/>
                        </a:rPr>
                        <a:t>, low, pi-1);</a:t>
                      </a:r>
                    </a:p>
                    <a:p>
                      <a:pPr marL="0" lvl="0" indent="0" algn="l" rtl="0">
                        <a:spcBef>
                          <a:spcPts val="0"/>
                        </a:spcBef>
                        <a:spcAft>
                          <a:spcPts val="0"/>
                        </a:spcAft>
                        <a:buSzPts val="1100"/>
                        <a:buNone/>
                      </a:pPr>
                      <a:r>
                        <a:rPr lang="en-US" sz="1400" b="0" dirty="0">
                          <a:solidFill>
                            <a:schemeClr val="dk1"/>
                          </a:solidFill>
                          <a:latin typeface="Consolas" pitchFamily="49" charset="0"/>
                          <a:ea typeface="Consolas"/>
                          <a:cs typeface="Consolas"/>
                          <a:sym typeface="Consolas"/>
                        </a:rPr>
                        <a:t> sort(</a:t>
                      </a:r>
                      <a:r>
                        <a:rPr lang="en-US" sz="1400" b="0" dirty="0" err="1">
                          <a:solidFill>
                            <a:schemeClr val="dk1"/>
                          </a:solidFill>
                          <a:latin typeface="Consolas" pitchFamily="49" charset="0"/>
                          <a:ea typeface="Consolas"/>
                          <a:cs typeface="Consolas"/>
                          <a:sym typeface="Consolas"/>
                        </a:rPr>
                        <a:t>arr</a:t>
                      </a:r>
                      <a:r>
                        <a:rPr lang="en-US" sz="1400" b="0" dirty="0">
                          <a:solidFill>
                            <a:schemeClr val="dk1"/>
                          </a:solidFill>
                          <a:latin typeface="Consolas" pitchFamily="49" charset="0"/>
                          <a:ea typeface="Consolas"/>
                          <a:cs typeface="Consolas"/>
                          <a:sym typeface="Consolas"/>
                        </a:rPr>
                        <a:t>, pi+1, high);</a:t>
                      </a:r>
                    </a:p>
                    <a:p>
                      <a:pPr marL="0" lvl="0" indent="0" algn="l" rtl="0">
                        <a:spcBef>
                          <a:spcPts val="0"/>
                        </a:spcBef>
                        <a:spcAft>
                          <a:spcPts val="0"/>
                        </a:spcAft>
                        <a:buSzPts val="1100"/>
                        <a:buNone/>
                      </a:pPr>
                      <a:r>
                        <a:rPr lang="en-US" sz="1400" b="0" dirty="0">
                          <a:solidFill>
                            <a:schemeClr val="dk1"/>
                          </a:solidFill>
                          <a:latin typeface="Consolas" pitchFamily="49" charset="0"/>
                          <a:ea typeface="Consolas"/>
                          <a:cs typeface="Consolas"/>
                          <a:sym typeface="Consolas"/>
                        </a:rPr>
                        <a:t> }</a:t>
                      </a:r>
                    </a:p>
                    <a:p>
                      <a:pPr marL="0" lvl="0" indent="0" algn="l" rtl="0">
                        <a:spcBef>
                          <a:spcPts val="0"/>
                        </a:spcBef>
                        <a:spcAft>
                          <a:spcPts val="0"/>
                        </a:spcAft>
                        <a:buSzPts val="1100"/>
                        <a:buNone/>
                      </a:pPr>
                      <a:r>
                        <a:rPr lang="en-US" sz="1400" b="0" dirty="0">
                          <a:solidFill>
                            <a:schemeClr val="dk1"/>
                          </a:solidFill>
                          <a:latin typeface="Consolas" pitchFamily="49" charset="0"/>
                          <a:ea typeface="Consolas"/>
                          <a:cs typeface="Consolas"/>
                          <a:sym typeface="Consolas"/>
                        </a:rPr>
                        <a:t> }</a:t>
                      </a:r>
                      <a:endParaRPr lang="nn-NO" sz="1400" b="0" dirty="0">
                        <a:solidFill>
                          <a:schemeClr val="dk1"/>
                        </a:solidFill>
                        <a:latin typeface="Consolas" pitchFamily="49" charset="0"/>
                        <a:ea typeface="Consolas"/>
                        <a:cs typeface="Consolas"/>
                        <a:sym typeface="Consolas"/>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None/>
                      </a:pPr>
                      <a:r>
                        <a:rPr lang="en-US" sz="1400" b="0" u="none" strike="noStrike" cap="none" dirty="0">
                          <a:solidFill>
                            <a:schemeClr val="dk1"/>
                          </a:solidFill>
                          <a:highlight>
                            <a:schemeClr val="lt1"/>
                          </a:highlight>
                          <a:latin typeface="Consolas" pitchFamily="49" charset="0"/>
                          <a:ea typeface="Consolas"/>
                          <a:cs typeface="Consolas"/>
                          <a:sym typeface="Consolas"/>
                        </a:rPr>
                        <a:t> /* A utility function to print array of size n */</a:t>
                      </a:r>
                    </a:p>
                    <a:p>
                      <a:pPr marL="0" marR="0" lvl="0" indent="0" algn="l" rtl="0">
                        <a:lnSpc>
                          <a:spcPct val="100000"/>
                        </a:lnSpc>
                        <a:spcBef>
                          <a:spcPts val="0"/>
                        </a:spcBef>
                        <a:spcAft>
                          <a:spcPts val="0"/>
                        </a:spcAft>
                        <a:buNone/>
                      </a:pPr>
                      <a:r>
                        <a:rPr lang="en-US" sz="1400" b="0" u="none" strike="noStrike" cap="none" dirty="0">
                          <a:solidFill>
                            <a:schemeClr val="dk1"/>
                          </a:solidFill>
                          <a:highlight>
                            <a:schemeClr val="lt1"/>
                          </a:highlight>
                          <a:latin typeface="Consolas" pitchFamily="49" charset="0"/>
                          <a:ea typeface="Consolas"/>
                          <a:cs typeface="Consolas"/>
                          <a:sym typeface="Consolas"/>
                        </a:rPr>
                        <a:t> static void </a:t>
                      </a:r>
                      <a:r>
                        <a:rPr lang="en-US" sz="1400" b="0" u="none" strike="noStrike" cap="none" dirty="0" err="1">
                          <a:solidFill>
                            <a:schemeClr val="dk1"/>
                          </a:solidFill>
                          <a:highlight>
                            <a:schemeClr val="lt1"/>
                          </a:highlight>
                          <a:latin typeface="Consolas" pitchFamily="49" charset="0"/>
                          <a:ea typeface="Consolas"/>
                          <a:cs typeface="Consolas"/>
                          <a:sym typeface="Consolas"/>
                        </a:rPr>
                        <a:t>printArray</a:t>
                      </a:r>
                      <a:r>
                        <a:rPr lang="en-US" sz="1400" b="0" u="none" strike="noStrike" cap="none" dirty="0">
                          <a:solidFill>
                            <a:schemeClr val="dk1"/>
                          </a:solidFill>
                          <a:highlight>
                            <a:schemeClr val="lt1"/>
                          </a:highlight>
                          <a:latin typeface="Consolas" pitchFamily="49" charset="0"/>
                          <a:ea typeface="Consolas"/>
                          <a:cs typeface="Consolas"/>
                          <a:sym typeface="Consolas"/>
                        </a:rPr>
                        <a:t>(</a:t>
                      </a:r>
                      <a:r>
                        <a:rPr lang="en-US" sz="1400" b="0" u="none" strike="noStrike" cap="none" dirty="0" err="1">
                          <a:solidFill>
                            <a:schemeClr val="dk1"/>
                          </a:solidFill>
                          <a:highlight>
                            <a:schemeClr val="lt1"/>
                          </a:highlight>
                          <a:latin typeface="Consolas" pitchFamily="49" charset="0"/>
                          <a:ea typeface="Consolas"/>
                          <a:cs typeface="Consolas"/>
                          <a:sym typeface="Consolas"/>
                        </a:rPr>
                        <a:t>int</a:t>
                      </a:r>
                      <a:r>
                        <a:rPr lang="en-US" sz="1400" b="0" u="none" strike="noStrike" cap="none" dirty="0">
                          <a:solidFill>
                            <a:schemeClr val="dk1"/>
                          </a:solidFill>
                          <a:highlight>
                            <a:schemeClr val="lt1"/>
                          </a:highlight>
                          <a:latin typeface="Consolas" pitchFamily="49" charset="0"/>
                          <a:ea typeface="Consolas"/>
                          <a:cs typeface="Consolas"/>
                          <a:sym typeface="Consolas"/>
                        </a:rPr>
                        <a:t> </a:t>
                      </a:r>
                      <a:r>
                        <a:rPr lang="en-US" sz="1400" b="0" u="none" strike="noStrike" cap="none" dirty="0" err="1">
                          <a:solidFill>
                            <a:schemeClr val="dk1"/>
                          </a:solidFill>
                          <a:highlight>
                            <a:schemeClr val="lt1"/>
                          </a:highlight>
                          <a:latin typeface="Consolas" pitchFamily="49" charset="0"/>
                          <a:ea typeface="Consolas"/>
                          <a:cs typeface="Consolas"/>
                          <a:sym typeface="Consolas"/>
                        </a:rPr>
                        <a:t>arr</a:t>
                      </a:r>
                      <a:r>
                        <a:rPr lang="en-US" sz="1400" b="0" u="none" strike="noStrike" cap="none" dirty="0">
                          <a:solidFill>
                            <a:schemeClr val="dk1"/>
                          </a:solidFill>
                          <a:highlight>
                            <a:schemeClr val="lt1"/>
                          </a:highlight>
                          <a:latin typeface="Consolas" pitchFamily="49" charset="0"/>
                          <a:ea typeface="Consolas"/>
                          <a:cs typeface="Consolas"/>
                          <a:sym typeface="Consolas"/>
                        </a:rPr>
                        <a:t>[])</a:t>
                      </a:r>
                    </a:p>
                    <a:p>
                      <a:pPr marL="0" marR="0" lvl="0" indent="0" algn="l" rtl="0">
                        <a:lnSpc>
                          <a:spcPct val="100000"/>
                        </a:lnSpc>
                        <a:spcBef>
                          <a:spcPts val="0"/>
                        </a:spcBef>
                        <a:spcAft>
                          <a:spcPts val="0"/>
                        </a:spcAft>
                        <a:buNone/>
                      </a:pPr>
                      <a:r>
                        <a:rPr lang="en-US" sz="1400" b="0" u="none" strike="noStrike" cap="none" dirty="0">
                          <a:solidFill>
                            <a:schemeClr val="dk1"/>
                          </a:solidFill>
                          <a:highlight>
                            <a:schemeClr val="lt1"/>
                          </a:highlight>
                          <a:latin typeface="Consolas" pitchFamily="49" charset="0"/>
                          <a:ea typeface="Consolas"/>
                          <a:cs typeface="Consolas"/>
                          <a:sym typeface="Consolas"/>
                        </a:rPr>
                        <a:t> {</a:t>
                      </a:r>
                    </a:p>
                    <a:p>
                      <a:pPr marL="0" marR="0" lvl="0" indent="0" algn="l" rtl="0">
                        <a:lnSpc>
                          <a:spcPct val="100000"/>
                        </a:lnSpc>
                        <a:spcBef>
                          <a:spcPts val="0"/>
                        </a:spcBef>
                        <a:spcAft>
                          <a:spcPts val="0"/>
                        </a:spcAft>
                        <a:buNone/>
                      </a:pPr>
                      <a:r>
                        <a:rPr lang="en-US" sz="1400" b="0" u="none" strike="noStrike" cap="none" dirty="0">
                          <a:solidFill>
                            <a:schemeClr val="dk1"/>
                          </a:solidFill>
                          <a:highlight>
                            <a:schemeClr val="lt1"/>
                          </a:highlight>
                          <a:latin typeface="Consolas" pitchFamily="49" charset="0"/>
                          <a:ea typeface="Consolas"/>
                          <a:cs typeface="Consolas"/>
                          <a:sym typeface="Consolas"/>
                        </a:rPr>
                        <a:t> </a:t>
                      </a:r>
                      <a:r>
                        <a:rPr lang="en-US" sz="1400" b="0" u="none" strike="noStrike" cap="none" dirty="0" err="1">
                          <a:solidFill>
                            <a:schemeClr val="dk1"/>
                          </a:solidFill>
                          <a:highlight>
                            <a:schemeClr val="lt1"/>
                          </a:highlight>
                          <a:latin typeface="Consolas" pitchFamily="49" charset="0"/>
                          <a:ea typeface="Consolas"/>
                          <a:cs typeface="Consolas"/>
                          <a:sym typeface="Consolas"/>
                        </a:rPr>
                        <a:t>int</a:t>
                      </a:r>
                      <a:r>
                        <a:rPr lang="en-US" sz="1400" b="0" u="none" strike="noStrike" cap="none" dirty="0">
                          <a:solidFill>
                            <a:schemeClr val="dk1"/>
                          </a:solidFill>
                          <a:highlight>
                            <a:schemeClr val="lt1"/>
                          </a:highlight>
                          <a:latin typeface="Consolas" pitchFamily="49" charset="0"/>
                          <a:ea typeface="Consolas"/>
                          <a:cs typeface="Consolas"/>
                          <a:sym typeface="Consolas"/>
                        </a:rPr>
                        <a:t> n = </a:t>
                      </a:r>
                      <a:r>
                        <a:rPr lang="en-US" sz="1400" b="0" u="none" strike="noStrike" cap="none" dirty="0" err="1">
                          <a:solidFill>
                            <a:schemeClr val="dk1"/>
                          </a:solidFill>
                          <a:highlight>
                            <a:schemeClr val="lt1"/>
                          </a:highlight>
                          <a:latin typeface="Consolas" pitchFamily="49" charset="0"/>
                          <a:ea typeface="Consolas"/>
                          <a:cs typeface="Consolas"/>
                          <a:sym typeface="Consolas"/>
                        </a:rPr>
                        <a:t>arr.length</a:t>
                      </a:r>
                      <a:r>
                        <a:rPr lang="en-US" sz="1400" b="0" u="none" strike="noStrike" cap="none" dirty="0">
                          <a:solidFill>
                            <a:schemeClr val="dk1"/>
                          </a:solidFill>
                          <a:highlight>
                            <a:schemeClr val="lt1"/>
                          </a:highlight>
                          <a:latin typeface="Consolas" pitchFamily="49" charset="0"/>
                          <a:ea typeface="Consolas"/>
                          <a:cs typeface="Consolas"/>
                          <a:sym typeface="Consolas"/>
                        </a:rPr>
                        <a:t>;</a:t>
                      </a:r>
                    </a:p>
                    <a:p>
                      <a:pPr marL="0" marR="0" lvl="0" indent="0" algn="l" rtl="0">
                        <a:lnSpc>
                          <a:spcPct val="100000"/>
                        </a:lnSpc>
                        <a:spcBef>
                          <a:spcPts val="0"/>
                        </a:spcBef>
                        <a:spcAft>
                          <a:spcPts val="0"/>
                        </a:spcAft>
                        <a:buNone/>
                      </a:pPr>
                      <a:r>
                        <a:rPr lang="en-US" sz="1400" b="0" u="none" strike="noStrike" cap="none" dirty="0">
                          <a:solidFill>
                            <a:schemeClr val="dk1"/>
                          </a:solidFill>
                          <a:highlight>
                            <a:schemeClr val="lt1"/>
                          </a:highlight>
                          <a:latin typeface="Consolas" pitchFamily="49" charset="0"/>
                          <a:ea typeface="Consolas"/>
                          <a:cs typeface="Consolas"/>
                          <a:sym typeface="Consolas"/>
                        </a:rPr>
                        <a:t> for (</a:t>
                      </a:r>
                      <a:r>
                        <a:rPr lang="en-US" sz="1400" b="0" u="none" strike="noStrike" cap="none" dirty="0" err="1">
                          <a:solidFill>
                            <a:schemeClr val="dk1"/>
                          </a:solidFill>
                          <a:highlight>
                            <a:schemeClr val="lt1"/>
                          </a:highlight>
                          <a:latin typeface="Consolas" pitchFamily="49" charset="0"/>
                          <a:ea typeface="Consolas"/>
                          <a:cs typeface="Consolas"/>
                          <a:sym typeface="Consolas"/>
                        </a:rPr>
                        <a:t>int</a:t>
                      </a:r>
                      <a:r>
                        <a:rPr lang="en-US" sz="1400" b="0" u="none" strike="noStrike" cap="none" dirty="0">
                          <a:solidFill>
                            <a:schemeClr val="dk1"/>
                          </a:solidFill>
                          <a:highlight>
                            <a:schemeClr val="lt1"/>
                          </a:highlight>
                          <a:latin typeface="Consolas" pitchFamily="49" charset="0"/>
                          <a:ea typeface="Consolas"/>
                          <a:cs typeface="Consolas"/>
                          <a:sym typeface="Consolas"/>
                        </a:rPr>
                        <a:t> </a:t>
                      </a:r>
                      <a:r>
                        <a:rPr lang="en-US" sz="1400" b="0" u="none" strike="noStrike" cap="none" dirty="0" err="1">
                          <a:solidFill>
                            <a:schemeClr val="dk1"/>
                          </a:solidFill>
                          <a:highlight>
                            <a:schemeClr val="lt1"/>
                          </a:highlight>
                          <a:latin typeface="Consolas" pitchFamily="49" charset="0"/>
                          <a:ea typeface="Consolas"/>
                          <a:cs typeface="Consolas"/>
                          <a:sym typeface="Consolas"/>
                        </a:rPr>
                        <a:t>i</a:t>
                      </a:r>
                      <a:r>
                        <a:rPr lang="en-US" sz="1400" b="0" u="none" strike="noStrike" cap="none" dirty="0">
                          <a:solidFill>
                            <a:schemeClr val="dk1"/>
                          </a:solidFill>
                          <a:highlight>
                            <a:schemeClr val="lt1"/>
                          </a:highlight>
                          <a:latin typeface="Consolas" pitchFamily="49" charset="0"/>
                          <a:ea typeface="Consolas"/>
                          <a:cs typeface="Consolas"/>
                          <a:sym typeface="Consolas"/>
                        </a:rPr>
                        <a:t>=0; </a:t>
                      </a:r>
                      <a:r>
                        <a:rPr lang="en-US" sz="1400" b="0" u="none" strike="noStrike" cap="none" dirty="0" err="1">
                          <a:solidFill>
                            <a:schemeClr val="dk1"/>
                          </a:solidFill>
                          <a:highlight>
                            <a:schemeClr val="lt1"/>
                          </a:highlight>
                          <a:latin typeface="Consolas" pitchFamily="49" charset="0"/>
                          <a:ea typeface="Consolas"/>
                          <a:cs typeface="Consolas"/>
                          <a:sym typeface="Consolas"/>
                        </a:rPr>
                        <a:t>i</a:t>
                      </a:r>
                      <a:r>
                        <a:rPr lang="en-US" sz="1400" b="0" u="none" strike="noStrike" cap="none" dirty="0">
                          <a:solidFill>
                            <a:schemeClr val="dk1"/>
                          </a:solidFill>
                          <a:highlight>
                            <a:schemeClr val="lt1"/>
                          </a:highlight>
                          <a:latin typeface="Consolas" pitchFamily="49" charset="0"/>
                          <a:ea typeface="Consolas"/>
                          <a:cs typeface="Consolas"/>
                          <a:sym typeface="Consolas"/>
                        </a:rPr>
                        <a:t>&lt;n; ++</a:t>
                      </a:r>
                      <a:r>
                        <a:rPr lang="en-US" sz="1400" b="0" u="none" strike="noStrike" cap="none" dirty="0" err="1">
                          <a:solidFill>
                            <a:schemeClr val="dk1"/>
                          </a:solidFill>
                          <a:highlight>
                            <a:schemeClr val="lt1"/>
                          </a:highlight>
                          <a:latin typeface="Consolas" pitchFamily="49" charset="0"/>
                          <a:ea typeface="Consolas"/>
                          <a:cs typeface="Consolas"/>
                          <a:sym typeface="Consolas"/>
                        </a:rPr>
                        <a:t>i</a:t>
                      </a:r>
                      <a:r>
                        <a:rPr lang="en-US" sz="1400" b="0" u="none" strike="noStrike" cap="none" dirty="0">
                          <a:solidFill>
                            <a:schemeClr val="dk1"/>
                          </a:solidFill>
                          <a:highlight>
                            <a:schemeClr val="lt1"/>
                          </a:highlight>
                          <a:latin typeface="Consolas" pitchFamily="49" charset="0"/>
                          <a:ea typeface="Consolas"/>
                          <a:cs typeface="Consolas"/>
                          <a:sym typeface="Consolas"/>
                        </a:rPr>
                        <a:t>)</a:t>
                      </a:r>
                    </a:p>
                    <a:p>
                      <a:pPr marL="0" marR="0" lvl="0" indent="0" algn="l" rtl="0">
                        <a:lnSpc>
                          <a:spcPct val="100000"/>
                        </a:lnSpc>
                        <a:spcBef>
                          <a:spcPts val="0"/>
                        </a:spcBef>
                        <a:spcAft>
                          <a:spcPts val="0"/>
                        </a:spcAft>
                        <a:buNone/>
                      </a:pPr>
                      <a:r>
                        <a:rPr lang="en-US" sz="1400" b="0" u="none" strike="noStrike" cap="none" dirty="0">
                          <a:solidFill>
                            <a:schemeClr val="dk1"/>
                          </a:solidFill>
                          <a:highlight>
                            <a:schemeClr val="lt1"/>
                          </a:highlight>
                          <a:latin typeface="Consolas" pitchFamily="49" charset="0"/>
                          <a:ea typeface="Consolas"/>
                          <a:cs typeface="Consolas"/>
                          <a:sym typeface="Consolas"/>
                        </a:rPr>
                        <a:t> </a:t>
                      </a:r>
                      <a:r>
                        <a:rPr lang="en-US" sz="1400" b="0" u="none" strike="noStrike" cap="none" dirty="0" err="1">
                          <a:solidFill>
                            <a:schemeClr val="dk1"/>
                          </a:solidFill>
                          <a:highlight>
                            <a:schemeClr val="lt1"/>
                          </a:highlight>
                          <a:latin typeface="Consolas" pitchFamily="49" charset="0"/>
                          <a:ea typeface="Consolas"/>
                          <a:cs typeface="Consolas"/>
                          <a:sym typeface="Consolas"/>
                        </a:rPr>
                        <a:t>System.out.print</a:t>
                      </a:r>
                      <a:r>
                        <a:rPr lang="en-US" sz="1400" b="0" u="none" strike="noStrike" cap="none" dirty="0">
                          <a:solidFill>
                            <a:schemeClr val="dk1"/>
                          </a:solidFill>
                          <a:highlight>
                            <a:schemeClr val="lt1"/>
                          </a:highlight>
                          <a:latin typeface="Consolas" pitchFamily="49" charset="0"/>
                          <a:ea typeface="Consolas"/>
                          <a:cs typeface="Consolas"/>
                          <a:sym typeface="Consolas"/>
                        </a:rPr>
                        <a:t>(</a:t>
                      </a:r>
                      <a:r>
                        <a:rPr lang="en-US" sz="1400" b="0" u="none" strike="noStrike" cap="none" dirty="0" err="1">
                          <a:solidFill>
                            <a:schemeClr val="dk1"/>
                          </a:solidFill>
                          <a:highlight>
                            <a:schemeClr val="lt1"/>
                          </a:highlight>
                          <a:latin typeface="Consolas" pitchFamily="49" charset="0"/>
                          <a:ea typeface="Consolas"/>
                          <a:cs typeface="Consolas"/>
                          <a:sym typeface="Consolas"/>
                        </a:rPr>
                        <a:t>arr</a:t>
                      </a:r>
                      <a:r>
                        <a:rPr lang="en-US" sz="1400" b="0" u="none" strike="noStrike" cap="none" dirty="0">
                          <a:solidFill>
                            <a:schemeClr val="dk1"/>
                          </a:solidFill>
                          <a:highlight>
                            <a:schemeClr val="lt1"/>
                          </a:highlight>
                          <a:latin typeface="Consolas" pitchFamily="49" charset="0"/>
                          <a:ea typeface="Consolas"/>
                          <a:cs typeface="Consolas"/>
                          <a:sym typeface="Consolas"/>
                        </a:rPr>
                        <a:t>[</a:t>
                      </a:r>
                      <a:r>
                        <a:rPr lang="en-US" sz="1400" b="0" u="none" strike="noStrike" cap="none" dirty="0" err="1">
                          <a:solidFill>
                            <a:schemeClr val="dk1"/>
                          </a:solidFill>
                          <a:highlight>
                            <a:schemeClr val="lt1"/>
                          </a:highlight>
                          <a:latin typeface="Consolas" pitchFamily="49" charset="0"/>
                          <a:ea typeface="Consolas"/>
                          <a:cs typeface="Consolas"/>
                          <a:sym typeface="Consolas"/>
                        </a:rPr>
                        <a:t>i</a:t>
                      </a:r>
                      <a:r>
                        <a:rPr lang="en-US" sz="1400" b="0" u="none" strike="noStrike" cap="none" dirty="0">
                          <a:solidFill>
                            <a:schemeClr val="dk1"/>
                          </a:solidFill>
                          <a:highlight>
                            <a:schemeClr val="lt1"/>
                          </a:highlight>
                          <a:latin typeface="Consolas" pitchFamily="49" charset="0"/>
                          <a:ea typeface="Consolas"/>
                          <a:cs typeface="Consolas"/>
                          <a:sym typeface="Consolas"/>
                        </a:rPr>
                        <a:t>]+" ");</a:t>
                      </a:r>
                    </a:p>
                    <a:p>
                      <a:pPr marL="0" marR="0" lvl="0" indent="0" algn="l" rtl="0">
                        <a:lnSpc>
                          <a:spcPct val="100000"/>
                        </a:lnSpc>
                        <a:spcBef>
                          <a:spcPts val="0"/>
                        </a:spcBef>
                        <a:spcAft>
                          <a:spcPts val="0"/>
                        </a:spcAft>
                        <a:buNone/>
                      </a:pPr>
                      <a:r>
                        <a:rPr lang="en-US" sz="1400" b="0" u="none" strike="noStrike" cap="none" dirty="0">
                          <a:solidFill>
                            <a:schemeClr val="dk1"/>
                          </a:solidFill>
                          <a:highlight>
                            <a:schemeClr val="lt1"/>
                          </a:highlight>
                          <a:latin typeface="Consolas" pitchFamily="49" charset="0"/>
                          <a:ea typeface="Consolas"/>
                          <a:cs typeface="Consolas"/>
                          <a:sym typeface="Consolas"/>
                        </a:rPr>
                        <a:t> </a:t>
                      </a:r>
                      <a:r>
                        <a:rPr lang="en-US" sz="1400" b="0" u="none" strike="noStrike" cap="none" dirty="0" err="1">
                          <a:solidFill>
                            <a:schemeClr val="dk1"/>
                          </a:solidFill>
                          <a:highlight>
                            <a:schemeClr val="lt1"/>
                          </a:highlight>
                          <a:latin typeface="Consolas" pitchFamily="49" charset="0"/>
                          <a:ea typeface="Consolas"/>
                          <a:cs typeface="Consolas"/>
                          <a:sym typeface="Consolas"/>
                        </a:rPr>
                        <a:t>System.out.println</a:t>
                      </a:r>
                      <a:r>
                        <a:rPr lang="en-US" sz="1400" b="0" u="none" strike="noStrike" cap="none" dirty="0">
                          <a:solidFill>
                            <a:schemeClr val="dk1"/>
                          </a:solidFill>
                          <a:highlight>
                            <a:schemeClr val="lt1"/>
                          </a:highlight>
                          <a:latin typeface="Consolas" pitchFamily="49" charset="0"/>
                          <a:ea typeface="Consolas"/>
                          <a:cs typeface="Consolas"/>
                          <a:sym typeface="Consolas"/>
                        </a:rPr>
                        <a:t>();</a:t>
                      </a:r>
                    </a:p>
                    <a:p>
                      <a:pPr marL="0" marR="0" lvl="0" indent="0" algn="l" rtl="0">
                        <a:lnSpc>
                          <a:spcPct val="100000"/>
                        </a:lnSpc>
                        <a:spcBef>
                          <a:spcPts val="0"/>
                        </a:spcBef>
                        <a:spcAft>
                          <a:spcPts val="0"/>
                        </a:spcAft>
                        <a:buNone/>
                      </a:pPr>
                      <a:r>
                        <a:rPr lang="en-US" sz="1400" b="0" u="none" strike="noStrike" cap="none" dirty="0">
                          <a:solidFill>
                            <a:schemeClr val="dk1"/>
                          </a:solidFill>
                          <a:highlight>
                            <a:schemeClr val="lt1"/>
                          </a:highlight>
                          <a:latin typeface="Consolas" pitchFamily="49" charset="0"/>
                          <a:ea typeface="Consolas"/>
                          <a:cs typeface="Consolas"/>
                          <a:sym typeface="Consolas"/>
                        </a:rPr>
                        <a:t> }</a:t>
                      </a:r>
                    </a:p>
                    <a:p>
                      <a:pPr marL="0" marR="0" lvl="0" indent="0" algn="l" rtl="0">
                        <a:lnSpc>
                          <a:spcPct val="100000"/>
                        </a:lnSpc>
                        <a:spcBef>
                          <a:spcPts val="0"/>
                        </a:spcBef>
                        <a:spcAft>
                          <a:spcPts val="0"/>
                        </a:spcAft>
                        <a:buNone/>
                      </a:pPr>
                      <a:r>
                        <a:rPr lang="en-US" sz="1400" b="0" u="none" strike="noStrike" cap="none" dirty="0">
                          <a:solidFill>
                            <a:schemeClr val="dk1"/>
                          </a:solidFill>
                          <a:highlight>
                            <a:schemeClr val="lt1"/>
                          </a:highlight>
                          <a:latin typeface="Consolas" pitchFamily="49" charset="0"/>
                          <a:ea typeface="Consolas"/>
                          <a:cs typeface="Consolas"/>
                          <a:sym typeface="Consolas"/>
                        </a:rPr>
                        <a:t> public static void main(String </a:t>
                      </a:r>
                      <a:r>
                        <a:rPr lang="en-US" sz="1400" b="0" u="none" strike="noStrike" cap="none" dirty="0" err="1">
                          <a:solidFill>
                            <a:schemeClr val="dk1"/>
                          </a:solidFill>
                          <a:highlight>
                            <a:schemeClr val="lt1"/>
                          </a:highlight>
                          <a:latin typeface="Consolas" pitchFamily="49" charset="0"/>
                          <a:ea typeface="Consolas"/>
                          <a:cs typeface="Consolas"/>
                          <a:sym typeface="Consolas"/>
                        </a:rPr>
                        <a:t>args</a:t>
                      </a:r>
                      <a:r>
                        <a:rPr lang="en-US" sz="1400" b="0" u="none" strike="noStrike" cap="none" dirty="0">
                          <a:solidFill>
                            <a:schemeClr val="dk1"/>
                          </a:solidFill>
                          <a:highlight>
                            <a:schemeClr val="lt1"/>
                          </a:highlight>
                          <a:latin typeface="Consolas" pitchFamily="49" charset="0"/>
                          <a:ea typeface="Consolas"/>
                          <a:cs typeface="Consolas"/>
                          <a:sym typeface="Consolas"/>
                        </a:rPr>
                        <a:t>[])</a:t>
                      </a:r>
                    </a:p>
                    <a:p>
                      <a:pPr marL="0" marR="0" lvl="0" indent="0" algn="l" rtl="0">
                        <a:lnSpc>
                          <a:spcPct val="100000"/>
                        </a:lnSpc>
                        <a:spcBef>
                          <a:spcPts val="0"/>
                        </a:spcBef>
                        <a:spcAft>
                          <a:spcPts val="0"/>
                        </a:spcAft>
                        <a:buNone/>
                      </a:pPr>
                      <a:r>
                        <a:rPr lang="en-US" sz="1400" b="0" u="none" strike="noStrike" cap="none" dirty="0">
                          <a:solidFill>
                            <a:schemeClr val="dk1"/>
                          </a:solidFill>
                          <a:highlight>
                            <a:schemeClr val="lt1"/>
                          </a:highlight>
                          <a:latin typeface="Consolas" pitchFamily="49" charset="0"/>
                          <a:ea typeface="Consolas"/>
                          <a:cs typeface="Consolas"/>
                          <a:sym typeface="Consolas"/>
                        </a:rPr>
                        <a:t> {</a:t>
                      </a:r>
                    </a:p>
                    <a:p>
                      <a:pPr marL="0" marR="0" lvl="0" indent="0" algn="l" rtl="0">
                        <a:lnSpc>
                          <a:spcPct val="100000"/>
                        </a:lnSpc>
                        <a:spcBef>
                          <a:spcPts val="0"/>
                        </a:spcBef>
                        <a:spcAft>
                          <a:spcPts val="0"/>
                        </a:spcAft>
                        <a:buNone/>
                      </a:pPr>
                      <a:r>
                        <a:rPr lang="en-US" sz="1400" b="0" u="none" strike="noStrike" cap="none" dirty="0">
                          <a:solidFill>
                            <a:schemeClr val="dk1"/>
                          </a:solidFill>
                          <a:highlight>
                            <a:schemeClr val="lt1"/>
                          </a:highlight>
                          <a:latin typeface="Consolas" pitchFamily="49" charset="0"/>
                          <a:ea typeface="Consolas"/>
                          <a:cs typeface="Consolas"/>
                          <a:sym typeface="Consolas"/>
                        </a:rPr>
                        <a:t> </a:t>
                      </a:r>
                      <a:r>
                        <a:rPr lang="en-US" sz="1400" b="0" u="none" strike="noStrike" cap="none" dirty="0" err="1">
                          <a:solidFill>
                            <a:schemeClr val="dk1"/>
                          </a:solidFill>
                          <a:highlight>
                            <a:schemeClr val="lt1"/>
                          </a:highlight>
                          <a:latin typeface="Consolas" pitchFamily="49" charset="0"/>
                          <a:ea typeface="Consolas"/>
                          <a:cs typeface="Consolas"/>
                          <a:sym typeface="Consolas"/>
                        </a:rPr>
                        <a:t>int</a:t>
                      </a:r>
                      <a:r>
                        <a:rPr lang="en-US" sz="1400" b="0" u="none" strike="noStrike" cap="none" dirty="0">
                          <a:solidFill>
                            <a:schemeClr val="dk1"/>
                          </a:solidFill>
                          <a:highlight>
                            <a:schemeClr val="lt1"/>
                          </a:highlight>
                          <a:latin typeface="Consolas" pitchFamily="49" charset="0"/>
                          <a:ea typeface="Consolas"/>
                          <a:cs typeface="Consolas"/>
                          <a:sym typeface="Consolas"/>
                        </a:rPr>
                        <a:t> </a:t>
                      </a:r>
                      <a:r>
                        <a:rPr lang="en-US" sz="1400" b="0" u="none" strike="noStrike" cap="none" dirty="0" err="1">
                          <a:solidFill>
                            <a:schemeClr val="dk1"/>
                          </a:solidFill>
                          <a:highlight>
                            <a:schemeClr val="lt1"/>
                          </a:highlight>
                          <a:latin typeface="Consolas" pitchFamily="49" charset="0"/>
                          <a:ea typeface="Consolas"/>
                          <a:cs typeface="Consolas"/>
                          <a:sym typeface="Consolas"/>
                        </a:rPr>
                        <a:t>arr</a:t>
                      </a:r>
                      <a:r>
                        <a:rPr lang="en-US" sz="1400" b="0" u="none" strike="noStrike" cap="none" dirty="0">
                          <a:solidFill>
                            <a:schemeClr val="dk1"/>
                          </a:solidFill>
                          <a:highlight>
                            <a:schemeClr val="lt1"/>
                          </a:highlight>
                          <a:latin typeface="Consolas" pitchFamily="49" charset="0"/>
                          <a:ea typeface="Consolas"/>
                          <a:cs typeface="Consolas"/>
                          <a:sym typeface="Consolas"/>
                        </a:rPr>
                        <a:t>[] = {10, 7, 8, 9, 1, 5};</a:t>
                      </a:r>
                    </a:p>
                    <a:p>
                      <a:pPr marL="0" marR="0" lvl="0" indent="0" algn="l" rtl="0">
                        <a:lnSpc>
                          <a:spcPct val="100000"/>
                        </a:lnSpc>
                        <a:spcBef>
                          <a:spcPts val="0"/>
                        </a:spcBef>
                        <a:spcAft>
                          <a:spcPts val="0"/>
                        </a:spcAft>
                        <a:buNone/>
                      </a:pPr>
                      <a:r>
                        <a:rPr lang="en-US" sz="1400" b="0" u="none" strike="noStrike" cap="none" dirty="0">
                          <a:solidFill>
                            <a:schemeClr val="dk1"/>
                          </a:solidFill>
                          <a:highlight>
                            <a:schemeClr val="lt1"/>
                          </a:highlight>
                          <a:latin typeface="Consolas" pitchFamily="49" charset="0"/>
                          <a:ea typeface="Consolas"/>
                          <a:cs typeface="Consolas"/>
                          <a:sym typeface="Consolas"/>
                        </a:rPr>
                        <a:t> </a:t>
                      </a:r>
                      <a:r>
                        <a:rPr lang="en-US" sz="1400" b="0" u="none" strike="noStrike" cap="none" dirty="0" err="1">
                          <a:solidFill>
                            <a:schemeClr val="dk1"/>
                          </a:solidFill>
                          <a:highlight>
                            <a:schemeClr val="lt1"/>
                          </a:highlight>
                          <a:latin typeface="Consolas" pitchFamily="49" charset="0"/>
                          <a:ea typeface="Consolas"/>
                          <a:cs typeface="Consolas"/>
                          <a:sym typeface="Consolas"/>
                        </a:rPr>
                        <a:t>int</a:t>
                      </a:r>
                      <a:r>
                        <a:rPr lang="en-US" sz="1400" b="0" u="none" strike="noStrike" cap="none" dirty="0">
                          <a:solidFill>
                            <a:schemeClr val="dk1"/>
                          </a:solidFill>
                          <a:highlight>
                            <a:schemeClr val="lt1"/>
                          </a:highlight>
                          <a:latin typeface="Consolas" pitchFamily="49" charset="0"/>
                          <a:ea typeface="Consolas"/>
                          <a:cs typeface="Consolas"/>
                          <a:sym typeface="Consolas"/>
                        </a:rPr>
                        <a:t> n = </a:t>
                      </a:r>
                      <a:r>
                        <a:rPr lang="en-US" sz="1400" b="0" u="none" strike="noStrike" cap="none" dirty="0" err="1">
                          <a:solidFill>
                            <a:schemeClr val="dk1"/>
                          </a:solidFill>
                          <a:highlight>
                            <a:schemeClr val="lt1"/>
                          </a:highlight>
                          <a:latin typeface="Consolas" pitchFamily="49" charset="0"/>
                          <a:ea typeface="Consolas"/>
                          <a:cs typeface="Consolas"/>
                          <a:sym typeface="Consolas"/>
                        </a:rPr>
                        <a:t>arr.length</a:t>
                      </a:r>
                      <a:r>
                        <a:rPr lang="en-US" sz="1400" b="0" u="none" strike="noStrike" cap="none" dirty="0">
                          <a:solidFill>
                            <a:schemeClr val="dk1"/>
                          </a:solidFill>
                          <a:highlight>
                            <a:schemeClr val="lt1"/>
                          </a:highlight>
                          <a:latin typeface="Consolas" pitchFamily="49" charset="0"/>
                          <a:ea typeface="Consolas"/>
                          <a:cs typeface="Consolas"/>
                          <a:sym typeface="Consolas"/>
                        </a:rPr>
                        <a:t>;</a:t>
                      </a:r>
                    </a:p>
                    <a:p>
                      <a:pPr marL="0" marR="0" lvl="0" indent="0" algn="l" rtl="0">
                        <a:lnSpc>
                          <a:spcPct val="100000"/>
                        </a:lnSpc>
                        <a:spcBef>
                          <a:spcPts val="0"/>
                        </a:spcBef>
                        <a:spcAft>
                          <a:spcPts val="0"/>
                        </a:spcAft>
                        <a:buNone/>
                      </a:pPr>
                      <a:endParaRPr lang="en-US" sz="1400" b="0" u="none" strike="noStrike" cap="none" dirty="0">
                        <a:solidFill>
                          <a:schemeClr val="dk1"/>
                        </a:solidFill>
                        <a:highlight>
                          <a:schemeClr val="lt1"/>
                        </a:highlight>
                        <a:latin typeface="Consolas" pitchFamily="49" charset="0"/>
                        <a:ea typeface="Consolas"/>
                        <a:cs typeface="Consolas"/>
                        <a:sym typeface="Consolas"/>
                      </a:endParaRPr>
                    </a:p>
                    <a:p>
                      <a:pPr marL="0" marR="0" lvl="0" indent="0" algn="l" rtl="0">
                        <a:lnSpc>
                          <a:spcPct val="100000"/>
                        </a:lnSpc>
                        <a:spcBef>
                          <a:spcPts val="0"/>
                        </a:spcBef>
                        <a:spcAft>
                          <a:spcPts val="0"/>
                        </a:spcAft>
                        <a:buNone/>
                      </a:pPr>
                      <a:r>
                        <a:rPr lang="en-US" sz="1400" b="0" u="none" strike="noStrike" cap="none" dirty="0">
                          <a:solidFill>
                            <a:schemeClr val="dk1"/>
                          </a:solidFill>
                          <a:highlight>
                            <a:schemeClr val="lt1"/>
                          </a:highlight>
                          <a:latin typeface="Consolas" pitchFamily="49" charset="0"/>
                          <a:ea typeface="Consolas"/>
                          <a:cs typeface="Consolas"/>
                          <a:sym typeface="Consolas"/>
                        </a:rPr>
                        <a:t> </a:t>
                      </a:r>
                      <a:r>
                        <a:rPr lang="en-US" sz="1400" b="0" u="none" strike="noStrike" cap="none" dirty="0" err="1">
                          <a:solidFill>
                            <a:schemeClr val="dk1"/>
                          </a:solidFill>
                          <a:highlight>
                            <a:schemeClr val="lt1"/>
                          </a:highlight>
                          <a:latin typeface="Consolas" pitchFamily="49" charset="0"/>
                          <a:ea typeface="Consolas"/>
                          <a:cs typeface="Consolas"/>
                          <a:sym typeface="Consolas"/>
                        </a:rPr>
                        <a:t>QuickSort</a:t>
                      </a:r>
                      <a:r>
                        <a:rPr lang="en-US" sz="1400" b="0" u="none" strike="noStrike" cap="none" dirty="0">
                          <a:solidFill>
                            <a:schemeClr val="dk1"/>
                          </a:solidFill>
                          <a:highlight>
                            <a:schemeClr val="lt1"/>
                          </a:highlight>
                          <a:latin typeface="Consolas" pitchFamily="49" charset="0"/>
                          <a:ea typeface="Consolas"/>
                          <a:cs typeface="Consolas"/>
                          <a:sym typeface="Consolas"/>
                        </a:rPr>
                        <a:t> ob = new </a:t>
                      </a:r>
                      <a:r>
                        <a:rPr lang="en-US" sz="1400" b="0" u="none" strike="noStrike" cap="none" dirty="0" err="1">
                          <a:solidFill>
                            <a:schemeClr val="dk1"/>
                          </a:solidFill>
                          <a:highlight>
                            <a:schemeClr val="lt1"/>
                          </a:highlight>
                          <a:latin typeface="Consolas" pitchFamily="49" charset="0"/>
                          <a:ea typeface="Consolas"/>
                          <a:cs typeface="Consolas"/>
                          <a:sym typeface="Consolas"/>
                        </a:rPr>
                        <a:t>QuickSort</a:t>
                      </a:r>
                      <a:r>
                        <a:rPr lang="en-US" sz="1400" b="0" u="none" strike="noStrike" cap="none" dirty="0">
                          <a:solidFill>
                            <a:schemeClr val="dk1"/>
                          </a:solidFill>
                          <a:highlight>
                            <a:schemeClr val="lt1"/>
                          </a:highlight>
                          <a:latin typeface="Consolas" pitchFamily="49" charset="0"/>
                          <a:ea typeface="Consolas"/>
                          <a:cs typeface="Consolas"/>
                          <a:sym typeface="Consolas"/>
                        </a:rPr>
                        <a:t>();</a:t>
                      </a:r>
                    </a:p>
                    <a:p>
                      <a:pPr marL="0" marR="0" lvl="0" indent="0" algn="l" rtl="0">
                        <a:lnSpc>
                          <a:spcPct val="100000"/>
                        </a:lnSpc>
                        <a:spcBef>
                          <a:spcPts val="0"/>
                        </a:spcBef>
                        <a:spcAft>
                          <a:spcPts val="0"/>
                        </a:spcAft>
                        <a:buNone/>
                      </a:pPr>
                      <a:r>
                        <a:rPr lang="en-US" sz="1400" b="0" u="none" strike="noStrike" cap="none" dirty="0">
                          <a:solidFill>
                            <a:schemeClr val="dk1"/>
                          </a:solidFill>
                          <a:highlight>
                            <a:schemeClr val="lt1"/>
                          </a:highlight>
                          <a:latin typeface="Consolas" pitchFamily="49" charset="0"/>
                          <a:ea typeface="Consolas"/>
                          <a:cs typeface="Consolas"/>
                          <a:sym typeface="Consolas"/>
                        </a:rPr>
                        <a:t> </a:t>
                      </a:r>
                      <a:r>
                        <a:rPr lang="en-US" sz="1400" b="0" u="none" strike="noStrike" cap="none" dirty="0" err="1">
                          <a:solidFill>
                            <a:schemeClr val="dk1"/>
                          </a:solidFill>
                          <a:highlight>
                            <a:schemeClr val="lt1"/>
                          </a:highlight>
                          <a:latin typeface="Consolas" pitchFamily="49" charset="0"/>
                          <a:ea typeface="Consolas"/>
                          <a:cs typeface="Consolas"/>
                          <a:sym typeface="Consolas"/>
                        </a:rPr>
                        <a:t>ob.sort</a:t>
                      </a:r>
                      <a:r>
                        <a:rPr lang="en-US" sz="1400" b="0" u="none" strike="noStrike" cap="none" dirty="0">
                          <a:solidFill>
                            <a:schemeClr val="dk1"/>
                          </a:solidFill>
                          <a:highlight>
                            <a:schemeClr val="lt1"/>
                          </a:highlight>
                          <a:latin typeface="Consolas" pitchFamily="49" charset="0"/>
                          <a:ea typeface="Consolas"/>
                          <a:cs typeface="Consolas"/>
                          <a:sym typeface="Consolas"/>
                        </a:rPr>
                        <a:t>(</a:t>
                      </a:r>
                      <a:r>
                        <a:rPr lang="en-US" sz="1400" b="0" u="none" strike="noStrike" cap="none" dirty="0" err="1">
                          <a:solidFill>
                            <a:schemeClr val="dk1"/>
                          </a:solidFill>
                          <a:highlight>
                            <a:schemeClr val="lt1"/>
                          </a:highlight>
                          <a:latin typeface="Consolas" pitchFamily="49" charset="0"/>
                          <a:ea typeface="Consolas"/>
                          <a:cs typeface="Consolas"/>
                          <a:sym typeface="Consolas"/>
                        </a:rPr>
                        <a:t>arr</a:t>
                      </a:r>
                      <a:r>
                        <a:rPr lang="en-US" sz="1400" b="0" u="none" strike="noStrike" cap="none" dirty="0">
                          <a:solidFill>
                            <a:schemeClr val="dk1"/>
                          </a:solidFill>
                          <a:highlight>
                            <a:schemeClr val="lt1"/>
                          </a:highlight>
                          <a:latin typeface="Consolas" pitchFamily="49" charset="0"/>
                          <a:ea typeface="Consolas"/>
                          <a:cs typeface="Consolas"/>
                          <a:sym typeface="Consolas"/>
                        </a:rPr>
                        <a:t>, 0, n-1);</a:t>
                      </a:r>
                    </a:p>
                    <a:p>
                      <a:pPr marL="0" marR="0" lvl="0" indent="0" algn="l" rtl="0">
                        <a:lnSpc>
                          <a:spcPct val="100000"/>
                        </a:lnSpc>
                        <a:spcBef>
                          <a:spcPts val="0"/>
                        </a:spcBef>
                        <a:spcAft>
                          <a:spcPts val="0"/>
                        </a:spcAft>
                        <a:buNone/>
                      </a:pPr>
                      <a:r>
                        <a:rPr lang="en-US" sz="1400" b="0" u="none" strike="noStrike" cap="none" dirty="0">
                          <a:solidFill>
                            <a:schemeClr val="dk1"/>
                          </a:solidFill>
                          <a:highlight>
                            <a:schemeClr val="lt1"/>
                          </a:highlight>
                          <a:latin typeface="Consolas" pitchFamily="49" charset="0"/>
                          <a:ea typeface="Consolas"/>
                          <a:cs typeface="Consolas"/>
                          <a:sym typeface="Consolas"/>
                        </a:rPr>
                        <a:t> </a:t>
                      </a:r>
                      <a:r>
                        <a:rPr lang="en-US" sz="1400" b="0" u="none" strike="noStrike" cap="none" dirty="0" err="1">
                          <a:solidFill>
                            <a:schemeClr val="dk1"/>
                          </a:solidFill>
                          <a:highlight>
                            <a:schemeClr val="lt1"/>
                          </a:highlight>
                          <a:latin typeface="Consolas" pitchFamily="49" charset="0"/>
                          <a:ea typeface="Consolas"/>
                          <a:cs typeface="Consolas"/>
                          <a:sym typeface="Consolas"/>
                        </a:rPr>
                        <a:t>System.out.println</a:t>
                      </a:r>
                      <a:r>
                        <a:rPr lang="en-US" sz="1400" b="0" u="none" strike="noStrike" cap="none" dirty="0">
                          <a:solidFill>
                            <a:schemeClr val="dk1"/>
                          </a:solidFill>
                          <a:highlight>
                            <a:schemeClr val="lt1"/>
                          </a:highlight>
                          <a:latin typeface="Consolas" pitchFamily="49" charset="0"/>
                          <a:ea typeface="Consolas"/>
                          <a:cs typeface="Consolas"/>
                          <a:sym typeface="Consolas"/>
                        </a:rPr>
                        <a:t>("sorted array");</a:t>
                      </a:r>
                    </a:p>
                    <a:p>
                      <a:pPr marL="0" marR="0" lvl="0" indent="0" algn="l" rtl="0">
                        <a:lnSpc>
                          <a:spcPct val="100000"/>
                        </a:lnSpc>
                        <a:spcBef>
                          <a:spcPts val="0"/>
                        </a:spcBef>
                        <a:spcAft>
                          <a:spcPts val="0"/>
                        </a:spcAft>
                        <a:buNone/>
                      </a:pPr>
                      <a:r>
                        <a:rPr lang="en-US" sz="1400" b="0" u="none" strike="noStrike" cap="none" dirty="0">
                          <a:solidFill>
                            <a:schemeClr val="dk1"/>
                          </a:solidFill>
                          <a:highlight>
                            <a:schemeClr val="lt1"/>
                          </a:highlight>
                          <a:latin typeface="Consolas" pitchFamily="49" charset="0"/>
                          <a:ea typeface="Consolas"/>
                          <a:cs typeface="Consolas"/>
                          <a:sym typeface="Consolas"/>
                        </a:rPr>
                        <a:t> </a:t>
                      </a:r>
                      <a:r>
                        <a:rPr lang="en-US" sz="1400" b="0" u="none" strike="noStrike" cap="none" dirty="0" err="1">
                          <a:solidFill>
                            <a:schemeClr val="dk1"/>
                          </a:solidFill>
                          <a:highlight>
                            <a:schemeClr val="lt1"/>
                          </a:highlight>
                          <a:latin typeface="Consolas" pitchFamily="49" charset="0"/>
                          <a:ea typeface="Consolas"/>
                          <a:cs typeface="Consolas"/>
                          <a:sym typeface="Consolas"/>
                        </a:rPr>
                        <a:t>printArray</a:t>
                      </a:r>
                      <a:r>
                        <a:rPr lang="en-US" sz="1400" b="0" u="none" strike="noStrike" cap="none" dirty="0">
                          <a:solidFill>
                            <a:schemeClr val="dk1"/>
                          </a:solidFill>
                          <a:highlight>
                            <a:schemeClr val="lt1"/>
                          </a:highlight>
                          <a:latin typeface="Consolas" pitchFamily="49" charset="0"/>
                          <a:ea typeface="Consolas"/>
                          <a:cs typeface="Consolas"/>
                          <a:sym typeface="Consolas"/>
                        </a:rPr>
                        <a:t>(</a:t>
                      </a:r>
                      <a:r>
                        <a:rPr lang="en-US" sz="1400" b="0" u="none" strike="noStrike" cap="none" dirty="0" err="1">
                          <a:solidFill>
                            <a:schemeClr val="dk1"/>
                          </a:solidFill>
                          <a:highlight>
                            <a:schemeClr val="lt1"/>
                          </a:highlight>
                          <a:latin typeface="Consolas" pitchFamily="49" charset="0"/>
                          <a:ea typeface="Consolas"/>
                          <a:cs typeface="Consolas"/>
                          <a:sym typeface="Consolas"/>
                        </a:rPr>
                        <a:t>arr</a:t>
                      </a:r>
                      <a:r>
                        <a:rPr lang="en-US" sz="1400" b="0" u="none" strike="noStrike" cap="none" dirty="0">
                          <a:solidFill>
                            <a:schemeClr val="dk1"/>
                          </a:solidFill>
                          <a:highlight>
                            <a:schemeClr val="lt1"/>
                          </a:highlight>
                          <a:latin typeface="Consolas" pitchFamily="49" charset="0"/>
                          <a:ea typeface="Consolas"/>
                          <a:cs typeface="Consolas"/>
                          <a:sym typeface="Consolas"/>
                        </a:rPr>
                        <a:t>);</a:t>
                      </a:r>
                    </a:p>
                    <a:p>
                      <a:pPr marL="0" marR="0" lvl="0" indent="0" algn="l" rtl="0">
                        <a:lnSpc>
                          <a:spcPct val="100000"/>
                        </a:lnSpc>
                        <a:spcBef>
                          <a:spcPts val="0"/>
                        </a:spcBef>
                        <a:spcAft>
                          <a:spcPts val="0"/>
                        </a:spcAft>
                        <a:buNone/>
                      </a:pPr>
                      <a:r>
                        <a:rPr lang="en-US" sz="1400" b="0" u="none" strike="noStrike" cap="none" dirty="0">
                          <a:solidFill>
                            <a:schemeClr val="dk1"/>
                          </a:solidFill>
                          <a:highlight>
                            <a:schemeClr val="lt1"/>
                          </a:highlight>
                          <a:latin typeface="Consolas" pitchFamily="49" charset="0"/>
                          <a:ea typeface="Consolas"/>
                          <a:cs typeface="Consolas"/>
                          <a:sym typeface="Consolas"/>
                        </a:rPr>
                        <a:t> }}</a:t>
                      </a: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6068818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1;p13">
            <a:extLst>
              <a:ext uri="{FF2B5EF4-FFF2-40B4-BE49-F238E27FC236}">
                <a16:creationId xmlns:a16="http://schemas.microsoft.com/office/drawing/2014/main" id="{F585E896-79D8-B8B0-62B7-8938CFCA1570}"/>
              </a:ext>
            </a:extLst>
          </p:cNvPr>
          <p:cNvSpPr/>
          <p:nvPr/>
        </p:nvSpPr>
        <p:spPr>
          <a:xfrm>
            <a:off x="2111298" y="394870"/>
            <a:ext cx="4921404" cy="449400"/>
          </a:xfrm>
          <a:prstGeom prst="roundRect">
            <a:avLst>
              <a:gd name="adj" fmla="val 16667"/>
            </a:avLst>
          </a:prstGeom>
          <a:solidFill>
            <a:srgbClr val="99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lvl="0" algn="ctr"/>
            <a:r>
              <a:rPr lang="en-US" sz="1600" b="1" dirty="0">
                <a:solidFill>
                  <a:schemeClr val="lt1"/>
                </a:solidFill>
                <a:latin typeface="Consolas"/>
                <a:sym typeface="Consolas"/>
              </a:rPr>
              <a:t>INTERVIEW QUESTIONS</a:t>
            </a:r>
            <a:endParaRPr lang="en-US" dirty="0"/>
          </a:p>
        </p:txBody>
      </p:sp>
      <p:sp>
        <p:nvSpPr>
          <p:cNvPr id="3" name="Google Shape;69;p13">
            <a:extLst>
              <a:ext uri="{FF2B5EF4-FFF2-40B4-BE49-F238E27FC236}">
                <a16:creationId xmlns:a16="http://schemas.microsoft.com/office/drawing/2014/main" id="{F9C89231-6062-B4F0-BCB5-C2CCA56C2879}"/>
              </a:ext>
            </a:extLst>
          </p:cNvPr>
          <p:cNvSpPr/>
          <p:nvPr/>
        </p:nvSpPr>
        <p:spPr>
          <a:xfrm>
            <a:off x="587889" y="1041856"/>
            <a:ext cx="7968222" cy="415498"/>
          </a:xfrm>
          <a:prstGeom prst="rect">
            <a:avLst/>
          </a:prstGeom>
          <a:noFill/>
          <a:ln>
            <a:noFill/>
          </a:ln>
        </p:spPr>
        <p:txBody>
          <a:bodyPr spcFirstLastPara="1" wrap="square" lIns="0" tIns="0" rIns="0" bIns="0" anchor="t" anchorCtr="0">
            <a:spAutoFit/>
          </a:bodyPr>
          <a:lstStyle/>
          <a:p>
            <a:pPr>
              <a:lnSpc>
                <a:spcPct val="150000"/>
              </a:lnSpc>
              <a:buSzPts val="1800"/>
            </a:pPr>
            <a:r>
              <a:rPr lang="en-US" sz="1800" dirty="0">
                <a:solidFill>
                  <a:schemeClr val="dk1"/>
                </a:solidFill>
                <a:latin typeface="Consolas"/>
                <a:ea typeface="Consolas"/>
                <a:cs typeface="Consolas"/>
                <a:sym typeface="Consolas"/>
              </a:rPr>
              <a:t>1. What is </a:t>
            </a:r>
            <a:r>
              <a:rPr lang="en-US" sz="1800" dirty="0" err="1">
                <a:solidFill>
                  <a:schemeClr val="dk1"/>
                </a:solidFill>
                <a:latin typeface="Consolas"/>
                <a:ea typeface="Consolas"/>
                <a:cs typeface="Consolas"/>
                <a:sym typeface="Consolas"/>
              </a:rPr>
              <a:t>QuickSort</a:t>
            </a:r>
            <a:r>
              <a:rPr lang="en-US" sz="1800" dirty="0">
                <a:solidFill>
                  <a:schemeClr val="dk1"/>
                </a:solidFill>
                <a:latin typeface="Consolas"/>
                <a:ea typeface="Consolas"/>
                <a:cs typeface="Consolas"/>
                <a:sym typeface="Consolas"/>
              </a:rPr>
              <a:t>?</a:t>
            </a:r>
          </a:p>
        </p:txBody>
      </p:sp>
      <p:sp>
        <p:nvSpPr>
          <p:cNvPr id="4" name="Google Shape;69;p13">
            <a:extLst>
              <a:ext uri="{FF2B5EF4-FFF2-40B4-BE49-F238E27FC236}">
                <a16:creationId xmlns:a16="http://schemas.microsoft.com/office/drawing/2014/main" id="{ADE04015-B412-2DD7-2818-E32310A77DE1}"/>
              </a:ext>
            </a:extLst>
          </p:cNvPr>
          <p:cNvSpPr/>
          <p:nvPr/>
        </p:nvSpPr>
        <p:spPr>
          <a:xfrm>
            <a:off x="1189463" y="2024154"/>
            <a:ext cx="7366648" cy="1661993"/>
          </a:xfrm>
          <a:prstGeom prst="rect">
            <a:avLst/>
          </a:prstGeom>
          <a:noFill/>
          <a:ln>
            <a:noFill/>
          </a:ln>
        </p:spPr>
        <p:txBody>
          <a:bodyPr spcFirstLastPara="1" wrap="square" lIns="0" tIns="0" rIns="0" bIns="0" anchor="t" anchorCtr="0">
            <a:spAutoFit/>
          </a:bodyPr>
          <a:lstStyle/>
          <a:p>
            <a:pPr lvl="0">
              <a:lnSpc>
                <a:spcPct val="150000"/>
              </a:lnSpc>
              <a:buSzPts val="1800"/>
            </a:pPr>
            <a:r>
              <a:rPr lang="en-US" sz="1800" dirty="0" err="1">
                <a:solidFill>
                  <a:schemeClr val="dk1"/>
                </a:solidFill>
                <a:latin typeface="Consolas"/>
                <a:ea typeface="Consolas"/>
                <a:cs typeface="Consolas"/>
                <a:sym typeface="Consolas"/>
              </a:rPr>
              <a:t>QuickSort</a:t>
            </a:r>
            <a:r>
              <a:rPr lang="en-US" sz="1800" dirty="0">
                <a:solidFill>
                  <a:schemeClr val="dk1"/>
                </a:solidFill>
                <a:latin typeface="Consolas"/>
                <a:ea typeface="Consolas"/>
                <a:cs typeface="Consolas"/>
                <a:sym typeface="Consolas"/>
              </a:rPr>
              <a:t> is a highly efficient sorting algorithm that follows the divide-and-conquer strategy to sort an array or a list of elements.</a:t>
            </a:r>
          </a:p>
          <a:p>
            <a:pPr lvl="0">
              <a:lnSpc>
                <a:spcPct val="150000"/>
              </a:lnSpc>
              <a:buSzPts val="1800"/>
            </a:pPr>
            <a:endParaRPr lang="en-US" sz="1800" dirty="0">
              <a:solidFill>
                <a:schemeClr val="dk1"/>
              </a:solidFill>
              <a:latin typeface="Consolas"/>
              <a:ea typeface="Consolas"/>
              <a:cs typeface="Consolas"/>
              <a:sym typeface="Consolas"/>
            </a:endParaRPr>
          </a:p>
        </p:txBody>
      </p:sp>
    </p:spTree>
    <p:extLst>
      <p:ext uri="{BB962C8B-B14F-4D97-AF65-F5344CB8AC3E}">
        <p14:creationId xmlns:p14="http://schemas.microsoft.com/office/powerpoint/2010/main" val="2486972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slide(from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slide(fromLeft)">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69;p13">
            <a:extLst>
              <a:ext uri="{FF2B5EF4-FFF2-40B4-BE49-F238E27FC236}">
                <a16:creationId xmlns:a16="http://schemas.microsoft.com/office/drawing/2014/main" id="{1783447E-CAC9-28CE-8B57-11AE3B7F0692}"/>
              </a:ext>
            </a:extLst>
          </p:cNvPr>
          <p:cNvSpPr/>
          <p:nvPr/>
        </p:nvSpPr>
        <p:spPr>
          <a:xfrm>
            <a:off x="587889" y="1595012"/>
            <a:ext cx="7968222" cy="415498"/>
          </a:xfrm>
          <a:prstGeom prst="rect">
            <a:avLst/>
          </a:prstGeom>
          <a:noFill/>
          <a:ln>
            <a:noFill/>
          </a:ln>
        </p:spPr>
        <p:txBody>
          <a:bodyPr spcFirstLastPara="1" wrap="square" lIns="0" tIns="0" rIns="0" bIns="0" anchor="t" anchorCtr="0">
            <a:spAutoFit/>
          </a:bodyPr>
          <a:lstStyle/>
          <a:p>
            <a:pPr>
              <a:lnSpc>
                <a:spcPct val="150000"/>
              </a:lnSpc>
              <a:buSzPts val="1800"/>
            </a:pPr>
            <a:r>
              <a:rPr lang="en-US" sz="1800" dirty="0">
                <a:solidFill>
                  <a:schemeClr val="dk1"/>
                </a:solidFill>
                <a:latin typeface="Consolas"/>
                <a:ea typeface="Consolas"/>
                <a:cs typeface="Consolas"/>
                <a:sym typeface="Consolas"/>
              </a:rPr>
              <a:t>2. How does </a:t>
            </a:r>
            <a:r>
              <a:rPr lang="en-US" sz="1800" dirty="0" err="1">
                <a:solidFill>
                  <a:schemeClr val="dk1"/>
                </a:solidFill>
                <a:latin typeface="Consolas"/>
                <a:ea typeface="Consolas"/>
                <a:cs typeface="Consolas"/>
                <a:sym typeface="Consolas"/>
              </a:rPr>
              <a:t>QuickSort</a:t>
            </a:r>
            <a:r>
              <a:rPr lang="en-US" sz="1800" dirty="0">
                <a:solidFill>
                  <a:schemeClr val="dk1"/>
                </a:solidFill>
                <a:latin typeface="Consolas"/>
                <a:ea typeface="Consolas"/>
                <a:cs typeface="Consolas"/>
                <a:sym typeface="Consolas"/>
              </a:rPr>
              <a:t> work?</a:t>
            </a:r>
          </a:p>
        </p:txBody>
      </p:sp>
      <p:sp>
        <p:nvSpPr>
          <p:cNvPr id="3" name="Google Shape;71;p13">
            <a:extLst>
              <a:ext uri="{FF2B5EF4-FFF2-40B4-BE49-F238E27FC236}">
                <a16:creationId xmlns:a16="http://schemas.microsoft.com/office/drawing/2014/main" id="{28724DD6-87CF-B227-00E2-F5831EEA823F}"/>
              </a:ext>
            </a:extLst>
          </p:cNvPr>
          <p:cNvSpPr/>
          <p:nvPr/>
        </p:nvSpPr>
        <p:spPr>
          <a:xfrm>
            <a:off x="2111298" y="586781"/>
            <a:ext cx="4921404" cy="449400"/>
          </a:xfrm>
          <a:prstGeom prst="roundRect">
            <a:avLst>
              <a:gd name="adj" fmla="val 16667"/>
            </a:avLst>
          </a:prstGeom>
          <a:solidFill>
            <a:srgbClr val="99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lvl="0" algn="ctr"/>
            <a:r>
              <a:rPr lang="en-US" sz="1600" b="1" dirty="0">
                <a:solidFill>
                  <a:schemeClr val="lt1"/>
                </a:solidFill>
                <a:latin typeface="Consolas"/>
                <a:sym typeface="Consolas"/>
              </a:rPr>
              <a:t>INTERVIEW QUESTIONS</a:t>
            </a:r>
            <a:endParaRPr lang="en-US" dirty="0"/>
          </a:p>
        </p:txBody>
      </p:sp>
      <p:sp>
        <p:nvSpPr>
          <p:cNvPr id="4" name="Google Shape;69;p13">
            <a:extLst>
              <a:ext uri="{FF2B5EF4-FFF2-40B4-BE49-F238E27FC236}">
                <a16:creationId xmlns:a16="http://schemas.microsoft.com/office/drawing/2014/main" id="{2E0CBE32-6721-70CE-9DC9-9ED154EAD72F}"/>
              </a:ext>
            </a:extLst>
          </p:cNvPr>
          <p:cNvSpPr/>
          <p:nvPr/>
        </p:nvSpPr>
        <p:spPr>
          <a:xfrm>
            <a:off x="1189463" y="2301994"/>
            <a:ext cx="7366648" cy="1661993"/>
          </a:xfrm>
          <a:prstGeom prst="rect">
            <a:avLst/>
          </a:prstGeom>
          <a:noFill/>
          <a:ln>
            <a:noFill/>
          </a:ln>
        </p:spPr>
        <p:txBody>
          <a:bodyPr spcFirstLastPara="1" wrap="square" lIns="0" tIns="0" rIns="0" bIns="0" anchor="t" anchorCtr="0">
            <a:spAutoFit/>
          </a:bodyPr>
          <a:lstStyle/>
          <a:p>
            <a:pPr lvl="0">
              <a:lnSpc>
                <a:spcPct val="150000"/>
              </a:lnSpc>
              <a:buSzPts val="1800"/>
            </a:pPr>
            <a:r>
              <a:rPr lang="en-US" sz="1800" dirty="0" err="1">
                <a:solidFill>
                  <a:schemeClr val="dk1"/>
                </a:solidFill>
                <a:latin typeface="Consolas"/>
                <a:ea typeface="Consolas"/>
                <a:cs typeface="Consolas"/>
                <a:sym typeface="Consolas"/>
              </a:rPr>
              <a:t>QuickSort</a:t>
            </a:r>
            <a:r>
              <a:rPr lang="en-US" sz="1800" dirty="0">
                <a:solidFill>
                  <a:schemeClr val="dk1"/>
                </a:solidFill>
                <a:latin typeface="Consolas"/>
                <a:ea typeface="Consolas"/>
                <a:cs typeface="Consolas"/>
                <a:sym typeface="Consolas"/>
              </a:rPr>
              <a:t> works by selecting a pivot element from the array and partitioning the other elements into two sub-arrays based on whether they are less than or greater than the pivot. The sub-arrays are then recursively sorted.</a:t>
            </a:r>
          </a:p>
        </p:txBody>
      </p:sp>
    </p:spTree>
    <p:extLst>
      <p:ext uri="{BB962C8B-B14F-4D97-AF65-F5344CB8AC3E}">
        <p14:creationId xmlns:p14="http://schemas.microsoft.com/office/powerpoint/2010/main" val="1850260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lide(from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slide(fromLeft)">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1;p13">
            <a:extLst>
              <a:ext uri="{FF2B5EF4-FFF2-40B4-BE49-F238E27FC236}">
                <a16:creationId xmlns:a16="http://schemas.microsoft.com/office/drawing/2014/main" id="{B80B5FF7-53DD-F76C-0850-3851F528AC59}"/>
              </a:ext>
            </a:extLst>
          </p:cNvPr>
          <p:cNvSpPr/>
          <p:nvPr/>
        </p:nvSpPr>
        <p:spPr>
          <a:xfrm>
            <a:off x="2111298" y="519048"/>
            <a:ext cx="4921404" cy="449400"/>
          </a:xfrm>
          <a:prstGeom prst="roundRect">
            <a:avLst>
              <a:gd name="adj" fmla="val 16667"/>
            </a:avLst>
          </a:prstGeom>
          <a:solidFill>
            <a:srgbClr val="99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lvl="0" algn="ctr"/>
            <a:r>
              <a:rPr lang="en-US" sz="1600" b="1" dirty="0">
                <a:solidFill>
                  <a:schemeClr val="lt1"/>
                </a:solidFill>
                <a:latin typeface="Consolas"/>
                <a:sym typeface="Consolas"/>
              </a:rPr>
              <a:t>INTERVIEW QUESTIONS</a:t>
            </a:r>
            <a:endParaRPr lang="en-US" dirty="0"/>
          </a:p>
        </p:txBody>
      </p:sp>
      <p:sp>
        <p:nvSpPr>
          <p:cNvPr id="3" name="Google Shape;69;p13">
            <a:extLst>
              <a:ext uri="{FF2B5EF4-FFF2-40B4-BE49-F238E27FC236}">
                <a16:creationId xmlns:a16="http://schemas.microsoft.com/office/drawing/2014/main" id="{61C3D105-26D7-F8AC-4DE5-2C1BFEC5F087}"/>
              </a:ext>
            </a:extLst>
          </p:cNvPr>
          <p:cNvSpPr/>
          <p:nvPr/>
        </p:nvSpPr>
        <p:spPr>
          <a:xfrm>
            <a:off x="587889" y="1504701"/>
            <a:ext cx="7968222" cy="415498"/>
          </a:xfrm>
          <a:prstGeom prst="rect">
            <a:avLst/>
          </a:prstGeom>
          <a:noFill/>
          <a:ln>
            <a:noFill/>
          </a:ln>
        </p:spPr>
        <p:txBody>
          <a:bodyPr spcFirstLastPara="1" wrap="square" lIns="0" tIns="0" rIns="0" bIns="0" anchor="t" anchorCtr="0">
            <a:spAutoFit/>
          </a:bodyPr>
          <a:lstStyle/>
          <a:p>
            <a:pPr>
              <a:lnSpc>
                <a:spcPct val="150000"/>
              </a:lnSpc>
              <a:buSzPts val="1800"/>
            </a:pPr>
            <a:r>
              <a:rPr lang="en-US" sz="1800" dirty="0">
                <a:solidFill>
                  <a:schemeClr val="dk1"/>
                </a:solidFill>
                <a:latin typeface="Consolas"/>
                <a:ea typeface="Consolas"/>
                <a:cs typeface="Consolas"/>
                <a:sym typeface="Consolas"/>
              </a:rPr>
              <a:t>3. Explain the partitioning step in </a:t>
            </a:r>
            <a:r>
              <a:rPr lang="en-US" sz="1800" dirty="0" err="1">
                <a:solidFill>
                  <a:schemeClr val="dk1"/>
                </a:solidFill>
                <a:latin typeface="Consolas"/>
                <a:ea typeface="Consolas"/>
                <a:cs typeface="Consolas"/>
                <a:sym typeface="Consolas"/>
              </a:rPr>
              <a:t>QuickSort</a:t>
            </a:r>
            <a:r>
              <a:rPr lang="en-US" sz="1800" dirty="0">
                <a:solidFill>
                  <a:schemeClr val="dk1"/>
                </a:solidFill>
                <a:latin typeface="Consolas"/>
                <a:ea typeface="Consolas"/>
                <a:cs typeface="Consolas"/>
                <a:sym typeface="Consolas"/>
              </a:rPr>
              <a:t>.</a:t>
            </a:r>
          </a:p>
        </p:txBody>
      </p:sp>
      <p:sp>
        <p:nvSpPr>
          <p:cNvPr id="4" name="Google Shape;69;p13">
            <a:extLst>
              <a:ext uri="{FF2B5EF4-FFF2-40B4-BE49-F238E27FC236}">
                <a16:creationId xmlns:a16="http://schemas.microsoft.com/office/drawing/2014/main" id="{81FC98B8-B591-6E6D-5D76-F7E8E386AB8E}"/>
              </a:ext>
            </a:extLst>
          </p:cNvPr>
          <p:cNvSpPr/>
          <p:nvPr/>
        </p:nvSpPr>
        <p:spPr>
          <a:xfrm>
            <a:off x="1174596" y="2246921"/>
            <a:ext cx="7099610" cy="1661993"/>
          </a:xfrm>
          <a:prstGeom prst="rect">
            <a:avLst/>
          </a:prstGeom>
          <a:noFill/>
          <a:ln>
            <a:noFill/>
          </a:ln>
        </p:spPr>
        <p:txBody>
          <a:bodyPr spcFirstLastPara="1" wrap="square" lIns="0" tIns="0" rIns="0" bIns="0" anchor="t" anchorCtr="0">
            <a:spAutoFit/>
          </a:bodyPr>
          <a:lstStyle/>
          <a:p>
            <a:pPr lvl="0">
              <a:lnSpc>
                <a:spcPct val="150000"/>
              </a:lnSpc>
              <a:buSzPts val="1800"/>
            </a:pPr>
            <a:r>
              <a:rPr lang="en-US" sz="1800" dirty="0">
                <a:solidFill>
                  <a:schemeClr val="dk1"/>
                </a:solidFill>
                <a:latin typeface="Consolas"/>
                <a:ea typeface="Consolas"/>
                <a:cs typeface="Consolas"/>
                <a:sym typeface="Consolas"/>
              </a:rPr>
              <a:t>Partitioning involves selecting a pivot and rearranging the array such that all elements less than the pivot are on its left and all elements greater are on its right. The pivot assumes its final position in this process.</a:t>
            </a:r>
          </a:p>
        </p:txBody>
      </p:sp>
    </p:spTree>
    <p:extLst>
      <p:ext uri="{BB962C8B-B14F-4D97-AF65-F5344CB8AC3E}">
        <p14:creationId xmlns:p14="http://schemas.microsoft.com/office/powerpoint/2010/main" val="4269721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slide(from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slide(fromLeft)">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1;p13">
            <a:extLst>
              <a:ext uri="{FF2B5EF4-FFF2-40B4-BE49-F238E27FC236}">
                <a16:creationId xmlns:a16="http://schemas.microsoft.com/office/drawing/2014/main" id="{B3A6FCDC-11C8-BD31-0DB1-6AFE81E344BC}"/>
              </a:ext>
            </a:extLst>
          </p:cNvPr>
          <p:cNvSpPr/>
          <p:nvPr/>
        </p:nvSpPr>
        <p:spPr>
          <a:xfrm>
            <a:off x="2111298" y="507758"/>
            <a:ext cx="4921404" cy="449400"/>
          </a:xfrm>
          <a:prstGeom prst="roundRect">
            <a:avLst>
              <a:gd name="adj" fmla="val 16667"/>
            </a:avLst>
          </a:prstGeom>
          <a:solidFill>
            <a:srgbClr val="99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lvl="0" algn="ctr"/>
            <a:r>
              <a:rPr lang="en-US" sz="1600" b="1" dirty="0">
                <a:solidFill>
                  <a:schemeClr val="lt1"/>
                </a:solidFill>
                <a:latin typeface="Consolas"/>
                <a:sym typeface="Consolas"/>
              </a:rPr>
              <a:t>INTERVIEW QUESTIONS</a:t>
            </a:r>
            <a:endParaRPr lang="en-US" dirty="0"/>
          </a:p>
        </p:txBody>
      </p:sp>
      <p:sp>
        <p:nvSpPr>
          <p:cNvPr id="4" name="TextBox 3">
            <a:extLst>
              <a:ext uri="{FF2B5EF4-FFF2-40B4-BE49-F238E27FC236}">
                <a16:creationId xmlns:a16="http://schemas.microsoft.com/office/drawing/2014/main" id="{C4A5C88E-5C28-1612-2455-0C3E964474D8}"/>
              </a:ext>
            </a:extLst>
          </p:cNvPr>
          <p:cNvSpPr txBox="1"/>
          <p:nvPr/>
        </p:nvSpPr>
        <p:spPr>
          <a:xfrm>
            <a:off x="733777" y="1148779"/>
            <a:ext cx="6564489" cy="878830"/>
          </a:xfrm>
          <a:prstGeom prst="rect">
            <a:avLst/>
          </a:prstGeom>
          <a:noFill/>
        </p:spPr>
        <p:txBody>
          <a:bodyPr wrap="square">
            <a:spAutoFit/>
          </a:bodyPr>
          <a:lstStyle/>
          <a:p>
            <a:pPr>
              <a:lnSpc>
                <a:spcPct val="150000"/>
              </a:lnSpc>
              <a:buSzPts val="1800"/>
            </a:pPr>
            <a:r>
              <a:rPr lang="en-US" sz="1800" dirty="0">
                <a:solidFill>
                  <a:schemeClr val="dk1"/>
                </a:solidFill>
                <a:latin typeface="Consolas"/>
                <a:ea typeface="Consolas"/>
                <a:cs typeface="Consolas"/>
                <a:sym typeface="Consolas"/>
              </a:rPr>
              <a:t>4. What is the significance of the pivot selection in </a:t>
            </a:r>
            <a:r>
              <a:rPr lang="en-US" sz="1800" dirty="0" err="1">
                <a:solidFill>
                  <a:schemeClr val="dk1"/>
                </a:solidFill>
                <a:latin typeface="Consolas"/>
                <a:ea typeface="Consolas"/>
                <a:cs typeface="Consolas"/>
                <a:sym typeface="Consolas"/>
              </a:rPr>
              <a:t>QuickSort</a:t>
            </a:r>
            <a:r>
              <a:rPr lang="en-US" sz="1800" dirty="0">
                <a:solidFill>
                  <a:schemeClr val="dk1"/>
                </a:solidFill>
                <a:latin typeface="Consolas"/>
                <a:ea typeface="Consolas"/>
                <a:cs typeface="Consolas"/>
                <a:sym typeface="Consolas"/>
              </a:rPr>
              <a:t>?</a:t>
            </a:r>
          </a:p>
        </p:txBody>
      </p:sp>
      <p:sp>
        <p:nvSpPr>
          <p:cNvPr id="5" name="Google Shape;69;p13">
            <a:extLst>
              <a:ext uri="{FF2B5EF4-FFF2-40B4-BE49-F238E27FC236}">
                <a16:creationId xmlns:a16="http://schemas.microsoft.com/office/drawing/2014/main" id="{ADCD773B-6B82-5191-9BC6-3AA24742107D}"/>
              </a:ext>
            </a:extLst>
          </p:cNvPr>
          <p:cNvSpPr/>
          <p:nvPr/>
        </p:nvSpPr>
        <p:spPr>
          <a:xfrm>
            <a:off x="1324931" y="2219231"/>
            <a:ext cx="7099610" cy="1661993"/>
          </a:xfrm>
          <a:prstGeom prst="rect">
            <a:avLst/>
          </a:prstGeom>
          <a:noFill/>
          <a:ln>
            <a:noFill/>
          </a:ln>
        </p:spPr>
        <p:txBody>
          <a:bodyPr spcFirstLastPara="1" wrap="square" lIns="0" tIns="0" rIns="0" bIns="0" anchor="t" anchorCtr="0">
            <a:spAutoFit/>
          </a:bodyPr>
          <a:lstStyle/>
          <a:p>
            <a:pPr lvl="0">
              <a:lnSpc>
                <a:spcPct val="150000"/>
              </a:lnSpc>
              <a:buSzPts val="1800"/>
            </a:pPr>
            <a:r>
              <a:rPr lang="en-US" sz="1800" dirty="0">
                <a:solidFill>
                  <a:schemeClr val="dk1"/>
                </a:solidFill>
                <a:latin typeface="Consolas"/>
                <a:ea typeface="Consolas"/>
                <a:cs typeface="Consolas"/>
                <a:sym typeface="Consolas"/>
              </a:rPr>
              <a:t>The pivot selection greatly affects </a:t>
            </a:r>
            <a:r>
              <a:rPr lang="en-US" sz="1800" dirty="0" err="1">
                <a:solidFill>
                  <a:schemeClr val="dk1"/>
                </a:solidFill>
                <a:latin typeface="Consolas"/>
                <a:ea typeface="Consolas"/>
                <a:cs typeface="Consolas"/>
                <a:sym typeface="Consolas"/>
              </a:rPr>
              <a:t>QuickSort's</a:t>
            </a:r>
            <a:r>
              <a:rPr lang="en-US" sz="1800" dirty="0">
                <a:solidFill>
                  <a:schemeClr val="dk1"/>
                </a:solidFill>
                <a:latin typeface="Consolas"/>
                <a:ea typeface="Consolas"/>
                <a:cs typeface="Consolas"/>
                <a:sym typeface="Consolas"/>
              </a:rPr>
              <a:t> performance. Choosing a pivot that consistently divides the array into roughly equal halves leads to better average and best-case performance.</a:t>
            </a:r>
          </a:p>
        </p:txBody>
      </p:sp>
    </p:spTree>
    <p:extLst>
      <p:ext uri="{BB962C8B-B14F-4D97-AF65-F5344CB8AC3E}">
        <p14:creationId xmlns:p14="http://schemas.microsoft.com/office/powerpoint/2010/main" val="944782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lide(from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60"/>
        <p:cNvGrpSpPr/>
        <p:nvPr/>
      </p:nvGrpSpPr>
      <p:grpSpPr>
        <a:xfrm>
          <a:off x="0" y="0"/>
          <a:ext cx="0" cy="0"/>
          <a:chOff x="0" y="0"/>
          <a:chExt cx="0" cy="0"/>
        </a:xfrm>
      </p:grpSpPr>
      <p:sp>
        <p:nvSpPr>
          <p:cNvPr id="461" name="Google Shape;461;p65"/>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p>
            <a:pPr marL="0" lvl="0" indent="0" algn="ctr" rtl="0">
              <a:lnSpc>
                <a:spcPct val="100000"/>
              </a:lnSpc>
              <a:spcBef>
                <a:spcPts val="0"/>
              </a:spcBef>
              <a:spcAft>
                <a:spcPts val="0"/>
              </a:spcAft>
              <a:buSzPts val="5200"/>
              <a:buNone/>
            </a:pPr>
            <a:endParaRPr/>
          </a:p>
        </p:txBody>
      </p:sp>
      <p:sp>
        <p:nvSpPr>
          <p:cNvPr id="462" name="Google Shape;462;p65"/>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p>
            <a:pPr marL="457200" lvl="0" indent="-342900" algn="ctr" rtl="0">
              <a:lnSpc>
                <a:spcPct val="100000"/>
              </a:lnSpc>
              <a:spcBef>
                <a:spcPts val="0"/>
              </a:spcBef>
              <a:spcAft>
                <a:spcPts val="0"/>
              </a:spcAft>
              <a:buSzPts val="2800"/>
              <a:buNone/>
            </a:pPr>
            <a:endParaRPr/>
          </a:p>
        </p:txBody>
      </p:sp>
      <p:pic>
        <p:nvPicPr>
          <p:cNvPr id="463" name="Google Shape;463;p65"/>
          <p:cNvPicPr preferRelativeResize="0"/>
          <p:nvPr/>
        </p:nvPicPr>
        <p:blipFill rotWithShape="1">
          <a:blip r:embed="rId3">
            <a:alphaModFix/>
          </a:blip>
          <a:srcRect/>
          <a:stretch/>
        </p:blipFill>
        <p:spPr>
          <a:xfrm>
            <a:off x="1" y="1"/>
            <a:ext cx="9144003" cy="5143501"/>
          </a:xfrm>
          <a:prstGeom prst="rect">
            <a:avLst/>
          </a:prstGeom>
          <a:noFill/>
          <a:ln>
            <a:noFill/>
          </a:ln>
        </p:spPr>
      </p:pic>
      <p:sp>
        <p:nvSpPr>
          <p:cNvPr id="464" name="Google Shape;464;p65"/>
          <p:cNvSpPr txBox="1"/>
          <p:nvPr/>
        </p:nvSpPr>
        <p:spPr>
          <a:xfrm>
            <a:off x="3141000" y="2194650"/>
            <a:ext cx="2862000" cy="754022"/>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700"/>
              <a:buFont typeface="Arial"/>
              <a:buNone/>
            </a:pPr>
            <a:r>
              <a:rPr lang="en-IN" sz="3700" b="0" i="0" u="none" strike="noStrike" cap="none">
                <a:solidFill>
                  <a:schemeClr val="lt1"/>
                </a:solidFill>
                <a:latin typeface="Roboto"/>
                <a:ea typeface="Roboto"/>
                <a:cs typeface="Roboto"/>
                <a:sym typeface="Roboto"/>
              </a:rPr>
              <a:t>THANK YOU</a:t>
            </a:r>
            <a:endParaRPr sz="3700" b="0" i="0" u="none" strike="noStrike" cap="none">
              <a:solidFill>
                <a:schemeClr val="lt1"/>
              </a:solidFill>
              <a:latin typeface="Roboto"/>
              <a:ea typeface="Roboto"/>
              <a:cs typeface="Roboto"/>
              <a:sym typeface="Roboto"/>
            </a:endParaRPr>
          </a:p>
        </p:txBody>
      </p:sp>
      <p:pic>
        <p:nvPicPr>
          <p:cNvPr id="465" name="Google Shape;465;p65"/>
          <p:cNvPicPr preferRelativeResize="0"/>
          <p:nvPr/>
        </p:nvPicPr>
        <p:blipFill rotWithShape="1">
          <a:blip r:embed="rId4">
            <a:alphaModFix/>
          </a:blip>
          <a:srcRect/>
          <a:stretch/>
        </p:blipFill>
        <p:spPr>
          <a:xfrm>
            <a:off x="1752016" y="4591075"/>
            <a:ext cx="338156" cy="338150"/>
          </a:xfrm>
          <a:prstGeom prst="rect">
            <a:avLst/>
          </a:prstGeom>
          <a:noFill/>
          <a:ln>
            <a:noFill/>
          </a:ln>
        </p:spPr>
      </p:pic>
      <p:pic>
        <p:nvPicPr>
          <p:cNvPr id="466" name="Google Shape;466;p65"/>
          <p:cNvPicPr preferRelativeResize="0"/>
          <p:nvPr/>
        </p:nvPicPr>
        <p:blipFill rotWithShape="1">
          <a:blip r:embed="rId5">
            <a:alphaModFix/>
          </a:blip>
          <a:srcRect/>
          <a:stretch/>
        </p:blipFill>
        <p:spPr>
          <a:xfrm>
            <a:off x="3272650" y="4591075"/>
            <a:ext cx="338156" cy="338150"/>
          </a:xfrm>
          <a:prstGeom prst="rect">
            <a:avLst/>
          </a:prstGeom>
          <a:noFill/>
          <a:ln>
            <a:noFill/>
          </a:ln>
        </p:spPr>
      </p:pic>
      <p:sp>
        <p:nvSpPr>
          <p:cNvPr id="467" name="Google Shape;467;p65"/>
          <p:cNvSpPr txBox="1"/>
          <p:nvPr/>
        </p:nvSpPr>
        <p:spPr>
          <a:xfrm>
            <a:off x="1980750" y="4590801"/>
            <a:ext cx="1187100" cy="338524"/>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IN" sz="1000" b="0" i="0" u="none" strike="noStrike" cap="none">
                <a:solidFill>
                  <a:schemeClr val="lt1"/>
                </a:solidFill>
                <a:latin typeface="Roboto"/>
                <a:ea typeface="Roboto"/>
                <a:cs typeface="Roboto"/>
                <a:sym typeface="Roboto"/>
              </a:rPr>
              <a:t>+91 78150 95095</a:t>
            </a:r>
            <a:endParaRPr sz="1000" b="0" i="0" u="none" strike="noStrike" cap="none">
              <a:solidFill>
                <a:schemeClr val="lt1"/>
              </a:solidFill>
              <a:latin typeface="Roboto"/>
              <a:ea typeface="Roboto"/>
              <a:cs typeface="Roboto"/>
              <a:sym typeface="Roboto"/>
            </a:endParaRPr>
          </a:p>
        </p:txBody>
      </p:sp>
      <p:cxnSp>
        <p:nvCxnSpPr>
          <p:cNvPr id="468" name="Google Shape;468;p65"/>
          <p:cNvCxnSpPr/>
          <p:nvPr/>
        </p:nvCxnSpPr>
        <p:spPr>
          <a:xfrm rot="10800000">
            <a:off x="3220250" y="4619675"/>
            <a:ext cx="0" cy="300000"/>
          </a:xfrm>
          <a:prstGeom prst="straightConnector1">
            <a:avLst/>
          </a:prstGeom>
          <a:noFill/>
          <a:ln w="9525" cap="flat" cmpd="sng">
            <a:solidFill>
              <a:schemeClr val="lt1"/>
            </a:solidFill>
            <a:prstDash val="solid"/>
            <a:round/>
            <a:headEnd type="none" w="sm" len="sm"/>
            <a:tailEnd type="none" w="sm" len="sm"/>
          </a:ln>
        </p:spPr>
      </p:cxnSp>
      <p:sp>
        <p:nvSpPr>
          <p:cNvPr id="469" name="Google Shape;469;p65"/>
          <p:cNvSpPr txBox="1"/>
          <p:nvPr/>
        </p:nvSpPr>
        <p:spPr>
          <a:xfrm>
            <a:off x="3519050" y="4590801"/>
            <a:ext cx="1934700" cy="338524"/>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IN" sz="1000" b="0" i="0" u="none" strike="noStrike" cap="none">
                <a:solidFill>
                  <a:schemeClr val="lt1"/>
                </a:solidFill>
                <a:latin typeface="Roboto"/>
                <a:ea typeface="Roboto"/>
                <a:cs typeface="Roboto"/>
                <a:sym typeface="Roboto"/>
              </a:rPr>
              <a:t>codemithra@ethnus.com</a:t>
            </a:r>
            <a:endParaRPr sz="1000" b="0" i="0" u="none" strike="noStrike" cap="none">
              <a:solidFill>
                <a:schemeClr val="lt1"/>
              </a:solidFill>
              <a:latin typeface="Roboto"/>
              <a:ea typeface="Roboto"/>
              <a:cs typeface="Roboto"/>
              <a:sym typeface="Roboto"/>
            </a:endParaRPr>
          </a:p>
        </p:txBody>
      </p:sp>
      <p:pic>
        <p:nvPicPr>
          <p:cNvPr id="470" name="Google Shape;470;p65"/>
          <p:cNvPicPr preferRelativeResize="0"/>
          <p:nvPr/>
        </p:nvPicPr>
        <p:blipFill rotWithShape="1">
          <a:blip r:embed="rId6">
            <a:alphaModFix/>
          </a:blip>
          <a:srcRect/>
          <a:stretch/>
        </p:blipFill>
        <p:spPr>
          <a:xfrm>
            <a:off x="5223771" y="4591063"/>
            <a:ext cx="338156" cy="338150"/>
          </a:xfrm>
          <a:prstGeom prst="rect">
            <a:avLst/>
          </a:prstGeom>
          <a:noFill/>
          <a:ln>
            <a:noFill/>
          </a:ln>
        </p:spPr>
      </p:pic>
      <p:sp>
        <p:nvSpPr>
          <p:cNvPr id="471" name="Google Shape;471;p65"/>
          <p:cNvSpPr txBox="1"/>
          <p:nvPr/>
        </p:nvSpPr>
        <p:spPr>
          <a:xfrm>
            <a:off x="5457275" y="4590801"/>
            <a:ext cx="1934700" cy="338524"/>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IN" sz="1000" b="0" i="0" u="none" strike="noStrike" cap="none">
                <a:solidFill>
                  <a:schemeClr val="lt1"/>
                </a:solidFill>
                <a:latin typeface="Roboto"/>
                <a:ea typeface="Roboto"/>
                <a:cs typeface="Roboto"/>
                <a:sym typeface="Roboto"/>
              </a:rPr>
              <a:t>www.codemithra.com</a:t>
            </a:r>
            <a:endParaRPr sz="1000" b="0" i="0" u="none" strike="noStrike" cap="none">
              <a:solidFill>
                <a:schemeClr val="lt1"/>
              </a:solidFill>
              <a:latin typeface="Roboto"/>
              <a:ea typeface="Roboto"/>
              <a:cs typeface="Roboto"/>
              <a:sym typeface="Roboto"/>
            </a:endParaRPr>
          </a:p>
        </p:txBody>
      </p:sp>
      <p:cxnSp>
        <p:nvCxnSpPr>
          <p:cNvPr id="472" name="Google Shape;472;p65"/>
          <p:cNvCxnSpPr/>
          <p:nvPr/>
        </p:nvCxnSpPr>
        <p:spPr>
          <a:xfrm rot="10800000">
            <a:off x="5166625" y="4610150"/>
            <a:ext cx="0" cy="300000"/>
          </a:xfrm>
          <a:prstGeom prst="straightConnector1">
            <a:avLst/>
          </a:prstGeom>
          <a:noFill/>
          <a:ln w="9525" cap="flat" cmpd="sng">
            <a:solidFill>
              <a:schemeClr val="lt1"/>
            </a:solidFill>
            <a:prstDash val="solid"/>
            <a:round/>
            <a:headEnd type="none" w="sm" len="sm"/>
            <a:tailEnd type="none" w="sm" len="sm"/>
          </a:ln>
        </p:spPr>
      </p:cxn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119</TotalTime>
  <Words>1930</Words>
  <Application>Microsoft Office PowerPoint</Application>
  <PresentationFormat>On-screen Show (16:9)</PresentationFormat>
  <Paragraphs>331</Paragraphs>
  <Slides>31</Slides>
  <Notes>11</Notes>
  <HiddenSlides>0</HiddenSlides>
  <MMClips>0</MMClips>
  <ScaleCrop>false</ScaleCrop>
  <HeadingPairs>
    <vt:vector size="6" baseType="variant">
      <vt:variant>
        <vt:lpstr>Fonts Used</vt:lpstr>
      </vt:variant>
      <vt:variant>
        <vt:i4>4</vt:i4>
      </vt:variant>
      <vt:variant>
        <vt:lpstr>Theme</vt:lpstr>
      </vt:variant>
      <vt:variant>
        <vt:i4>3</vt:i4>
      </vt:variant>
      <vt:variant>
        <vt:lpstr>Slide Titles</vt:lpstr>
      </vt:variant>
      <vt:variant>
        <vt:i4>31</vt:i4>
      </vt:variant>
    </vt:vector>
  </HeadingPairs>
  <TitlesOfParts>
    <vt:vector size="38" baseType="lpstr">
      <vt:lpstr>Wingdings</vt:lpstr>
      <vt:lpstr>Roboto</vt:lpstr>
      <vt:lpstr>Consolas</vt:lpstr>
      <vt:lpstr>Arial</vt:lpstr>
      <vt:lpstr>Simple Light</vt:lpstr>
      <vt:lpstr>Simple Light</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pooja ram</dc:creator>
  <cp:lastModifiedBy>dheebanrajips@gmail.com</cp:lastModifiedBy>
  <cp:revision>2</cp:revision>
  <dcterms:created xsi:type="dcterms:W3CDTF">2022-10-05T06:20:26Z</dcterms:created>
  <dcterms:modified xsi:type="dcterms:W3CDTF">2024-09-03T09:06:56Z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5AF2CBCEB9C44D759E6C7127A2DBAAD4</vt:lpwstr>
  </property>
  <property fmtid="{D5CDD505-2E9C-101B-9397-08002B2CF9AE}" pid="3" name="KSOProductBuildVer">
    <vt:lpwstr>1033-11.2.0.11341</vt:lpwstr>
  </property>
</Properties>
</file>