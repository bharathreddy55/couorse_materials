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Lst>
  <p:sldSz cy="6858000" cx="12192000"/>
  <p:notesSz cx="6858000" cy="9144000"/>
  <p:embeddedFontLst>
    <p:embeddedFont>
      <p:font typeface="Roboto Black"/>
      <p:bold r:id="rId35"/>
      <p:boldItalic r:id="rId36"/>
    </p:embeddedFont>
    <p:embeddedFont>
      <p:font typeface="Roboto"/>
      <p:regular r:id="rId37"/>
      <p:bold r:id="rId38"/>
      <p:italic r:id="rId39"/>
      <p:boldItalic r:id="rId40"/>
    </p:embeddedFont>
    <p:embeddedFont>
      <p:font typeface="Roboto Medium"/>
      <p:regular r:id="rId41"/>
      <p:bold r:id="rId42"/>
      <p:italic r:id="rId43"/>
      <p:boldItalic r:id="rId4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45" roundtripDataSignature="AMtx7mj+p+3b3I7CBnHy5TiSNS3FZxkJy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0AD5841-012E-4942-8C47-C39BE2EA15CC}">
  <a:tblStyle styleId="{00AD5841-012E-4942-8C47-C39BE2EA15CC}"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font" Target="fonts/Roboto-boldItalic.fntdata"/><Relationship Id="rId20" Type="http://schemas.openxmlformats.org/officeDocument/2006/relationships/slide" Target="slides/slide15.xml"/><Relationship Id="rId42" Type="http://schemas.openxmlformats.org/officeDocument/2006/relationships/font" Target="fonts/RobotoMedium-bold.fntdata"/><Relationship Id="rId41" Type="http://schemas.openxmlformats.org/officeDocument/2006/relationships/font" Target="fonts/RobotoMedium-regular.fntdata"/><Relationship Id="rId22" Type="http://schemas.openxmlformats.org/officeDocument/2006/relationships/slide" Target="slides/slide17.xml"/><Relationship Id="rId44" Type="http://schemas.openxmlformats.org/officeDocument/2006/relationships/font" Target="fonts/RobotoMedium-boldItalic.fntdata"/><Relationship Id="rId21" Type="http://schemas.openxmlformats.org/officeDocument/2006/relationships/slide" Target="slides/slide16.xml"/><Relationship Id="rId43" Type="http://schemas.openxmlformats.org/officeDocument/2006/relationships/font" Target="fonts/RobotoMedium-italic.fntdata"/><Relationship Id="rId24" Type="http://schemas.openxmlformats.org/officeDocument/2006/relationships/slide" Target="slides/slide19.xml"/><Relationship Id="rId23" Type="http://schemas.openxmlformats.org/officeDocument/2006/relationships/slide" Target="slides/slide18.xml"/><Relationship Id="rId45" Type="http://customschemas.google.com/relationships/presentationmetadata" Target="meta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font" Target="fonts/RobotoBlack-bold.fntdata"/><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font" Target="fonts/Roboto-regular.fntdata"/><Relationship Id="rId14" Type="http://schemas.openxmlformats.org/officeDocument/2006/relationships/slide" Target="slides/slide9.xml"/><Relationship Id="rId36" Type="http://schemas.openxmlformats.org/officeDocument/2006/relationships/font" Target="fonts/RobotoBlack-boldItalic.fntdata"/><Relationship Id="rId17" Type="http://schemas.openxmlformats.org/officeDocument/2006/relationships/slide" Target="slides/slide12.xml"/><Relationship Id="rId39" Type="http://schemas.openxmlformats.org/officeDocument/2006/relationships/font" Target="fonts/Roboto-italic.fntdata"/><Relationship Id="rId16" Type="http://schemas.openxmlformats.org/officeDocument/2006/relationships/slide" Target="slides/slide11.xml"/><Relationship Id="rId38" Type="http://schemas.openxmlformats.org/officeDocument/2006/relationships/font" Target="fonts/Roboto-bold.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6" name="Google Shape;96;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Calibri"/>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2:notes"/>
          <p:cNvSpPr/>
          <p:nvPr>
            <p:ph idx="2" type="sldImg"/>
          </p:nvPr>
        </p:nvSpPr>
        <p:spPr>
          <a:xfrm>
            <a:off x="685800" y="1143000"/>
            <a:ext cx="5484813"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5" name="Google Shape;105;p2:notes"/>
          <p:cNvSpPr txBox="1"/>
          <p:nvPr>
            <p:ph idx="1" type="body"/>
          </p:nvPr>
        </p:nvSpPr>
        <p:spPr>
          <a:xfrm>
            <a:off x="685800" y="4400640"/>
            <a:ext cx="5486040" cy="360036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200"/>
              <a:buFont typeface="Calibri"/>
              <a:buNone/>
            </a:pPr>
            <a:r>
              <a:t/>
            </a:r>
            <a:endParaRPr b="0" sz="1200" strike="noStrike">
              <a:latin typeface="Roboto"/>
              <a:ea typeface="Roboto"/>
              <a:cs typeface="Roboto"/>
              <a:sym typeface="Roboto"/>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2" name="Google Shape;112;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Calibri"/>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0" name="Google Shape;120;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Calibri"/>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0" name="Google Shape;130;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Calibri"/>
              <a:buNone/>
            </a:pPr>
            <a:r>
              <a:t/>
            </a:r>
            <a:endParaRPr>
              <a:solidFill>
                <a:schemeClr val="dk1"/>
              </a:solidFill>
              <a:latin typeface="Roboto"/>
              <a:ea typeface="Roboto"/>
              <a:cs typeface="Roboto"/>
              <a:sym typeface="Roboto"/>
            </a:endParaRPr>
          </a:p>
          <a:p>
            <a:pPr indent="0" lvl="0" marL="457200" rtl="0" algn="l">
              <a:lnSpc>
                <a:spcPct val="100000"/>
              </a:lnSpc>
              <a:spcBef>
                <a:spcPts val="0"/>
              </a:spcBef>
              <a:spcAft>
                <a:spcPts val="0"/>
              </a:spcAft>
              <a:buClr>
                <a:schemeClr val="dk1"/>
              </a:buClr>
              <a:buSzPts val="1100"/>
              <a:buFont typeface="Calibri"/>
              <a:buNone/>
            </a:pPr>
            <a:r>
              <a:t/>
            </a:r>
            <a:endParaRPr>
              <a:solidFill>
                <a:schemeClr val="dk1"/>
              </a:solidFill>
              <a:latin typeface="Roboto"/>
              <a:ea typeface="Roboto"/>
              <a:cs typeface="Roboto"/>
              <a:sym typeface="Roboto"/>
            </a:endParaRPr>
          </a:p>
          <a:p>
            <a:pPr indent="0" lvl="0" marL="0" rtl="0" algn="l">
              <a:lnSpc>
                <a:spcPct val="100000"/>
              </a:lnSpc>
              <a:spcBef>
                <a:spcPts val="0"/>
              </a:spcBef>
              <a:spcAft>
                <a:spcPts val="0"/>
              </a:spcAft>
              <a:buClr>
                <a:schemeClr val="dk1"/>
              </a:buClr>
              <a:buSzPts val="1100"/>
              <a:buFont typeface="Calibri"/>
              <a:buNone/>
            </a:pPr>
            <a:r>
              <a:t/>
            </a:r>
            <a:endParaRPr sz="1200">
              <a:solidFill>
                <a:schemeClr val="dk1"/>
              </a:solidFill>
              <a:latin typeface="Roboto"/>
              <a:ea typeface="Roboto"/>
              <a:cs typeface="Roboto"/>
              <a:sym typeface="Roboto"/>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6:notes"/>
          <p:cNvSpPr/>
          <p:nvPr>
            <p:ph idx="2" type="sldImg"/>
          </p:nvPr>
        </p:nvSpPr>
        <p:spPr>
          <a:xfrm>
            <a:off x="685800" y="1143000"/>
            <a:ext cx="5484813"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5" name="Google Shape;135;p6:notes"/>
          <p:cNvSpPr txBox="1"/>
          <p:nvPr>
            <p:ph idx="1" type="body"/>
          </p:nvPr>
        </p:nvSpPr>
        <p:spPr>
          <a:xfrm>
            <a:off x="685800" y="4400640"/>
            <a:ext cx="5486040" cy="360036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100"/>
              <a:buFont typeface="Calibri"/>
              <a:buNone/>
            </a:pPr>
            <a:r>
              <a:t/>
            </a:r>
            <a:endParaRPr b="0" sz="1200" strike="noStrike">
              <a:latin typeface="Roboto"/>
              <a:ea typeface="Roboto"/>
              <a:cs typeface="Roboto"/>
              <a:sym typeface="Roboto"/>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7:notes"/>
          <p:cNvSpPr/>
          <p:nvPr>
            <p:ph idx="2" type="sldImg"/>
          </p:nvPr>
        </p:nvSpPr>
        <p:spPr>
          <a:xfrm>
            <a:off x="685800" y="1143000"/>
            <a:ext cx="5484813"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9" name="Google Shape;149;p7:notes"/>
          <p:cNvSpPr txBox="1"/>
          <p:nvPr>
            <p:ph idx="1" type="body"/>
          </p:nvPr>
        </p:nvSpPr>
        <p:spPr>
          <a:xfrm>
            <a:off x="685800" y="4400640"/>
            <a:ext cx="5486040" cy="360036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100"/>
              <a:buFont typeface="Calibri"/>
              <a:buNone/>
            </a:pPr>
            <a:r>
              <a:t/>
            </a:r>
            <a:endParaRPr b="0" sz="1200" strike="noStrike">
              <a:latin typeface="Roboto"/>
              <a:ea typeface="Roboto"/>
              <a:cs typeface="Roboto"/>
              <a:sym typeface="Roboto"/>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8:notes"/>
          <p:cNvSpPr/>
          <p:nvPr>
            <p:ph idx="2" type="sldImg"/>
          </p:nvPr>
        </p:nvSpPr>
        <p:spPr>
          <a:xfrm>
            <a:off x="685800" y="1143000"/>
            <a:ext cx="5484813"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0" name="Google Shape;170;p8:notes"/>
          <p:cNvSpPr txBox="1"/>
          <p:nvPr>
            <p:ph idx="1" type="body"/>
          </p:nvPr>
        </p:nvSpPr>
        <p:spPr>
          <a:xfrm>
            <a:off x="685800" y="4400640"/>
            <a:ext cx="5486040" cy="360036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100"/>
              <a:buFont typeface="Calibri"/>
              <a:buNone/>
            </a:pPr>
            <a:r>
              <a:t/>
            </a:r>
            <a:endParaRPr b="0" sz="1200" strike="noStrike">
              <a:latin typeface="Roboto"/>
              <a:ea typeface="Roboto"/>
              <a:cs typeface="Roboto"/>
              <a:sym typeface="Roboto"/>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9:notes"/>
          <p:cNvSpPr/>
          <p:nvPr>
            <p:ph idx="2" type="sldImg"/>
          </p:nvPr>
        </p:nvSpPr>
        <p:spPr>
          <a:xfrm>
            <a:off x="685800" y="1143000"/>
            <a:ext cx="5484813"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5" name="Google Shape;185;p9:notes"/>
          <p:cNvSpPr txBox="1"/>
          <p:nvPr>
            <p:ph idx="1" type="body"/>
          </p:nvPr>
        </p:nvSpPr>
        <p:spPr>
          <a:xfrm>
            <a:off x="685800" y="4400640"/>
            <a:ext cx="5486040" cy="360036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100"/>
              <a:buFont typeface="Calibri"/>
              <a:buNone/>
            </a:pPr>
            <a:r>
              <a:t/>
            </a:r>
            <a:endParaRPr b="0" sz="1200" strike="noStrike">
              <a:latin typeface="Roboto"/>
              <a:ea typeface="Roboto"/>
              <a:cs typeface="Roboto"/>
              <a:sym typeface="Roboto"/>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10:notes"/>
          <p:cNvSpPr/>
          <p:nvPr>
            <p:ph idx="2" type="sldImg"/>
          </p:nvPr>
        </p:nvSpPr>
        <p:spPr>
          <a:xfrm>
            <a:off x="685800" y="1143000"/>
            <a:ext cx="5484813"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4" name="Google Shape;194;p10:notes"/>
          <p:cNvSpPr txBox="1"/>
          <p:nvPr>
            <p:ph idx="1" type="body"/>
          </p:nvPr>
        </p:nvSpPr>
        <p:spPr>
          <a:xfrm>
            <a:off x="685800" y="4400640"/>
            <a:ext cx="5486040" cy="360036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100"/>
              <a:buFont typeface="Calibri"/>
              <a:buNone/>
            </a:pPr>
            <a:r>
              <a:t/>
            </a:r>
            <a:endParaRPr b="0" sz="1200" strike="noStrike">
              <a:latin typeface="Roboto"/>
              <a:ea typeface="Roboto"/>
              <a:cs typeface="Roboto"/>
              <a:sym typeface="Roboto"/>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11:notes"/>
          <p:cNvSpPr/>
          <p:nvPr>
            <p:ph idx="2" type="sldImg"/>
          </p:nvPr>
        </p:nvSpPr>
        <p:spPr>
          <a:xfrm>
            <a:off x="685800" y="1143000"/>
            <a:ext cx="5484813"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4" name="Google Shape;204;p11:notes"/>
          <p:cNvSpPr txBox="1"/>
          <p:nvPr>
            <p:ph idx="1" type="body"/>
          </p:nvPr>
        </p:nvSpPr>
        <p:spPr>
          <a:xfrm>
            <a:off x="685800" y="4400640"/>
            <a:ext cx="5486040" cy="360036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100"/>
              <a:buFont typeface="Calibri"/>
              <a:buNone/>
            </a:pPr>
            <a:r>
              <a:t/>
            </a:r>
            <a:endParaRPr b="0" sz="1200" strike="noStrike">
              <a:latin typeface="Roboto"/>
              <a:ea typeface="Roboto"/>
              <a:cs typeface="Roboto"/>
              <a:sym typeface="Roboto"/>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12:notes"/>
          <p:cNvSpPr/>
          <p:nvPr>
            <p:ph idx="2" type="sldImg"/>
          </p:nvPr>
        </p:nvSpPr>
        <p:spPr>
          <a:xfrm>
            <a:off x="685800" y="1143000"/>
            <a:ext cx="5484813"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3" name="Google Shape;213;p12:notes"/>
          <p:cNvSpPr txBox="1"/>
          <p:nvPr>
            <p:ph idx="1" type="body"/>
          </p:nvPr>
        </p:nvSpPr>
        <p:spPr>
          <a:xfrm>
            <a:off x="685800" y="4400640"/>
            <a:ext cx="5486040" cy="360036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100"/>
              <a:buFont typeface="Calibri"/>
              <a:buNone/>
            </a:pPr>
            <a:r>
              <a:t/>
            </a:r>
            <a:endParaRPr b="0" sz="1200" strike="noStrike">
              <a:latin typeface="Roboto"/>
              <a:ea typeface="Roboto"/>
              <a:cs typeface="Roboto"/>
              <a:sym typeface="Roboto"/>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13:notes"/>
          <p:cNvSpPr/>
          <p:nvPr>
            <p:ph idx="2" type="sldImg"/>
          </p:nvPr>
        </p:nvSpPr>
        <p:spPr>
          <a:xfrm>
            <a:off x="685800" y="1143000"/>
            <a:ext cx="5484813"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3" name="Google Shape;223;p13:notes"/>
          <p:cNvSpPr txBox="1"/>
          <p:nvPr>
            <p:ph idx="1" type="body"/>
          </p:nvPr>
        </p:nvSpPr>
        <p:spPr>
          <a:xfrm>
            <a:off x="685800" y="4400640"/>
            <a:ext cx="5486040" cy="360036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100"/>
              <a:buFont typeface="Calibri"/>
              <a:buNone/>
            </a:pPr>
            <a:r>
              <a:t/>
            </a:r>
            <a:endParaRPr b="0" sz="1200" strike="noStrike">
              <a:latin typeface="Roboto"/>
              <a:ea typeface="Roboto"/>
              <a:cs typeface="Roboto"/>
              <a:sym typeface="Roboto"/>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p14:notes"/>
          <p:cNvSpPr/>
          <p:nvPr>
            <p:ph idx="2" type="sldImg"/>
          </p:nvPr>
        </p:nvSpPr>
        <p:spPr>
          <a:xfrm>
            <a:off x="685800" y="1143000"/>
            <a:ext cx="5484813"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2" name="Google Shape;232;p14:notes"/>
          <p:cNvSpPr txBox="1"/>
          <p:nvPr>
            <p:ph idx="1" type="body"/>
          </p:nvPr>
        </p:nvSpPr>
        <p:spPr>
          <a:xfrm>
            <a:off x="685800" y="4400640"/>
            <a:ext cx="5486040" cy="360036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100"/>
              <a:buFont typeface="Calibri"/>
              <a:buNone/>
            </a:pPr>
            <a:r>
              <a:t/>
            </a:r>
            <a:endParaRPr b="0" sz="1200" strike="noStrike">
              <a:latin typeface="Roboto"/>
              <a:ea typeface="Roboto"/>
              <a:cs typeface="Roboto"/>
              <a:sym typeface="Roboto"/>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15:notes"/>
          <p:cNvSpPr/>
          <p:nvPr>
            <p:ph idx="2" type="sldImg"/>
          </p:nvPr>
        </p:nvSpPr>
        <p:spPr>
          <a:xfrm>
            <a:off x="685800" y="1143000"/>
            <a:ext cx="5484813"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0" name="Google Shape;240;p15:notes"/>
          <p:cNvSpPr txBox="1"/>
          <p:nvPr>
            <p:ph idx="1" type="body"/>
          </p:nvPr>
        </p:nvSpPr>
        <p:spPr>
          <a:xfrm>
            <a:off x="685800" y="4400640"/>
            <a:ext cx="5486040" cy="360036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100"/>
              <a:buFont typeface="Calibri"/>
              <a:buNone/>
            </a:pPr>
            <a:r>
              <a:t/>
            </a:r>
            <a:endParaRPr b="0" sz="1200" strike="noStrike">
              <a:latin typeface="Roboto"/>
              <a:ea typeface="Roboto"/>
              <a:cs typeface="Roboto"/>
              <a:sym typeface="Roboto"/>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16:notes"/>
          <p:cNvSpPr/>
          <p:nvPr>
            <p:ph idx="2" type="sldImg"/>
          </p:nvPr>
        </p:nvSpPr>
        <p:spPr>
          <a:xfrm>
            <a:off x="685800" y="1143000"/>
            <a:ext cx="5484813"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7" name="Google Shape;247;p16:notes"/>
          <p:cNvSpPr txBox="1"/>
          <p:nvPr>
            <p:ph idx="1" type="body"/>
          </p:nvPr>
        </p:nvSpPr>
        <p:spPr>
          <a:xfrm>
            <a:off x="685800" y="4400640"/>
            <a:ext cx="5486040" cy="360036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100"/>
              <a:buFont typeface="Calibri"/>
              <a:buNone/>
            </a:pPr>
            <a:r>
              <a:t/>
            </a:r>
            <a:endParaRPr b="0" sz="1200" strike="noStrike">
              <a:latin typeface="Roboto"/>
              <a:ea typeface="Roboto"/>
              <a:cs typeface="Roboto"/>
              <a:sym typeface="Roboto"/>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17:notes"/>
          <p:cNvSpPr/>
          <p:nvPr>
            <p:ph idx="2" type="sldImg"/>
          </p:nvPr>
        </p:nvSpPr>
        <p:spPr>
          <a:xfrm>
            <a:off x="685800" y="1143000"/>
            <a:ext cx="5484813"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4" name="Google Shape;254;p17:notes"/>
          <p:cNvSpPr txBox="1"/>
          <p:nvPr>
            <p:ph idx="1" type="body"/>
          </p:nvPr>
        </p:nvSpPr>
        <p:spPr>
          <a:xfrm>
            <a:off x="685800" y="4400640"/>
            <a:ext cx="5486040" cy="360036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100"/>
              <a:buFont typeface="Calibri"/>
              <a:buNone/>
            </a:pPr>
            <a:r>
              <a:t/>
            </a:r>
            <a:endParaRPr b="0" sz="1200" strike="noStrike">
              <a:latin typeface="Roboto"/>
              <a:ea typeface="Roboto"/>
              <a:cs typeface="Roboto"/>
              <a:sym typeface="Roboto"/>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2e22fa3ebca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2" name="Google Shape;262;g2e22fa3ebca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2" name="Google Shape;272;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Calibri"/>
              <a:buNone/>
            </a:pPr>
            <a:r>
              <a:t/>
            </a:r>
            <a:endParaRPr>
              <a:solidFill>
                <a:schemeClr val="dk1"/>
              </a:solidFill>
              <a:latin typeface="Roboto"/>
              <a:ea typeface="Roboto"/>
              <a:cs typeface="Roboto"/>
              <a:sym typeface="Roboto"/>
            </a:endParaRPr>
          </a:p>
          <a:p>
            <a:pPr indent="0" lvl="0" marL="457200" rtl="0" algn="l">
              <a:lnSpc>
                <a:spcPct val="100000"/>
              </a:lnSpc>
              <a:spcBef>
                <a:spcPts val="0"/>
              </a:spcBef>
              <a:spcAft>
                <a:spcPts val="0"/>
              </a:spcAft>
              <a:buClr>
                <a:schemeClr val="dk1"/>
              </a:buClr>
              <a:buSzPts val="1100"/>
              <a:buFont typeface="Calibri"/>
              <a:buNone/>
            </a:pPr>
            <a:r>
              <a:t/>
            </a:r>
            <a:endParaRPr>
              <a:solidFill>
                <a:schemeClr val="dk1"/>
              </a:solidFill>
              <a:latin typeface="Roboto"/>
              <a:ea typeface="Roboto"/>
              <a:cs typeface="Roboto"/>
              <a:sym typeface="Roboto"/>
            </a:endParaRPr>
          </a:p>
          <a:p>
            <a:pPr indent="0" lvl="0" marL="0" rtl="0" algn="l">
              <a:lnSpc>
                <a:spcPct val="100000"/>
              </a:lnSpc>
              <a:spcBef>
                <a:spcPts val="0"/>
              </a:spcBef>
              <a:spcAft>
                <a:spcPts val="0"/>
              </a:spcAft>
              <a:buClr>
                <a:schemeClr val="dk1"/>
              </a:buClr>
              <a:buSzPts val="1100"/>
              <a:buFont typeface="Calibri"/>
              <a:buNone/>
            </a:pPr>
            <a:r>
              <a:t/>
            </a:r>
            <a:endParaRPr sz="1200">
              <a:solidFill>
                <a:schemeClr val="dk1"/>
              </a:solidFill>
              <a:latin typeface="Roboto"/>
              <a:ea typeface="Roboto"/>
              <a:cs typeface="Roboto"/>
              <a:sym typeface="Roboto"/>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p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0" name="Google Shape;280;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Calibri"/>
              <a:buNone/>
            </a:pPr>
            <a:r>
              <a:t/>
            </a:r>
            <a:endParaRPr>
              <a:solidFill>
                <a:schemeClr val="dk1"/>
              </a:solidFill>
              <a:latin typeface="Roboto"/>
              <a:ea typeface="Roboto"/>
              <a:cs typeface="Roboto"/>
              <a:sym typeface="Roboto"/>
            </a:endParaRPr>
          </a:p>
          <a:p>
            <a:pPr indent="0" lvl="0" marL="457200" rtl="0" algn="l">
              <a:lnSpc>
                <a:spcPct val="100000"/>
              </a:lnSpc>
              <a:spcBef>
                <a:spcPts val="0"/>
              </a:spcBef>
              <a:spcAft>
                <a:spcPts val="0"/>
              </a:spcAft>
              <a:buClr>
                <a:schemeClr val="dk1"/>
              </a:buClr>
              <a:buSzPts val="1100"/>
              <a:buFont typeface="Calibri"/>
              <a:buNone/>
            </a:pPr>
            <a:r>
              <a:t/>
            </a:r>
            <a:endParaRPr>
              <a:solidFill>
                <a:schemeClr val="dk1"/>
              </a:solidFill>
              <a:latin typeface="Roboto"/>
              <a:ea typeface="Roboto"/>
              <a:cs typeface="Roboto"/>
              <a:sym typeface="Roboto"/>
            </a:endParaRPr>
          </a:p>
          <a:p>
            <a:pPr indent="0" lvl="0" marL="0" rtl="0" algn="l">
              <a:lnSpc>
                <a:spcPct val="100000"/>
              </a:lnSpc>
              <a:spcBef>
                <a:spcPts val="0"/>
              </a:spcBef>
              <a:spcAft>
                <a:spcPts val="0"/>
              </a:spcAft>
              <a:buClr>
                <a:schemeClr val="dk1"/>
              </a:buClr>
              <a:buSzPts val="1100"/>
              <a:buFont typeface="Calibri"/>
              <a:buNone/>
            </a:pPr>
            <a:r>
              <a:t/>
            </a:r>
            <a:endParaRPr sz="1200">
              <a:solidFill>
                <a:schemeClr val="dk1"/>
              </a:solidFill>
              <a:latin typeface="Roboto"/>
              <a:ea typeface="Roboto"/>
              <a:cs typeface="Roboto"/>
              <a:sym typeface="Roboto"/>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p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8" name="Google Shape;288;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Calibri"/>
              <a:buNone/>
            </a:pPr>
            <a:r>
              <a:t/>
            </a:r>
            <a:endParaRPr>
              <a:solidFill>
                <a:schemeClr val="dk1"/>
              </a:solidFill>
              <a:latin typeface="Roboto"/>
              <a:ea typeface="Roboto"/>
              <a:cs typeface="Roboto"/>
              <a:sym typeface="Roboto"/>
            </a:endParaRPr>
          </a:p>
          <a:p>
            <a:pPr indent="0" lvl="0" marL="457200" rtl="0" algn="l">
              <a:lnSpc>
                <a:spcPct val="100000"/>
              </a:lnSpc>
              <a:spcBef>
                <a:spcPts val="0"/>
              </a:spcBef>
              <a:spcAft>
                <a:spcPts val="0"/>
              </a:spcAft>
              <a:buClr>
                <a:schemeClr val="dk1"/>
              </a:buClr>
              <a:buSzPts val="1100"/>
              <a:buFont typeface="Calibri"/>
              <a:buNone/>
            </a:pPr>
            <a:r>
              <a:t/>
            </a:r>
            <a:endParaRPr>
              <a:solidFill>
                <a:schemeClr val="dk1"/>
              </a:solidFill>
              <a:latin typeface="Roboto"/>
              <a:ea typeface="Roboto"/>
              <a:cs typeface="Roboto"/>
              <a:sym typeface="Roboto"/>
            </a:endParaRPr>
          </a:p>
          <a:p>
            <a:pPr indent="0" lvl="0" marL="0" rtl="0" algn="l">
              <a:lnSpc>
                <a:spcPct val="100000"/>
              </a:lnSpc>
              <a:spcBef>
                <a:spcPts val="0"/>
              </a:spcBef>
              <a:spcAft>
                <a:spcPts val="0"/>
              </a:spcAft>
              <a:buClr>
                <a:schemeClr val="dk1"/>
              </a:buClr>
              <a:buSzPts val="1100"/>
              <a:buFont typeface="Calibri"/>
              <a:buNone/>
            </a:pPr>
            <a:r>
              <a:t/>
            </a:r>
            <a:endParaRPr sz="1200">
              <a:solidFill>
                <a:schemeClr val="dk1"/>
              </a:solidFill>
              <a:latin typeface="Roboto"/>
              <a:ea typeface="Roboto"/>
              <a:cs typeface="Roboto"/>
              <a:sym typeface="Roboto"/>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6" name="Google Shape;296;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Calibri"/>
              <a:buNone/>
            </a:pPr>
            <a:r>
              <a:t/>
            </a:r>
            <a:endParaRPr>
              <a:solidFill>
                <a:schemeClr val="dk1"/>
              </a:solidFill>
              <a:latin typeface="Roboto"/>
              <a:ea typeface="Roboto"/>
              <a:cs typeface="Roboto"/>
              <a:sym typeface="Roboto"/>
            </a:endParaRPr>
          </a:p>
          <a:p>
            <a:pPr indent="0" lvl="0" marL="457200" rtl="0" algn="l">
              <a:lnSpc>
                <a:spcPct val="100000"/>
              </a:lnSpc>
              <a:spcBef>
                <a:spcPts val="0"/>
              </a:spcBef>
              <a:spcAft>
                <a:spcPts val="0"/>
              </a:spcAft>
              <a:buClr>
                <a:schemeClr val="dk1"/>
              </a:buClr>
              <a:buSzPts val="1100"/>
              <a:buFont typeface="Calibri"/>
              <a:buNone/>
            </a:pPr>
            <a:r>
              <a:t/>
            </a:r>
            <a:endParaRPr>
              <a:solidFill>
                <a:schemeClr val="dk1"/>
              </a:solidFill>
              <a:latin typeface="Roboto"/>
              <a:ea typeface="Roboto"/>
              <a:cs typeface="Roboto"/>
              <a:sym typeface="Roboto"/>
            </a:endParaRPr>
          </a:p>
          <a:p>
            <a:pPr indent="0" lvl="0" marL="0" rtl="0" algn="l">
              <a:lnSpc>
                <a:spcPct val="100000"/>
              </a:lnSpc>
              <a:spcBef>
                <a:spcPts val="0"/>
              </a:spcBef>
              <a:spcAft>
                <a:spcPts val="0"/>
              </a:spcAft>
              <a:buClr>
                <a:schemeClr val="dk1"/>
              </a:buClr>
              <a:buSzPts val="1100"/>
              <a:buFont typeface="Calibri"/>
              <a:buNone/>
            </a:pPr>
            <a:r>
              <a:t/>
            </a:r>
            <a:endParaRPr sz="1200">
              <a:solidFill>
                <a:schemeClr val="dk1"/>
              </a:solidFill>
              <a:latin typeface="Roboto"/>
              <a:ea typeface="Roboto"/>
              <a:cs typeface="Roboto"/>
              <a:sym typeface="Roboto"/>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p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4" name="Google Shape;304;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Calibri"/>
              <a:buNone/>
            </a:pPr>
            <a:r>
              <a:t/>
            </a:r>
            <a:endParaRPr>
              <a:solidFill>
                <a:schemeClr val="dk1"/>
              </a:solidFill>
              <a:latin typeface="Roboto"/>
              <a:ea typeface="Roboto"/>
              <a:cs typeface="Roboto"/>
              <a:sym typeface="Roboto"/>
            </a:endParaRPr>
          </a:p>
          <a:p>
            <a:pPr indent="0" lvl="0" marL="457200" rtl="0" algn="l">
              <a:lnSpc>
                <a:spcPct val="100000"/>
              </a:lnSpc>
              <a:spcBef>
                <a:spcPts val="0"/>
              </a:spcBef>
              <a:spcAft>
                <a:spcPts val="0"/>
              </a:spcAft>
              <a:buClr>
                <a:schemeClr val="dk1"/>
              </a:buClr>
              <a:buSzPts val="1100"/>
              <a:buFont typeface="Calibri"/>
              <a:buNone/>
            </a:pPr>
            <a:r>
              <a:t/>
            </a:r>
            <a:endParaRPr>
              <a:solidFill>
                <a:schemeClr val="dk1"/>
              </a:solidFill>
              <a:latin typeface="Roboto"/>
              <a:ea typeface="Roboto"/>
              <a:cs typeface="Roboto"/>
              <a:sym typeface="Roboto"/>
            </a:endParaRPr>
          </a:p>
          <a:p>
            <a:pPr indent="0" lvl="0" marL="0" rtl="0" algn="l">
              <a:lnSpc>
                <a:spcPct val="100000"/>
              </a:lnSpc>
              <a:spcBef>
                <a:spcPts val="0"/>
              </a:spcBef>
              <a:spcAft>
                <a:spcPts val="0"/>
              </a:spcAft>
              <a:buClr>
                <a:schemeClr val="dk1"/>
              </a:buClr>
              <a:buSzPts val="1100"/>
              <a:buFont typeface="Calibri"/>
              <a:buNone/>
            </a:pPr>
            <a:r>
              <a:t/>
            </a:r>
            <a:endParaRPr sz="1200">
              <a:solidFill>
                <a:schemeClr val="dk1"/>
              </a:solidFill>
              <a:latin typeface="Roboto"/>
              <a:ea typeface="Roboto"/>
              <a:cs typeface="Roboto"/>
              <a:sym typeface="Roboto"/>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p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2" name="Google Shape;312;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Calibri"/>
              <a:buNone/>
            </a:pPr>
            <a:r>
              <a:t/>
            </a:r>
            <a:endParaRPr>
              <a:solidFill>
                <a:schemeClr val="dk1"/>
              </a:solidFill>
              <a:latin typeface="Roboto"/>
              <a:ea typeface="Roboto"/>
              <a:cs typeface="Roboto"/>
              <a:sym typeface="Roboto"/>
            </a:endParaRPr>
          </a:p>
          <a:p>
            <a:pPr indent="0" lvl="0" marL="457200" rtl="0" algn="l">
              <a:lnSpc>
                <a:spcPct val="100000"/>
              </a:lnSpc>
              <a:spcBef>
                <a:spcPts val="0"/>
              </a:spcBef>
              <a:spcAft>
                <a:spcPts val="0"/>
              </a:spcAft>
              <a:buClr>
                <a:schemeClr val="dk1"/>
              </a:buClr>
              <a:buSzPts val="1100"/>
              <a:buFont typeface="Calibri"/>
              <a:buNone/>
            </a:pPr>
            <a:r>
              <a:t/>
            </a:r>
            <a:endParaRPr>
              <a:solidFill>
                <a:schemeClr val="dk1"/>
              </a:solidFill>
              <a:latin typeface="Roboto"/>
              <a:ea typeface="Roboto"/>
              <a:cs typeface="Roboto"/>
              <a:sym typeface="Roboto"/>
            </a:endParaRPr>
          </a:p>
          <a:p>
            <a:pPr indent="0" lvl="0" marL="0" rtl="0" algn="l">
              <a:lnSpc>
                <a:spcPct val="100000"/>
              </a:lnSpc>
              <a:spcBef>
                <a:spcPts val="0"/>
              </a:spcBef>
              <a:spcAft>
                <a:spcPts val="0"/>
              </a:spcAft>
              <a:buClr>
                <a:schemeClr val="dk1"/>
              </a:buClr>
              <a:buSzPts val="1100"/>
              <a:buFont typeface="Calibri"/>
              <a:buNone/>
            </a:pPr>
            <a:r>
              <a:t/>
            </a:r>
            <a:endParaRPr sz="1200">
              <a:solidFill>
                <a:schemeClr val="dk1"/>
              </a:solidFill>
              <a:latin typeface="Roboto"/>
              <a:ea typeface="Roboto"/>
              <a:cs typeface="Roboto"/>
              <a:sym typeface="Roboto"/>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p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0" name="Google Shape;320;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Calibri"/>
              <a:buNone/>
            </a:pPr>
            <a:r>
              <a:t/>
            </a:r>
            <a:endParaRPr>
              <a:solidFill>
                <a:schemeClr val="dk1"/>
              </a:solidFill>
              <a:latin typeface="Roboto"/>
              <a:ea typeface="Roboto"/>
              <a:cs typeface="Roboto"/>
              <a:sym typeface="Roboto"/>
            </a:endParaRPr>
          </a:p>
          <a:p>
            <a:pPr indent="0" lvl="0" marL="457200" rtl="0" algn="l">
              <a:lnSpc>
                <a:spcPct val="100000"/>
              </a:lnSpc>
              <a:spcBef>
                <a:spcPts val="0"/>
              </a:spcBef>
              <a:spcAft>
                <a:spcPts val="0"/>
              </a:spcAft>
              <a:buClr>
                <a:schemeClr val="dk1"/>
              </a:buClr>
              <a:buSzPts val="1100"/>
              <a:buFont typeface="Calibri"/>
              <a:buNone/>
            </a:pPr>
            <a:r>
              <a:t/>
            </a:r>
            <a:endParaRPr>
              <a:solidFill>
                <a:schemeClr val="dk1"/>
              </a:solidFill>
              <a:latin typeface="Roboto"/>
              <a:ea typeface="Roboto"/>
              <a:cs typeface="Roboto"/>
              <a:sym typeface="Roboto"/>
            </a:endParaRPr>
          </a:p>
          <a:p>
            <a:pPr indent="0" lvl="0" marL="0" rtl="0" algn="l">
              <a:lnSpc>
                <a:spcPct val="100000"/>
              </a:lnSpc>
              <a:spcBef>
                <a:spcPts val="0"/>
              </a:spcBef>
              <a:spcAft>
                <a:spcPts val="0"/>
              </a:spcAft>
              <a:buClr>
                <a:schemeClr val="dk1"/>
              </a:buClr>
              <a:buSzPts val="1100"/>
              <a:buFont typeface="Calibri"/>
              <a:buNone/>
            </a:pPr>
            <a:r>
              <a:t/>
            </a:r>
            <a:endParaRPr sz="1200">
              <a:solidFill>
                <a:schemeClr val="dk1"/>
              </a:solidFill>
              <a:latin typeface="Roboto"/>
              <a:ea typeface="Roboto"/>
              <a:cs typeface="Roboto"/>
              <a:sym typeface="Roboto"/>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p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7" name="Google Shape;327;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Calibri"/>
              <a:buNone/>
            </a:pPr>
            <a:r>
              <a:t/>
            </a:r>
            <a:endParaRPr>
              <a:solidFill>
                <a:schemeClr val="dk1"/>
              </a:solidFill>
              <a:latin typeface="Roboto"/>
              <a:ea typeface="Roboto"/>
              <a:cs typeface="Roboto"/>
              <a:sym typeface="Roboto"/>
            </a:endParaRPr>
          </a:p>
          <a:p>
            <a:pPr indent="0" lvl="0" marL="457200" rtl="0" algn="l">
              <a:lnSpc>
                <a:spcPct val="100000"/>
              </a:lnSpc>
              <a:spcBef>
                <a:spcPts val="0"/>
              </a:spcBef>
              <a:spcAft>
                <a:spcPts val="0"/>
              </a:spcAft>
              <a:buClr>
                <a:schemeClr val="dk1"/>
              </a:buClr>
              <a:buSzPts val="1100"/>
              <a:buFont typeface="Calibri"/>
              <a:buNone/>
            </a:pPr>
            <a:r>
              <a:t/>
            </a:r>
            <a:endParaRPr>
              <a:solidFill>
                <a:schemeClr val="dk1"/>
              </a:solidFill>
              <a:latin typeface="Roboto"/>
              <a:ea typeface="Roboto"/>
              <a:cs typeface="Roboto"/>
              <a:sym typeface="Roboto"/>
            </a:endParaRPr>
          </a:p>
          <a:p>
            <a:pPr indent="0" lvl="0" marL="0" rtl="0" algn="l">
              <a:lnSpc>
                <a:spcPct val="100000"/>
              </a:lnSpc>
              <a:spcBef>
                <a:spcPts val="0"/>
              </a:spcBef>
              <a:spcAft>
                <a:spcPts val="0"/>
              </a:spcAft>
              <a:buClr>
                <a:schemeClr val="dk1"/>
              </a:buClr>
              <a:buSzPts val="1100"/>
              <a:buFont typeface="Calibri"/>
              <a:buNone/>
            </a:pPr>
            <a:r>
              <a:t/>
            </a:r>
            <a:endParaRPr sz="1200">
              <a:solidFill>
                <a:schemeClr val="dk1"/>
              </a:solidFill>
              <a:latin typeface="Roboto"/>
              <a:ea typeface="Roboto"/>
              <a:cs typeface="Roboto"/>
              <a:sym typeface="Roboto"/>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p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4" name="Google Shape;334;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Calibri"/>
              <a:buNone/>
            </a:pPr>
            <a:r>
              <a:t/>
            </a:r>
            <a:endParaRPr>
              <a:solidFill>
                <a:schemeClr val="dk1"/>
              </a:solidFill>
              <a:latin typeface="Roboto"/>
              <a:ea typeface="Roboto"/>
              <a:cs typeface="Roboto"/>
              <a:sym typeface="Roboto"/>
            </a:endParaRPr>
          </a:p>
          <a:p>
            <a:pPr indent="0" lvl="0" marL="457200" rtl="0" algn="l">
              <a:lnSpc>
                <a:spcPct val="100000"/>
              </a:lnSpc>
              <a:spcBef>
                <a:spcPts val="0"/>
              </a:spcBef>
              <a:spcAft>
                <a:spcPts val="0"/>
              </a:spcAft>
              <a:buClr>
                <a:schemeClr val="dk1"/>
              </a:buClr>
              <a:buSzPts val="1100"/>
              <a:buFont typeface="Calibri"/>
              <a:buNone/>
            </a:pPr>
            <a:r>
              <a:t/>
            </a:r>
            <a:endParaRPr>
              <a:solidFill>
                <a:schemeClr val="dk1"/>
              </a:solidFill>
              <a:latin typeface="Roboto"/>
              <a:ea typeface="Roboto"/>
              <a:cs typeface="Roboto"/>
              <a:sym typeface="Roboto"/>
            </a:endParaRPr>
          </a:p>
          <a:p>
            <a:pPr indent="0" lvl="0" marL="0" rtl="0" algn="l">
              <a:lnSpc>
                <a:spcPct val="100000"/>
              </a:lnSpc>
              <a:spcBef>
                <a:spcPts val="0"/>
              </a:spcBef>
              <a:spcAft>
                <a:spcPts val="0"/>
              </a:spcAft>
              <a:buClr>
                <a:schemeClr val="dk1"/>
              </a:buClr>
              <a:buSzPts val="1100"/>
              <a:buFont typeface="Calibri"/>
              <a:buNone/>
            </a:pPr>
            <a:r>
              <a:t/>
            </a:r>
            <a:endParaRPr sz="1200">
              <a:solidFill>
                <a:schemeClr val="dk1"/>
              </a:solidFill>
              <a:latin typeface="Roboto"/>
              <a:ea typeface="Roboto"/>
              <a:cs typeface="Roboto"/>
              <a:sym typeface="Roboto"/>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2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1" name="Google Shape;341;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Calibri"/>
              <a:buNone/>
            </a:pPr>
            <a:r>
              <a:t/>
            </a:r>
            <a:endParaRPr>
              <a:solidFill>
                <a:schemeClr val="dk1"/>
              </a:solidFill>
              <a:latin typeface="Roboto"/>
              <a:ea typeface="Roboto"/>
              <a:cs typeface="Roboto"/>
              <a:sym typeface="Roboto"/>
            </a:endParaRPr>
          </a:p>
          <a:p>
            <a:pPr indent="0" lvl="0" marL="457200" rtl="0" algn="l">
              <a:lnSpc>
                <a:spcPct val="100000"/>
              </a:lnSpc>
              <a:spcBef>
                <a:spcPts val="0"/>
              </a:spcBef>
              <a:spcAft>
                <a:spcPts val="0"/>
              </a:spcAft>
              <a:buClr>
                <a:schemeClr val="dk1"/>
              </a:buClr>
              <a:buSzPts val="1100"/>
              <a:buFont typeface="Calibri"/>
              <a:buNone/>
            </a:pPr>
            <a:r>
              <a:t/>
            </a:r>
            <a:endParaRPr>
              <a:solidFill>
                <a:schemeClr val="dk1"/>
              </a:solidFill>
              <a:latin typeface="Roboto"/>
              <a:ea typeface="Roboto"/>
              <a:cs typeface="Roboto"/>
              <a:sym typeface="Roboto"/>
            </a:endParaRPr>
          </a:p>
          <a:p>
            <a:pPr indent="0" lvl="0" marL="0" rtl="0" algn="l">
              <a:lnSpc>
                <a:spcPct val="100000"/>
              </a:lnSpc>
              <a:spcBef>
                <a:spcPts val="0"/>
              </a:spcBef>
              <a:spcAft>
                <a:spcPts val="0"/>
              </a:spcAft>
              <a:buClr>
                <a:schemeClr val="dk1"/>
              </a:buClr>
              <a:buSzPts val="1100"/>
              <a:buFont typeface="Calibri"/>
              <a:buNone/>
            </a:pPr>
            <a:r>
              <a:t/>
            </a:r>
            <a:endParaRPr sz="1200">
              <a:solidFill>
                <a:schemeClr val="dk1"/>
              </a:solidFill>
              <a:latin typeface="Roboto"/>
              <a:ea typeface="Roboto"/>
              <a:cs typeface="Roboto"/>
              <a:sym typeface="Roboto"/>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g2e22fa3ebca_0_5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8" name="Google Shape;348;g2e22fa3ebca_0_5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6" name="Shape 16"/>
        <p:cNvGrpSpPr/>
        <p:nvPr/>
      </p:nvGrpSpPr>
      <p:grpSpPr>
        <a:xfrm>
          <a:off x="0" y="0"/>
          <a:ext cx="0" cy="0"/>
          <a:chOff x="0" y="0"/>
          <a:chExt cx="0" cy="0"/>
        </a:xfrm>
      </p:grpSpPr>
      <p:sp>
        <p:nvSpPr>
          <p:cNvPr id="17" name="Google Shape;17;p29"/>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 name="Google Shape;18;p29"/>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9" name="Google Shape;19;p2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2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2" name="Shape 22"/>
        <p:cNvGrpSpPr/>
        <p:nvPr/>
      </p:nvGrpSpPr>
      <p:grpSpPr>
        <a:xfrm>
          <a:off x="0" y="0"/>
          <a:ext cx="0" cy="0"/>
          <a:chOff x="0" y="0"/>
          <a:chExt cx="0" cy="0"/>
        </a:xfrm>
      </p:grpSpPr>
      <p:sp>
        <p:nvSpPr>
          <p:cNvPr id="23" name="Google Shape;23;p30"/>
          <p:cNvSpPr txBox="1"/>
          <p:nvPr>
            <p:ph type="title"/>
          </p:nvPr>
        </p:nvSpPr>
        <p:spPr>
          <a:xfrm>
            <a:off x="415600" y="593367"/>
            <a:ext cx="11360800" cy="763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dk1"/>
              </a:buClr>
              <a:buSzPts val="2800"/>
              <a:buFont typeface="Calibri"/>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4" name="Google Shape;24;p30"/>
          <p:cNvSpPr txBox="1"/>
          <p:nvPr>
            <p:ph idx="1" type="body"/>
          </p:nvPr>
        </p:nvSpPr>
        <p:spPr>
          <a:xfrm>
            <a:off x="415600" y="1536633"/>
            <a:ext cx="5333200" cy="45552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Clr>
                <a:schemeClr val="dk1"/>
              </a:buClr>
              <a:buSzPts val="1400"/>
              <a:buChar char="●"/>
              <a:defRPr sz="1867"/>
            </a:lvl1pPr>
            <a:lvl2pPr indent="-304800" lvl="1" marL="914400" algn="l">
              <a:lnSpc>
                <a:spcPct val="115000"/>
              </a:lnSpc>
              <a:spcBef>
                <a:spcPts val="0"/>
              </a:spcBef>
              <a:spcAft>
                <a:spcPts val="0"/>
              </a:spcAft>
              <a:buClr>
                <a:schemeClr val="dk1"/>
              </a:buClr>
              <a:buSzPts val="1200"/>
              <a:buChar char="○"/>
              <a:defRPr sz="1600"/>
            </a:lvl2pPr>
            <a:lvl3pPr indent="-304800" lvl="2" marL="1371600" algn="l">
              <a:lnSpc>
                <a:spcPct val="115000"/>
              </a:lnSpc>
              <a:spcBef>
                <a:spcPts val="0"/>
              </a:spcBef>
              <a:spcAft>
                <a:spcPts val="0"/>
              </a:spcAft>
              <a:buClr>
                <a:schemeClr val="dk1"/>
              </a:buClr>
              <a:buSzPts val="1200"/>
              <a:buChar char="■"/>
              <a:defRPr sz="1600"/>
            </a:lvl3pPr>
            <a:lvl4pPr indent="-304800" lvl="3" marL="1828800" algn="l">
              <a:lnSpc>
                <a:spcPct val="115000"/>
              </a:lnSpc>
              <a:spcBef>
                <a:spcPts val="0"/>
              </a:spcBef>
              <a:spcAft>
                <a:spcPts val="0"/>
              </a:spcAft>
              <a:buClr>
                <a:schemeClr val="dk1"/>
              </a:buClr>
              <a:buSzPts val="1200"/>
              <a:buChar char="●"/>
              <a:defRPr sz="1600"/>
            </a:lvl4pPr>
            <a:lvl5pPr indent="-304800" lvl="4" marL="2286000" algn="l">
              <a:lnSpc>
                <a:spcPct val="115000"/>
              </a:lnSpc>
              <a:spcBef>
                <a:spcPts val="0"/>
              </a:spcBef>
              <a:spcAft>
                <a:spcPts val="0"/>
              </a:spcAft>
              <a:buClr>
                <a:schemeClr val="dk1"/>
              </a:buClr>
              <a:buSzPts val="1200"/>
              <a:buChar char="○"/>
              <a:defRPr sz="1600"/>
            </a:lvl5pPr>
            <a:lvl6pPr indent="-304800" lvl="5" marL="2743200" algn="l">
              <a:lnSpc>
                <a:spcPct val="115000"/>
              </a:lnSpc>
              <a:spcBef>
                <a:spcPts val="0"/>
              </a:spcBef>
              <a:spcAft>
                <a:spcPts val="0"/>
              </a:spcAft>
              <a:buClr>
                <a:schemeClr val="dk1"/>
              </a:buClr>
              <a:buSzPts val="1200"/>
              <a:buChar char="■"/>
              <a:defRPr sz="1600"/>
            </a:lvl6pPr>
            <a:lvl7pPr indent="-304800" lvl="6" marL="3200400" algn="l">
              <a:lnSpc>
                <a:spcPct val="115000"/>
              </a:lnSpc>
              <a:spcBef>
                <a:spcPts val="0"/>
              </a:spcBef>
              <a:spcAft>
                <a:spcPts val="0"/>
              </a:spcAft>
              <a:buClr>
                <a:schemeClr val="dk1"/>
              </a:buClr>
              <a:buSzPts val="1200"/>
              <a:buChar char="●"/>
              <a:defRPr sz="1600"/>
            </a:lvl7pPr>
            <a:lvl8pPr indent="-304800" lvl="7" marL="3657600" algn="l">
              <a:lnSpc>
                <a:spcPct val="115000"/>
              </a:lnSpc>
              <a:spcBef>
                <a:spcPts val="0"/>
              </a:spcBef>
              <a:spcAft>
                <a:spcPts val="0"/>
              </a:spcAft>
              <a:buClr>
                <a:schemeClr val="dk1"/>
              </a:buClr>
              <a:buSzPts val="1200"/>
              <a:buChar char="○"/>
              <a:defRPr sz="1600"/>
            </a:lvl8pPr>
            <a:lvl9pPr indent="-304800" lvl="8" marL="4114800" algn="l">
              <a:lnSpc>
                <a:spcPct val="115000"/>
              </a:lnSpc>
              <a:spcBef>
                <a:spcPts val="0"/>
              </a:spcBef>
              <a:spcAft>
                <a:spcPts val="0"/>
              </a:spcAft>
              <a:buClr>
                <a:schemeClr val="dk1"/>
              </a:buClr>
              <a:buSzPts val="1200"/>
              <a:buChar char="■"/>
              <a:defRPr sz="1600"/>
            </a:lvl9pPr>
          </a:lstStyle>
          <a:p/>
        </p:txBody>
      </p:sp>
      <p:sp>
        <p:nvSpPr>
          <p:cNvPr id="25" name="Google Shape;25;p30"/>
          <p:cNvSpPr txBox="1"/>
          <p:nvPr>
            <p:ph idx="2" type="body"/>
          </p:nvPr>
        </p:nvSpPr>
        <p:spPr>
          <a:xfrm>
            <a:off x="6443200" y="1536633"/>
            <a:ext cx="5333200" cy="45552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Clr>
                <a:schemeClr val="dk1"/>
              </a:buClr>
              <a:buSzPts val="1400"/>
              <a:buChar char="●"/>
              <a:defRPr sz="1867"/>
            </a:lvl1pPr>
            <a:lvl2pPr indent="-304800" lvl="1" marL="914400" algn="l">
              <a:lnSpc>
                <a:spcPct val="115000"/>
              </a:lnSpc>
              <a:spcBef>
                <a:spcPts val="0"/>
              </a:spcBef>
              <a:spcAft>
                <a:spcPts val="0"/>
              </a:spcAft>
              <a:buClr>
                <a:schemeClr val="dk1"/>
              </a:buClr>
              <a:buSzPts val="1200"/>
              <a:buChar char="○"/>
              <a:defRPr sz="1600"/>
            </a:lvl2pPr>
            <a:lvl3pPr indent="-304800" lvl="2" marL="1371600" algn="l">
              <a:lnSpc>
                <a:spcPct val="115000"/>
              </a:lnSpc>
              <a:spcBef>
                <a:spcPts val="0"/>
              </a:spcBef>
              <a:spcAft>
                <a:spcPts val="0"/>
              </a:spcAft>
              <a:buClr>
                <a:schemeClr val="dk1"/>
              </a:buClr>
              <a:buSzPts val="1200"/>
              <a:buChar char="■"/>
              <a:defRPr sz="1600"/>
            </a:lvl3pPr>
            <a:lvl4pPr indent="-304800" lvl="3" marL="1828800" algn="l">
              <a:lnSpc>
                <a:spcPct val="115000"/>
              </a:lnSpc>
              <a:spcBef>
                <a:spcPts val="0"/>
              </a:spcBef>
              <a:spcAft>
                <a:spcPts val="0"/>
              </a:spcAft>
              <a:buClr>
                <a:schemeClr val="dk1"/>
              </a:buClr>
              <a:buSzPts val="1200"/>
              <a:buChar char="●"/>
              <a:defRPr sz="1600"/>
            </a:lvl4pPr>
            <a:lvl5pPr indent="-304800" lvl="4" marL="2286000" algn="l">
              <a:lnSpc>
                <a:spcPct val="115000"/>
              </a:lnSpc>
              <a:spcBef>
                <a:spcPts val="0"/>
              </a:spcBef>
              <a:spcAft>
                <a:spcPts val="0"/>
              </a:spcAft>
              <a:buClr>
                <a:schemeClr val="dk1"/>
              </a:buClr>
              <a:buSzPts val="1200"/>
              <a:buChar char="○"/>
              <a:defRPr sz="1600"/>
            </a:lvl5pPr>
            <a:lvl6pPr indent="-304800" lvl="5" marL="2743200" algn="l">
              <a:lnSpc>
                <a:spcPct val="115000"/>
              </a:lnSpc>
              <a:spcBef>
                <a:spcPts val="0"/>
              </a:spcBef>
              <a:spcAft>
                <a:spcPts val="0"/>
              </a:spcAft>
              <a:buClr>
                <a:schemeClr val="dk1"/>
              </a:buClr>
              <a:buSzPts val="1200"/>
              <a:buChar char="■"/>
              <a:defRPr sz="1600"/>
            </a:lvl6pPr>
            <a:lvl7pPr indent="-304800" lvl="6" marL="3200400" algn="l">
              <a:lnSpc>
                <a:spcPct val="115000"/>
              </a:lnSpc>
              <a:spcBef>
                <a:spcPts val="0"/>
              </a:spcBef>
              <a:spcAft>
                <a:spcPts val="0"/>
              </a:spcAft>
              <a:buClr>
                <a:schemeClr val="dk1"/>
              </a:buClr>
              <a:buSzPts val="1200"/>
              <a:buChar char="●"/>
              <a:defRPr sz="1600"/>
            </a:lvl7pPr>
            <a:lvl8pPr indent="-304800" lvl="7" marL="3657600" algn="l">
              <a:lnSpc>
                <a:spcPct val="115000"/>
              </a:lnSpc>
              <a:spcBef>
                <a:spcPts val="0"/>
              </a:spcBef>
              <a:spcAft>
                <a:spcPts val="0"/>
              </a:spcAft>
              <a:buClr>
                <a:schemeClr val="dk1"/>
              </a:buClr>
              <a:buSzPts val="1200"/>
              <a:buChar char="○"/>
              <a:defRPr sz="1600"/>
            </a:lvl8pPr>
            <a:lvl9pPr indent="-304800" lvl="8" marL="4114800" algn="l">
              <a:lnSpc>
                <a:spcPct val="115000"/>
              </a:lnSpc>
              <a:spcBef>
                <a:spcPts val="0"/>
              </a:spcBef>
              <a:spcAft>
                <a:spcPts val="0"/>
              </a:spcAft>
              <a:buClr>
                <a:schemeClr val="dk1"/>
              </a:buClr>
              <a:buSzPts val="1200"/>
              <a:buChar char="■"/>
              <a:defRPr sz="1600"/>
            </a:lvl9pPr>
          </a:lstStyle>
          <a:p/>
        </p:txBody>
      </p:sp>
      <p:sp>
        <p:nvSpPr>
          <p:cNvPr id="26" name="Google Shape;26;p30"/>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333"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333"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333"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333"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333"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333"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333"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333"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333"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7" name="Shape 27"/>
        <p:cNvGrpSpPr/>
        <p:nvPr/>
      </p:nvGrpSpPr>
      <p:grpSpPr>
        <a:xfrm>
          <a:off x="0" y="0"/>
          <a:ext cx="0" cy="0"/>
          <a:chOff x="0" y="0"/>
          <a:chExt cx="0" cy="0"/>
        </a:xfrm>
      </p:grpSpPr>
      <p:sp>
        <p:nvSpPr>
          <p:cNvPr id="28" name="Google Shape;28;p31"/>
          <p:cNvSpPr txBox="1"/>
          <p:nvPr>
            <p:ph type="title"/>
          </p:nvPr>
        </p:nvSpPr>
        <p:spPr>
          <a:xfrm>
            <a:off x="415600" y="593367"/>
            <a:ext cx="11360800" cy="763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dk1"/>
              </a:buClr>
              <a:buSzPts val="2800"/>
              <a:buFont typeface="Calibri"/>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9" name="Google Shape;29;p31"/>
          <p:cNvSpPr txBox="1"/>
          <p:nvPr>
            <p:ph idx="1" type="body"/>
          </p:nvPr>
        </p:nvSpPr>
        <p:spPr>
          <a:xfrm>
            <a:off x="415600" y="1536633"/>
            <a:ext cx="11360800" cy="45552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Clr>
                <a:schemeClr val="dk1"/>
              </a:buClr>
              <a:buSzPts val="1800"/>
              <a:buChar char="●"/>
              <a:defRPr/>
            </a:lvl1pPr>
            <a:lvl2pPr indent="-317500" lvl="1" marL="914400" algn="l">
              <a:lnSpc>
                <a:spcPct val="115000"/>
              </a:lnSpc>
              <a:spcBef>
                <a:spcPts val="0"/>
              </a:spcBef>
              <a:spcAft>
                <a:spcPts val="0"/>
              </a:spcAft>
              <a:buClr>
                <a:schemeClr val="dk1"/>
              </a:buClr>
              <a:buSzPts val="1400"/>
              <a:buChar char="○"/>
              <a:defRPr/>
            </a:lvl2pPr>
            <a:lvl3pPr indent="-317500" lvl="2" marL="1371600" algn="l">
              <a:lnSpc>
                <a:spcPct val="115000"/>
              </a:lnSpc>
              <a:spcBef>
                <a:spcPts val="0"/>
              </a:spcBef>
              <a:spcAft>
                <a:spcPts val="0"/>
              </a:spcAft>
              <a:buClr>
                <a:schemeClr val="dk1"/>
              </a:buClr>
              <a:buSzPts val="1400"/>
              <a:buChar char="■"/>
              <a:defRPr/>
            </a:lvl3pPr>
            <a:lvl4pPr indent="-317500" lvl="3" marL="1828800" algn="l">
              <a:lnSpc>
                <a:spcPct val="115000"/>
              </a:lnSpc>
              <a:spcBef>
                <a:spcPts val="0"/>
              </a:spcBef>
              <a:spcAft>
                <a:spcPts val="0"/>
              </a:spcAft>
              <a:buClr>
                <a:schemeClr val="dk1"/>
              </a:buClr>
              <a:buSzPts val="1400"/>
              <a:buChar char="●"/>
              <a:defRPr/>
            </a:lvl4pPr>
            <a:lvl5pPr indent="-317500" lvl="4" marL="2286000" algn="l">
              <a:lnSpc>
                <a:spcPct val="115000"/>
              </a:lnSpc>
              <a:spcBef>
                <a:spcPts val="0"/>
              </a:spcBef>
              <a:spcAft>
                <a:spcPts val="0"/>
              </a:spcAft>
              <a:buClr>
                <a:schemeClr val="dk1"/>
              </a:buClr>
              <a:buSzPts val="1400"/>
              <a:buChar char="○"/>
              <a:defRPr/>
            </a:lvl5pPr>
            <a:lvl6pPr indent="-317500" lvl="5" marL="2743200" algn="l">
              <a:lnSpc>
                <a:spcPct val="115000"/>
              </a:lnSpc>
              <a:spcBef>
                <a:spcPts val="0"/>
              </a:spcBef>
              <a:spcAft>
                <a:spcPts val="0"/>
              </a:spcAft>
              <a:buClr>
                <a:schemeClr val="dk1"/>
              </a:buClr>
              <a:buSzPts val="1400"/>
              <a:buChar char="■"/>
              <a:defRPr/>
            </a:lvl6pPr>
            <a:lvl7pPr indent="-317500" lvl="6" marL="3200400" algn="l">
              <a:lnSpc>
                <a:spcPct val="115000"/>
              </a:lnSpc>
              <a:spcBef>
                <a:spcPts val="0"/>
              </a:spcBef>
              <a:spcAft>
                <a:spcPts val="0"/>
              </a:spcAft>
              <a:buClr>
                <a:schemeClr val="dk1"/>
              </a:buClr>
              <a:buSzPts val="1400"/>
              <a:buChar char="●"/>
              <a:defRPr/>
            </a:lvl7pPr>
            <a:lvl8pPr indent="-317500" lvl="7" marL="3657600" algn="l">
              <a:lnSpc>
                <a:spcPct val="115000"/>
              </a:lnSpc>
              <a:spcBef>
                <a:spcPts val="0"/>
              </a:spcBef>
              <a:spcAft>
                <a:spcPts val="0"/>
              </a:spcAft>
              <a:buClr>
                <a:schemeClr val="dk1"/>
              </a:buClr>
              <a:buSzPts val="1400"/>
              <a:buChar char="○"/>
              <a:defRPr/>
            </a:lvl8pPr>
            <a:lvl9pPr indent="-317500" lvl="8" marL="4114800" algn="l">
              <a:lnSpc>
                <a:spcPct val="115000"/>
              </a:lnSpc>
              <a:spcBef>
                <a:spcPts val="0"/>
              </a:spcBef>
              <a:spcAft>
                <a:spcPts val="0"/>
              </a:spcAft>
              <a:buClr>
                <a:schemeClr val="dk1"/>
              </a:buClr>
              <a:buSzPts val="1400"/>
              <a:buChar char="■"/>
              <a:defRPr/>
            </a:lvl9pPr>
          </a:lstStyle>
          <a:p/>
        </p:txBody>
      </p:sp>
      <p:sp>
        <p:nvSpPr>
          <p:cNvPr id="30" name="Google Shape;30;p31"/>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333"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333"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333"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333"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333"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333"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333"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333"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333"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1" name="Shape 31"/>
        <p:cNvGrpSpPr/>
        <p:nvPr/>
      </p:nvGrpSpPr>
      <p:grpSpPr>
        <a:xfrm>
          <a:off x="0" y="0"/>
          <a:ext cx="0" cy="0"/>
          <a:chOff x="0" y="0"/>
          <a:chExt cx="0" cy="0"/>
        </a:xfrm>
      </p:grpSpPr>
      <p:sp>
        <p:nvSpPr>
          <p:cNvPr id="32" name="Google Shape;32;p3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3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3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5" name="Shape 35"/>
        <p:cNvGrpSpPr/>
        <p:nvPr/>
      </p:nvGrpSpPr>
      <p:grpSpPr>
        <a:xfrm>
          <a:off x="0" y="0"/>
          <a:ext cx="0" cy="0"/>
          <a:chOff x="0" y="0"/>
          <a:chExt cx="0" cy="0"/>
        </a:xfrm>
      </p:grpSpPr>
      <p:sp>
        <p:nvSpPr>
          <p:cNvPr id="36" name="Google Shape;36;p3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7" name="Google Shape;37;p3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8" name="Google Shape;38;p3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3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3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1" name="Shape 41"/>
        <p:cNvGrpSpPr/>
        <p:nvPr/>
      </p:nvGrpSpPr>
      <p:grpSpPr>
        <a:xfrm>
          <a:off x="0" y="0"/>
          <a:ext cx="0" cy="0"/>
          <a:chOff x="0" y="0"/>
          <a:chExt cx="0" cy="0"/>
        </a:xfrm>
      </p:grpSpPr>
      <p:sp>
        <p:nvSpPr>
          <p:cNvPr id="42" name="Google Shape;42;p34"/>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 name="Google Shape;43;p34"/>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44" name="Google Shape;44;p3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3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 name="Google Shape;46;p3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7" name="Shape 47"/>
        <p:cNvGrpSpPr/>
        <p:nvPr/>
      </p:nvGrpSpPr>
      <p:grpSpPr>
        <a:xfrm>
          <a:off x="0" y="0"/>
          <a:ext cx="0" cy="0"/>
          <a:chOff x="0" y="0"/>
          <a:chExt cx="0" cy="0"/>
        </a:xfrm>
      </p:grpSpPr>
      <p:sp>
        <p:nvSpPr>
          <p:cNvPr id="48" name="Google Shape;48;p3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9" name="Google Shape;49;p35"/>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0" name="Google Shape;50;p35"/>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1" name="Google Shape;51;p3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3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3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4" name="Shape 54"/>
        <p:cNvGrpSpPr/>
        <p:nvPr/>
      </p:nvGrpSpPr>
      <p:grpSpPr>
        <a:xfrm>
          <a:off x="0" y="0"/>
          <a:ext cx="0" cy="0"/>
          <a:chOff x="0" y="0"/>
          <a:chExt cx="0" cy="0"/>
        </a:xfrm>
      </p:grpSpPr>
      <p:sp>
        <p:nvSpPr>
          <p:cNvPr id="55" name="Google Shape;55;p36"/>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36"/>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7" name="Google Shape;57;p36"/>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8" name="Google Shape;58;p36"/>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9" name="Google Shape;59;p36"/>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0" name="Google Shape;60;p3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3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2" name="Google Shape;62;p3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3" name="Shape 63"/>
        <p:cNvGrpSpPr/>
        <p:nvPr/>
      </p:nvGrpSpPr>
      <p:grpSpPr>
        <a:xfrm>
          <a:off x="0" y="0"/>
          <a:ext cx="0" cy="0"/>
          <a:chOff x="0" y="0"/>
          <a:chExt cx="0" cy="0"/>
        </a:xfrm>
      </p:grpSpPr>
      <p:sp>
        <p:nvSpPr>
          <p:cNvPr id="64" name="Google Shape;64;p3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5" name="Google Shape;65;p3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3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3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8" name="Shape 68"/>
        <p:cNvGrpSpPr/>
        <p:nvPr/>
      </p:nvGrpSpPr>
      <p:grpSpPr>
        <a:xfrm>
          <a:off x="0" y="0"/>
          <a:ext cx="0" cy="0"/>
          <a:chOff x="0" y="0"/>
          <a:chExt cx="0" cy="0"/>
        </a:xfrm>
      </p:grpSpPr>
      <p:sp>
        <p:nvSpPr>
          <p:cNvPr id="69" name="Google Shape;69;p38"/>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38"/>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71" name="Google Shape;71;p38"/>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2" name="Google Shape;72;p3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3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3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5" name="Shape 75"/>
        <p:cNvGrpSpPr/>
        <p:nvPr/>
      </p:nvGrpSpPr>
      <p:grpSpPr>
        <a:xfrm>
          <a:off x="0" y="0"/>
          <a:ext cx="0" cy="0"/>
          <a:chOff x="0" y="0"/>
          <a:chExt cx="0" cy="0"/>
        </a:xfrm>
      </p:grpSpPr>
      <p:sp>
        <p:nvSpPr>
          <p:cNvPr id="76" name="Google Shape;76;p3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7" name="Google Shape;77;p39"/>
          <p:cNvSpPr/>
          <p:nvPr>
            <p:ph idx="2" type="pic"/>
          </p:nvPr>
        </p:nvSpPr>
        <p:spPr>
          <a:xfrm>
            <a:off x="5183188" y="987425"/>
            <a:ext cx="6172200" cy="4873625"/>
          </a:xfrm>
          <a:prstGeom prst="rect">
            <a:avLst/>
          </a:prstGeom>
          <a:noFill/>
          <a:ln>
            <a:noFill/>
          </a:ln>
        </p:spPr>
      </p:sp>
      <p:sp>
        <p:nvSpPr>
          <p:cNvPr id="78" name="Google Shape;78;p39"/>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9" name="Google Shape;79;p3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p3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 name="Google Shape;81;p3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82" name="Shape 82"/>
        <p:cNvGrpSpPr/>
        <p:nvPr/>
      </p:nvGrpSpPr>
      <p:grpSpPr>
        <a:xfrm>
          <a:off x="0" y="0"/>
          <a:ext cx="0" cy="0"/>
          <a:chOff x="0" y="0"/>
          <a:chExt cx="0" cy="0"/>
        </a:xfrm>
      </p:grpSpPr>
      <p:sp>
        <p:nvSpPr>
          <p:cNvPr id="83" name="Google Shape;83;p4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4" name="Google Shape;84;p40"/>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5" name="Google Shape;85;p4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4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7" name="Google Shape;87;p4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8" name="Shape 88"/>
        <p:cNvGrpSpPr/>
        <p:nvPr/>
      </p:nvGrpSpPr>
      <p:grpSpPr>
        <a:xfrm>
          <a:off x="0" y="0"/>
          <a:ext cx="0" cy="0"/>
          <a:chOff x="0" y="0"/>
          <a:chExt cx="0" cy="0"/>
        </a:xfrm>
      </p:grpSpPr>
      <p:sp>
        <p:nvSpPr>
          <p:cNvPr id="89" name="Google Shape;89;p41"/>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0" name="Google Shape;90;p41"/>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1" name="Google Shape;91;p4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2" name="Google Shape;92;p4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3" name="Google Shape;93;p4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1.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5" Type="http://schemas.openxmlformats.org/officeDocument/2006/relationships/theme" Target="../theme/theme1.xml"/><Relationship Id="rId14" Type="http://schemas.openxmlformats.org/officeDocument/2006/relationships/slideLayout" Target="../slideLayouts/slideLayout1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2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2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2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2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pic>
        <p:nvPicPr>
          <p:cNvPr id="15" name="Google Shape;15;p28"/>
          <p:cNvPicPr preferRelativeResize="0"/>
          <p:nvPr/>
        </p:nvPicPr>
        <p:blipFill rotWithShape="1">
          <a:blip r:embed="rId1">
            <a:alphaModFix/>
          </a:blip>
          <a:srcRect b="0" l="0" r="0" t="0"/>
          <a:stretch/>
        </p:blipFill>
        <p:spPr>
          <a:xfrm>
            <a:off x="0" y="0"/>
            <a:ext cx="12192000" cy="6858000"/>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jpg"/><Relationship Id="rId4" Type="http://schemas.openxmlformats.org/officeDocument/2006/relationships/image" Target="../media/image3.png"/><Relationship Id="rId5"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hyperlink" Target="https://forms.gle/geq3XgXnt7WCk3qMA" TargetMode="External"/><Relationship Id="rId4" Type="http://schemas.openxmlformats.org/officeDocument/2006/relationships/image" Target="../media/image1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6.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8.jp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image" Target="../media/image2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 Id="rId3" Type="http://schemas.openxmlformats.org/officeDocument/2006/relationships/image" Target="../media/image21.png"/><Relationship Id="rId4" Type="http://schemas.openxmlformats.org/officeDocument/2006/relationships/image" Target="../media/image2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8.jpg"/><Relationship Id="rId4" Type="http://schemas.openxmlformats.org/officeDocument/2006/relationships/image" Target="../media/image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13.jpg"/><Relationship Id="rId4" Type="http://schemas.openxmlformats.org/officeDocument/2006/relationships/image" Target="../media/image17.png"/><Relationship Id="rId5" Type="http://schemas.openxmlformats.org/officeDocument/2006/relationships/image" Target="../media/image14.png"/><Relationship Id="rId6"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
          <p:cNvSpPr txBox="1"/>
          <p:nvPr>
            <p:ph type="ctrTitle"/>
          </p:nvPr>
        </p:nvSpPr>
        <p:spPr>
          <a:xfrm>
            <a:off x="415611" y="992767"/>
            <a:ext cx="11360800" cy="2736800"/>
          </a:xfrm>
          <a:prstGeom prst="rect">
            <a:avLst/>
          </a:prstGeom>
          <a:noFill/>
          <a:ln>
            <a:noFill/>
          </a:ln>
        </p:spPr>
        <p:txBody>
          <a:bodyPr anchorCtr="0" anchor="b" bIns="121900" lIns="121900" spcFirstLastPara="1" rIns="121900" wrap="square" tIns="121900">
            <a:normAutofit/>
          </a:bodyPr>
          <a:lstStyle/>
          <a:p>
            <a:pPr indent="0" lvl="0" marL="0" rtl="0" algn="ctr">
              <a:lnSpc>
                <a:spcPct val="90000"/>
              </a:lnSpc>
              <a:spcBef>
                <a:spcPts val="0"/>
              </a:spcBef>
              <a:spcAft>
                <a:spcPts val="0"/>
              </a:spcAft>
              <a:buClr>
                <a:schemeClr val="dk1"/>
              </a:buClr>
              <a:buSzPts val="6000"/>
              <a:buFont typeface="Calibri"/>
              <a:buNone/>
            </a:pPr>
            <a:r>
              <a:t/>
            </a:r>
            <a:endParaRPr/>
          </a:p>
        </p:txBody>
      </p:sp>
      <p:sp>
        <p:nvSpPr>
          <p:cNvPr id="99" name="Google Shape;99;p1"/>
          <p:cNvSpPr txBox="1"/>
          <p:nvPr>
            <p:ph idx="1" type="subTitle"/>
          </p:nvPr>
        </p:nvSpPr>
        <p:spPr>
          <a:xfrm>
            <a:off x="415600" y="3778833"/>
            <a:ext cx="11360800" cy="1056800"/>
          </a:xfrm>
          <a:prstGeom prst="rect">
            <a:avLst/>
          </a:prstGeom>
          <a:noFill/>
          <a:ln>
            <a:noFill/>
          </a:ln>
        </p:spPr>
        <p:txBody>
          <a:bodyPr anchorCtr="0" anchor="t" bIns="121900" lIns="121900" spcFirstLastPara="1" rIns="121900" wrap="square" tIns="121900">
            <a:normAutofit/>
          </a:bodyPr>
          <a:lstStyle/>
          <a:p>
            <a:pPr indent="0" lvl="0" marL="0" rtl="0" algn="ctr">
              <a:lnSpc>
                <a:spcPct val="90000"/>
              </a:lnSpc>
              <a:spcBef>
                <a:spcPts val="1000"/>
              </a:spcBef>
              <a:spcAft>
                <a:spcPts val="0"/>
              </a:spcAft>
              <a:buClr>
                <a:schemeClr val="dk1"/>
              </a:buClr>
              <a:buSzPts val="2400"/>
              <a:buNone/>
            </a:pPr>
            <a:r>
              <a:t/>
            </a:r>
            <a:endParaRPr/>
          </a:p>
        </p:txBody>
      </p:sp>
      <p:pic>
        <p:nvPicPr>
          <p:cNvPr id="100" name="Google Shape;100;p1"/>
          <p:cNvPicPr preferRelativeResize="0"/>
          <p:nvPr/>
        </p:nvPicPr>
        <p:blipFill rotWithShape="1">
          <a:blip r:embed="rId3">
            <a:alphaModFix/>
          </a:blip>
          <a:srcRect b="0" l="0" r="0" t="0"/>
          <a:stretch/>
        </p:blipFill>
        <p:spPr>
          <a:xfrm>
            <a:off x="2" y="5"/>
            <a:ext cx="12192004" cy="6858001"/>
          </a:xfrm>
          <a:prstGeom prst="rect">
            <a:avLst/>
          </a:prstGeom>
          <a:noFill/>
          <a:ln>
            <a:noFill/>
          </a:ln>
        </p:spPr>
      </p:pic>
      <p:pic>
        <p:nvPicPr>
          <p:cNvPr id="101" name="Google Shape;101;p1"/>
          <p:cNvPicPr preferRelativeResize="0"/>
          <p:nvPr/>
        </p:nvPicPr>
        <p:blipFill rotWithShape="1">
          <a:blip r:embed="rId4">
            <a:alphaModFix/>
          </a:blip>
          <a:srcRect b="0" l="0" r="0" t="0"/>
          <a:stretch/>
        </p:blipFill>
        <p:spPr>
          <a:xfrm>
            <a:off x="3339472" y="800387"/>
            <a:ext cx="5513065" cy="3897867"/>
          </a:xfrm>
          <a:prstGeom prst="rect">
            <a:avLst/>
          </a:prstGeom>
          <a:noFill/>
          <a:ln>
            <a:noFill/>
          </a:ln>
        </p:spPr>
      </p:pic>
      <p:pic>
        <p:nvPicPr>
          <p:cNvPr id="102" name="Google Shape;102;p1"/>
          <p:cNvPicPr preferRelativeResize="0"/>
          <p:nvPr/>
        </p:nvPicPr>
        <p:blipFill rotWithShape="1">
          <a:blip r:embed="rId5">
            <a:alphaModFix/>
          </a:blip>
          <a:srcRect b="0" l="0" r="0" t="0"/>
          <a:stretch/>
        </p:blipFill>
        <p:spPr>
          <a:xfrm>
            <a:off x="2933405" y="4514854"/>
            <a:ext cx="6325201" cy="1542733"/>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2"/>
          <p:cNvSpPr txBox="1"/>
          <p:nvPr/>
        </p:nvSpPr>
        <p:spPr>
          <a:xfrm>
            <a:off x="1160207" y="1533045"/>
            <a:ext cx="10658168" cy="1762021"/>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chemeClr val="dk1"/>
              </a:buClr>
              <a:buSzPts val="1800"/>
              <a:buFont typeface="Roboto"/>
              <a:buNone/>
            </a:pPr>
            <a:r>
              <a:rPr b="1" i="0" lang="en-US" sz="2400" u="none" cap="none" strike="noStrike">
                <a:solidFill>
                  <a:schemeClr val="dk1"/>
                </a:solidFill>
                <a:highlight>
                  <a:srgbClr val="FFFFFF"/>
                </a:highlight>
                <a:latin typeface="Roboto"/>
                <a:ea typeface="Roboto"/>
                <a:cs typeface="Roboto"/>
                <a:sym typeface="Roboto"/>
              </a:rPr>
              <a:t>URL</a:t>
            </a:r>
            <a:r>
              <a:rPr b="1" i="0" lang="en-US" sz="2400" u="none" cap="none" strike="noStrike">
                <a:solidFill>
                  <a:srgbClr val="373737"/>
                </a:solidFill>
                <a:highlight>
                  <a:srgbClr val="FFFFFF"/>
                </a:highlight>
                <a:latin typeface="Roboto"/>
                <a:ea typeface="Roboto"/>
                <a:cs typeface="Roboto"/>
                <a:sym typeface="Roboto"/>
              </a:rPr>
              <a:t>:</a:t>
            </a:r>
            <a:r>
              <a:rPr b="1" i="0" lang="en-US" sz="2400" u="sng" cap="none" strike="noStrike">
                <a:solidFill>
                  <a:schemeClr val="hlink"/>
                </a:solidFill>
                <a:highlight>
                  <a:srgbClr val="FFFFFF"/>
                </a:highlight>
                <a:latin typeface="Calibri"/>
                <a:ea typeface="Calibri"/>
                <a:cs typeface="Calibri"/>
                <a:sym typeface="Calibri"/>
                <a:hlinkClick r:id="rId3"/>
              </a:rPr>
              <a:t>https://forms.gle/geq3XgXnt7WCk3qMA</a:t>
            </a:r>
            <a:endParaRPr b="1" i="0" sz="2400" u="none" cap="none" strike="noStrike">
              <a:solidFill>
                <a:srgbClr val="373737"/>
              </a:solidFill>
              <a:highlight>
                <a:srgbClr val="FFFFFF"/>
              </a:highlight>
              <a:latin typeface="Calibri"/>
              <a:ea typeface="Calibri"/>
              <a:cs typeface="Calibri"/>
              <a:sym typeface="Calibri"/>
            </a:endParaRPr>
          </a:p>
          <a:p>
            <a:pPr indent="0" lvl="0" marL="0" marR="0" rtl="0" algn="l">
              <a:lnSpc>
                <a:spcPct val="115000"/>
              </a:lnSpc>
              <a:spcBef>
                <a:spcPts val="0"/>
              </a:spcBef>
              <a:spcAft>
                <a:spcPts val="0"/>
              </a:spcAft>
              <a:buNone/>
            </a:pPr>
            <a:r>
              <a:t/>
            </a:r>
            <a:endParaRPr b="1" i="0" sz="2400" u="none" cap="none" strike="noStrike">
              <a:solidFill>
                <a:srgbClr val="373737"/>
              </a:solidFill>
              <a:highlight>
                <a:srgbClr val="FFFFFF"/>
              </a:highlight>
              <a:latin typeface="Roboto"/>
              <a:ea typeface="Roboto"/>
              <a:cs typeface="Roboto"/>
              <a:sym typeface="Roboto"/>
            </a:endParaRPr>
          </a:p>
          <a:p>
            <a:pPr indent="0" lvl="0" marL="0" marR="0" rtl="0" algn="l">
              <a:lnSpc>
                <a:spcPct val="115000"/>
              </a:lnSpc>
              <a:spcBef>
                <a:spcPts val="0"/>
              </a:spcBef>
              <a:spcAft>
                <a:spcPts val="0"/>
              </a:spcAft>
              <a:buNone/>
            </a:pPr>
            <a:r>
              <a:rPr b="1" i="0" lang="en-US" sz="2400" u="none" cap="none" strike="noStrike">
                <a:solidFill>
                  <a:schemeClr val="dk1"/>
                </a:solidFill>
                <a:highlight>
                  <a:srgbClr val="FFFFFF"/>
                </a:highlight>
                <a:latin typeface="Roboto"/>
                <a:ea typeface="Roboto"/>
                <a:cs typeface="Roboto"/>
                <a:sym typeface="Roboto"/>
              </a:rPr>
              <a:t>QR CODE</a:t>
            </a:r>
            <a:r>
              <a:rPr b="1" i="0" lang="en-US" sz="2400" u="none" cap="none" strike="noStrike">
                <a:solidFill>
                  <a:srgbClr val="373737"/>
                </a:solidFill>
                <a:highlight>
                  <a:srgbClr val="FFFFFF"/>
                </a:highlight>
                <a:latin typeface="Roboto"/>
                <a:ea typeface="Roboto"/>
                <a:cs typeface="Roboto"/>
                <a:sym typeface="Roboto"/>
              </a:rPr>
              <a:t>:</a:t>
            </a:r>
            <a:endParaRPr/>
          </a:p>
          <a:p>
            <a:pPr indent="0" lvl="0" marL="0" marR="0" rtl="0" algn="l">
              <a:lnSpc>
                <a:spcPct val="115000"/>
              </a:lnSpc>
              <a:spcBef>
                <a:spcPts val="0"/>
              </a:spcBef>
              <a:spcAft>
                <a:spcPts val="0"/>
              </a:spcAft>
              <a:buNone/>
            </a:pPr>
            <a:r>
              <a:t/>
            </a:r>
            <a:endParaRPr b="0" i="0" sz="2400" u="none" cap="none" strike="noStrike">
              <a:solidFill>
                <a:srgbClr val="00B0F0"/>
              </a:solidFill>
              <a:latin typeface="Roboto"/>
              <a:ea typeface="Roboto"/>
              <a:cs typeface="Roboto"/>
              <a:sym typeface="Roboto"/>
            </a:endParaRPr>
          </a:p>
        </p:txBody>
      </p:sp>
      <p:sp>
        <p:nvSpPr>
          <p:cNvPr id="108" name="Google Shape;108;p2"/>
          <p:cNvSpPr txBox="1"/>
          <p:nvPr/>
        </p:nvSpPr>
        <p:spPr>
          <a:xfrm>
            <a:off x="2277980" y="767281"/>
            <a:ext cx="8700339"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2000" u="none" cap="none" strike="noStrike">
                <a:solidFill>
                  <a:schemeClr val="dk1"/>
                </a:solidFill>
                <a:latin typeface="Roboto"/>
                <a:ea typeface="Roboto"/>
                <a:cs typeface="Roboto"/>
                <a:sym typeface="Roboto"/>
              </a:rPr>
              <a:t>TEST TIME ON SEGMENTED AND INCREMENTAL SIEVE</a:t>
            </a:r>
            <a:endParaRPr b="1" i="0" sz="2400" u="none" cap="none" strike="noStrike">
              <a:solidFill>
                <a:schemeClr val="dk1"/>
              </a:solidFill>
              <a:latin typeface="Roboto"/>
              <a:ea typeface="Roboto"/>
              <a:cs typeface="Roboto"/>
              <a:sym typeface="Roboto"/>
            </a:endParaRPr>
          </a:p>
        </p:txBody>
      </p:sp>
      <p:pic>
        <p:nvPicPr>
          <p:cNvPr id="109" name="Google Shape;109;p2"/>
          <p:cNvPicPr preferRelativeResize="0"/>
          <p:nvPr/>
        </p:nvPicPr>
        <p:blipFill rotWithShape="1">
          <a:blip r:embed="rId4">
            <a:alphaModFix/>
          </a:blip>
          <a:srcRect b="0" l="0" r="0" t="0"/>
          <a:stretch/>
        </p:blipFill>
        <p:spPr>
          <a:xfrm>
            <a:off x="4015006" y="2768132"/>
            <a:ext cx="4303084" cy="3632668"/>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3"/>
          <p:cNvSpPr txBox="1"/>
          <p:nvPr>
            <p:ph type="title"/>
          </p:nvPr>
        </p:nvSpPr>
        <p:spPr>
          <a:xfrm>
            <a:off x="415600" y="593367"/>
            <a:ext cx="11360800" cy="763600"/>
          </a:xfrm>
          <a:prstGeom prst="rect">
            <a:avLst/>
          </a:prstGeom>
          <a:noFill/>
          <a:ln>
            <a:noFill/>
          </a:ln>
        </p:spPr>
        <p:txBody>
          <a:bodyPr anchorCtr="0" anchor="t" bIns="121900" lIns="121900" spcFirstLastPara="1" rIns="121900" wrap="square" tIns="121900">
            <a:normAutofit fontScale="90000"/>
          </a:bodyPr>
          <a:lstStyle/>
          <a:p>
            <a:pPr indent="0" lvl="0" marL="0" rtl="0" algn="l">
              <a:lnSpc>
                <a:spcPct val="100000"/>
              </a:lnSpc>
              <a:spcBef>
                <a:spcPts val="0"/>
              </a:spcBef>
              <a:spcAft>
                <a:spcPts val="0"/>
              </a:spcAft>
              <a:buClr>
                <a:schemeClr val="dk1"/>
              </a:buClr>
              <a:buSzPct val="111111"/>
              <a:buFont typeface="Calibri"/>
              <a:buNone/>
            </a:pPr>
            <a:r>
              <a:t/>
            </a:r>
            <a:endParaRPr/>
          </a:p>
        </p:txBody>
      </p:sp>
      <p:sp>
        <p:nvSpPr>
          <p:cNvPr id="115" name="Google Shape;115;p3"/>
          <p:cNvSpPr txBox="1"/>
          <p:nvPr>
            <p:ph idx="1" type="body"/>
          </p:nvPr>
        </p:nvSpPr>
        <p:spPr>
          <a:xfrm>
            <a:off x="415600" y="1536633"/>
            <a:ext cx="11360800" cy="4555200"/>
          </a:xfrm>
          <a:prstGeom prst="rect">
            <a:avLst/>
          </a:prstGeom>
          <a:noFill/>
          <a:ln>
            <a:noFill/>
          </a:ln>
        </p:spPr>
        <p:txBody>
          <a:bodyPr anchorCtr="0" anchor="t" bIns="121900" lIns="121900" spcFirstLastPara="1" rIns="121900" wrap="square" tIns="121900">
            <a:normAutofit/>
          </a:bodyPr>
          <a:lstStyle/>
          <a:p>
            <a:pPr indent="0" lvl="0" marL="0" rtl="0" algn="l">
              <a:lnSpc>
                <a:spcPct val="115000"/>
              </a:lnSpc>
              <a:spcBef>
                <a:spcPts val="0"/>
              </a:spcBef>
              <a:spcAft>
                <a:spcPts val="1600"/>
              </a:spcAft>
              <a:buClr>
                <a:schemeClr val="dk1"/>
              </a:buClr>
              <a:buSzPts val="1800"/>
              <a:buNone/>
            </a:pPr>
            <a:r>
              <a:t/>
            </a:r>
            <a:endParaRPr/>
          </a:p>
        </p:txBody>
      </p:sp>
      <p:pic>
        <p:nvPicPr>
          <p:cNvPr id="116" name="Google Shape;116;p3"/>
          <p:cNvPicPr preferRelativeResize="0"/>
          <p:nvPr/>
        </p:nvPicPr>
        <p:blipFill rotWithShape="1">
          <a:blip r:embed="rId3">
            <a:alphaModFix/>
          </a:blip>
          <a:srcRect b="0" l="0" r="0" t="0"/>
          <a:stretch/>
        </p:blipFill>
        <p:spPr>
          <a:xfrm>
            <a:off x="2" y="5"/>
            <a:ext cx="12192004" cy="6858001"/>
          </a:xfrm>
          <a:prstGeom prst="rect">
            <a:avLst/>
          </a:prstGeom>
          <a:noFill/>
          <a:ln>
            <a:noFill/>
          </a:ln>
        </p:spPr>
      </p:pic>
      <p:sp>
        <p:nvSpPr>
          <p:cNvPr id="117" name="Google Shape;117;p3"/>
          <p:cNvSpPr txBox="1"/>
          <p:nvPr/>
        </p:nvSpPr>
        <p:spPr>
          <a:xfrm>
            <a:off x="-5" y="2434717"/>
            <a:ext cx="6096006" cy="1477287"/>
          </a:xfrm>
          <a:prstGeom prst="rect">
            <a:avLst/>
          </a:prstGeom>
          <a:noFill/>
          <a:ln>
            <a:noFill/>
          </a:ln>
        </p:spPr>
        <p:txBody>
          <a:bodyPr anchorCtr="0" anchor="t" bIns="121900" lIns="121900" spcFirstLastPara="1" rIns="121900" wrap="square" tIns="121900">
            <a:spAutoFit/>
          </a:bodyPr>
          <a:lstStyle/>
          <a:p>
            <a:pPr indent="0" lvl="0" marL="0" marR="0" rtl="0" algn="ctr">
              <a:spcBef>
                <a:spcPts val="0"/>
              </a:spcBef>
              <a:spcAft>
                <a:spcPts val="0"/>
              </a:spcAft>
              <a:buNone/>
            </a:pPr>
            <a:r>
              <a:rPr b="1" i="0" lang="en-US" sz="4000" u="none" cap="none" strike="noStrike">
                <a:solidFill>
                  <a:schemeClr val="lt1"/>
                </a:solidFill>
                <a:latin typeface="Roboto"/>
                <a:ea typeface="Roboto"/>
                <a:cs typeface="Roboto"/>
                <a:sym typeface="Roboto"/>
              </a:rPr>
              <a:t>EULER’S PHI ALGORITHM</a:t>
            </a:r>
            <a:endParaRPr b="0" i="0" sz="1200" u="none" cap="none" strike="noStrike">
              <a:solidFill>
                <a:srgbClr val="000000"/>
              </a:solidFill>
              <a:latin typeface="Roboto"/>
              <a:ea typeface="Roboto"/>
              <a:cs typeface="Roboto"/>
              <a:sym typeface="Robot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4"/>
          <p:cNvSpPr txBox="1"/>
          <p:nvPr>
            <p:ph type="title"/>
          </p:nvPr>
        </p:nvSpPr>
        <p:spPr>
          <a:xfrm>
            <a:off x="415600" y="593367"/>
            <a:ext cx="11360800" cy="763600"/>
          </a:xfrm>
          <a:prstGeom prst="rect">
            <a:avLst/>
          </a:prstGeom>
          <a:noFill/>
          <a:ln>
            <a:noFill/>
          </a:ln>
        </p:spPr>
        <p:txBody>
          <a:bodyPr anchorCtr="0" anchor="t" bIns="121900" lIns="121900" spcFirstLastPara="1" rIns="121900" wrap="square" tIns="121900">
            <a:normAutofit fontScale="90000"/>
          </a:bodyPr>
          <a:lstStyle/>
          <a:p>
            <a:pPr indent="0" lvl="0" marL="0" rtl="0" algn="l">
              <a:lnSpc>
                <a:spcPct val="100000"/>
              </a:lnSpc>
              <a:spcBef>
                <a:spcPts val="0"/>
              </a:spcBef>
              <a:spcAft>
                <a:spcPts val="0"/>
              </a:spcAft>
              <a:buClr>
                <a:schemeClr val="dk1"/>
              </a:buClr>
              <a:buSzPct val="111111"/>
              <a:buFont typeface="Calibri"/>
              <a:buNone/>
            </a:pPr>
            <a:r>
              <a:t/>
            </a:r>
            <a:endParaRPr/>
          </a:p>
        </p:txBody>
      </p:sp>
      <p:sp>
        <p:nvSpPr>
          <p:cNvPr id="123" name="Google Shape;123;p4"/>
          <p:cNvSpPr txBox="1"/>
          <p:nvPr>
            <p:ph idx="1" type="body"/>
          </p:nvPr>
        </p:nvSpPr>
        <p:spPr>
          <a:xfrm>
            <a:off x="415600" y="1536633"/>
            <a:ext cx="11360800" cy="4555200"/>
          </a:xfrm>
          <a:prstGeom prst="rect">
            <a:avLst/>
          </a:prstGeom>
          <a:noFill/>
          <a:ln>
            <a:noFill/>
          </a:ln>
        </p:spPr>
        <p:txBody>
          <a:bodyPr anchorCtr="0" anchor="t" bIns="121900" lIns="121900" spcFirstLastPara="1" rIns="121900" wrap="square" tIns="121900">
            <a:normAutofit/>
          </a:bodyPr>
          <a:lstStyle/>
          <a:p>
            <a:pPr indent="0" lvl="0" marL="0" rtl="0" algn="l">
              <a:lnSpc>
                <a:spcPct val="115000"/>
              </a:lnSpc>
              <a:spcBef>
                <a:spcPts val="0"/>
              </a:spcBef>
              <a:spcAft>
                <a:spcPts val="1600"/>
              </a:spcAft>
              <a:buClr>
                <a:schemeClr val="dk1"/>
              </a:buClr>
              <a:buSzPts val="1800"/>
              <a:buNone/>
            </a:pPr>
            <a:r>
              <a:t/>
            </a:r>
            <a:endParaRPr/>
          </a:p>
        </p:txBody>
      </p:sp>
      <p:pic>
        <p:nvPicPr>
          <p:cNvPr id="124" name="Google Shape;124;p4"/>
          <p:cNvPicPr preferRelativeResize="0"/>
          <p:nvPr/>
        </p:nvPicPr>
        <p:blipFill rotWithShape="1">
          <a:blip r:embed="rId3">
            <a:alphaModFix/>
          </a:blip>
          <a:srcRect b="0" l="0" r="0" t="0"/>
          <a:stretch/>
        </p:blipFill>
        <p:spPr>
          <a:xfrm>
            <a:off x="2" y="5"/>
            <a:ext cx="12192004" cy="6858001"/>
          </a:xfrm>
          <a:prstGeom prst="rect">
            <a:avLst/>
          </a:prstGeom>
          <a:noFill/>
          <a:ln>
            <a:noFill/>
          </a:ln>
        </p:spPr>
      </p:pic>
      <p:pic>
        <p:nvPicPr>
          <p:cNvPr id="125" name="Google Shape;125;p4"/>
          <p:cNvPicPr preferRelativeResize="0"/>
          <p:nvPr/>
        </p:nvPicPr>
        <p:blipFill rotWithShape="1">
          <a:blip r:embed="rId4">
            <a:alphaModFix/>
          </a:blip>
          <a:srcRect b="0" l="0" r="0" t="0"/>
          <a:stretch/>
        </p:blipFill>
        <p:spPr>
          <a:xfrm>
            <a:off x="2" y="5"/>
            <a:ext cx="12192004" cy="6858001"/>
          </a:xfrm>
          <a:prstGeom prst="rect">
            <a:avLst/>
          </a:prstGeom>
          <a:noFill/>
          <a:ln>
            <a:noFill/>
          </a:ln>
        </p:spPr>
      </p:pic>
      <p:sp>
        <p:nvSpPr>
          <p:cNvPr id="126" name="Google Shape;126;p4"/>
          <p:cNvSpPr txBox="1"/>
          <p:nvPr/>
        </p:nvSpPr>
        <p:spPr>
          <a:xfrm>
            <a:off x="415600" y="1038414"/>
            <a:ext cx="4124160" cy="623656"/>
          </a:xfrm>
          <a:prstGeom prst="rect">
            <a:avLst/>
          </a:prstGeom>
          <a:noFill/>
          <a:ln>
            <a:noFill/>
          </a:ln>
        </p:spPr>
        <p:txBody>
          <a:bodyPr anchorCtr="0" anchor="t" bIns="121900" lIns="121900" spcFirstLastPara="1" rIns="121900" wrap="square" tIns="121900">
            <a:spAutoFit/>
          </a:bodyPr>
          <a:lstStyle/>
          <a:p>
            <a:pPr indent="0" lvl="0" marL="0" marR="0" rtl="0" algn="l">
              <a:lnSpc>
                <a:spcPct val="115000"/>
              </a:lnSpc>
              <a:spcBef>
                <a:spcPts val="0"/>
              </a:spcBef>
              <a:spcAft>
                <a:spcPts val="0"/>
              </a:spcAft>
              <a:buNone/>
            </a:pPr>
            <a:r>
              <a:rPr b="0" i="0" lang="en-US" sz="2133" u="none" cap="none" strike="noStrike">
                <a:solidFill>
                  <a:schemeClr val="accent1"/>
                </a:solidFill>
                <a:latin typeface="Roboto Black"/>
                <a:ea typeface="Roboto Black"/>
                <a:cs typeface="Roboto Black"/>
                <a:sym typeface="Roboto Black"/>
              </a:rPr>
              <a:t>TOPICS</a:t>
            </a:r>
            <a:endParaRPr b="0" i="0" sz="2400" u="none" cap="none" strike="noStrike">
              <a:solidFill>
                <a:schemeClr val="dk1"/>
              </a:solidFill>
              <a:latin typeface="Roboto Black"/>
              <a:ea typeface="Roboto Black"/>
              <a:cs typeface="Roboto Black"/>
              <a:sym typeface="Roboto Black"/>
            </a:endParaRPr>
          </a:p>
        </p:txBody>
      </p:sp>
      <p:sp>
        <p:nvSpPr>
          <p:cNvPr id="127" name="Google Shape;127;p4"/>
          <p:cNvSpPr txBox="1"/>
          <p:nvPr/>
        </p:nvSpPr>
        <p:spPr>
          <a:xfrm>
            <a:off x="1573162" y="1748283"/>
            <a:ext cx="6174658" cy="4131900"/>
          </a:xfrm>
          <a:prstGeom prst="rect">
            <a:avLst/>
          </a:prstGeom>
          <a:noFill/>
          <a:ln>
            <a:noFill/>
          </a:ln>
        </p:spPr>
        <p:txBody>
          <a:bodyPr anchorCtr="0" anchor="t" bIns="45700" lIns="91425" spcFirstLastPara="1" rIns="91425" wrap="square" tIns="45700">
            <a:spAutoFit/>
          </a:bodyPr>
          <a:lstStyle/>
          <a:p>
            <a:pPr indent="-285750" lvl="0" marL="285750" marR="0" rtl="0" algn="l">
              <a:lnSpc>
                <a:spcPct val="250000"/>
              </a:lnSpc>
              <a:spcBef>
                <a:spcPts val="0"/>
              </a:spcBef>
              <a:spcAft>
                <a:spcPts val="0"/>
              </a:spcAft>
              <a:buClr>
                <a:srgbClr val="000000"/>
              </a:buClr>
              <a:buSzPts val="1600"/>
              <a:buFont typeface="Noto Sans Symbols"/>
              <a:buChar char="⮚"/>
            </a:pPr>
            <a:r>
              <a:rPr b="0" i="0" lang="en-US" sz="1800" u="none" cap="none" strike="noStrike">
                <a:solidFill>
                  <a:srgbClr val="0C0C0C"/>
                </a:solidFill>
                <a:latin typeface="Roboto"/>
                <a:ea typeface="Roboto"/>
                <a:cs typeface="Roboto"/>
                <a:sym typeface="Roboto"/>
              </a:rPr>
              <a:t>Introduction</a:t>
            </a:r>
            <a:endParaRPr/>
          </a:p>
          <a:p>
            <a:pPr indent="-285750" lvl="0" marL="285750" marR="0" rtl="0" algn="l">
              <a:lnSpc>
                <a:spcPct val="250000"/>
              </a:lnSpc>
              <a:spcBef>
                <a:spcPts val="0"/>
              </a:spcBef>
              <a:spcAft>
                <a:spcPts val="0"/>
              </a:spcAft>
              <a:buClr>
                <a:srgbClr val="000000"/>
              </a:buClr>
              <a:buSzPts val="1600"/>
              <a:buFont typeface="Noto Sans Symbols"/>
              <a:buChar char="⮚"/>
            </a:pPr>
            <a:r>
              <a:rPr b="0" i="0" lang="en-US" sz="1800" u="none" cap="none" strike="noStrike">
                <a:solidFill>
                  <a:srgbClr val="0C0C0C"/>
                </a:solidFill>
                <a:latin typeface="Roboto"/>
                <a:ea typeface="Roboto"/>
                <a:cs typeface="Roboto"/>
                <a:sym typeface="Roboto"/>
              </a:rPr>
              <a:t>Examples</a:t>
            </a:r>
            <a:endParaRPr/>
          </a:p>
          <a:p>
            <a:pPr indent="-285750" lvl="0" marL="285750" marR="0" rtl="0" algn="l">
              <a:lnSpc>
                <a:spcPct val="250000"/>
              </a:lnSpc>
              <a:spcBef>
                <a:spcPts val="0"/>
              </a:spcBef>
              <a:spcAft>
                <a:spcPts val="0"/>
              </a:spcAft>
              <a:buClr>
                <a:srgbClr val="000000"/>
              </a:buClr>
              <a:buSzPts val="1600"/>
              <a:buFont typeface="Noto Sans Symbols"/>
              <a:buChar char="⮚"/>
            </a:pPr>
            <a:r>
              <a:rPr b="0" i="0" lang="en-US" sz="1800" u="none" cap="none" strike="noStrike">
                <a:solidFill>
                  <a:srgbClr val="0C0C0C"/>
                </a:solidFill>
                <a:latin typeface="Roboto"/>
                <a:ea typeface="Roboto"/>
                <a:cs typeface="Roboto"/>
                <a:sym typeface="Roboto"/>
              </a:rPr>
              <a:t>Properties</a:t>
            </a:r>
            <a:endParaRPr/>
          </a:p>
          <a:p>
            <a:pPr indent="-285750" lvl="0" marL="285750" marR="0" rtl="0" algn="l">
              <a:lnSpc>
                <a:spcPct val="250000"/>
              </a:lnSpc>
              <a:spcBef>
                <a:spcPts val="0"/>
              </a:spcBef>
              <a:spcAft>
                <a:spcPts val="0"/>
              </a:spcAft>
              <a:buClr>
                <a:srgbClr val="000000"/>
              </a:buClr>
              <a:buSzPts val="1600"/>
              <a:buFont typeface="Noto Sans Symbols"/>
              <a:buChar char="⮚"/>
            </a:pPr>
            <a:r>
              <a:rPr b="0" i="0" lang="en-US" sz="1800" u="none" cap="none" strike="noStrike">
                <a:solidFill>
                  <a:srgbClr val="0C0C0C"/>
                </a:solidFill>
                <a:latin typeface="Roboto"/>
                <a:ea typeface="Roboto"/>
                <a:cs typeface="Roboto"/>
                <a:sym typeface="Roboto"/>
              </a:rPr>
              <a:t>Coding</a:t>
            </a:r>
            <a:endParaRPr/>
          </a:p>
          <a:p>
            <a:pPr indent="-285750" lvl="0" marL="285750" marR="0" rtl="0" algn="l">
              <a:lnSpc>
                <a:spcPct val="250000"/>
              </a:lnSpc>
              <a:spcBef>
                <a:spcPts val="0"/>
              </a:spcBef>
              <a:spcAft>
                <a:spcPts val="0"/>
              </a:spcAft>
              <a:buClr>
                <a:srgbClr val="000000"/>
              </a:buClr>
              <a:buSzPts val="1600"/>
              <a:buFont typeface="Noto Sans Symbols"/>
              <a:buChar char="⮚"/>
            </a:pPr>
            <a:r>
              <a:rPr b="0" i="0" lang="en-US" sz="1800" u="none" cap="none" strike="noStrike">
                <a:solidFill>
                  <a:srgbClr val="0C0C0C"/>
                </a:solidFill>
                <a:latin typeface="Roboto"/>
                <a:ea typeface="Roboto"/>
                <a:cs typeface="Roboto"/>
                <a:sym typeface="Roboto"/>
              </a:rPr>
              <a:t>Interview Questions</a:t>
            </a:r>
            <a:endParaRPr/>
          </a:p>
          <a:p>
            <a:pPr indent="-184150" lvl="0" marL="285750" marR="0" rtl="0" algn="l">
              <a:lnSpc>
                <a:spcPct val="250000"/>
              </a:lnSpc>
              <a:spcBef>
                <a:spcPts val="0"/>
              </a:spcBef>
              <a:spcAft>
                <a:spcPts val="0"/>
              </a:spcAft>
              <a:buClr>
                <a:srgbClr val="000000"/>
              </a:buClr>
              <a:buSzPts val="1600"/>
              <a:buFont typeface="Noto Sans Symbols"/>
              <a:buNone/>
            </a:pPr>
            <a:r>
              <a:t/>
            </a:r>
            <a:endParaRPr b="0" i="0" sz="1800" u="none" cap="none" strike="noStrike">
              <a:solidFill>
                <a:srgbClr val="000000"/>
              </a:solidFill>
              <a:latin typeface="Roboto"/>
              <a:ea typeface="Roboto"/>
              <a:cs typeface="Roboto"/>
              <a:sym typeface="Robot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5"/>
          <p:cNvSpPr txBox="1"/>
          <p:nvPr/>
        </p:nvSpPr>
        <p:spPr>
          <a:xfrm>
            <a:off x="935977" y="931607"/>
            <a:ext cx="10736065" cy="5047481"/>
          </a:xfrm>
          <a:prstGeom prst="rect">
            <a:avLst/>
          </a:prstGeom>
          <a:noFill/>
          <a:ln>
            <a:noFill/>
          </a:ln>
        </p:spPr>
        <p:txBody>
          <a:bodyPr anchorCtr="0" anchor="t" bIns="60925" lIns="121900" spcFirstLastPara="1" rIns="121900" wrap="square" tIns="60925">
            <a:spAutoFit/>
          </a:bodyPr>
          <a:lstStyle/>
          <a:p>
            <a:pPr indent="0" lvl="0" marL="0" marR="0" rtl="0" algn="l">
              <a:lnSpc>
                <a:spcPct val="250000"/>
              </a:lnSpc>
              <a:spcBef>
                <a:spcPts val="0"/>
              </a:spcBef>
              <a:spcAft>
                <a:spcPts val="0"/>
              </a:spcAft>
              <a:buNone/>
            </a:pPr>
            <a:r>
              <a:rPr b="1" i="0" lang="en-US" sz="1600" u="none" cap="none" strike="noStrike">
                <a:solidFill>
                  <a:srgbClr val="0C0C0C"/>
                </a:solidFill>
                <a:latin typeface="Roboto"/>
                <a:ea typeface="Roboto"/>
                <a:cs typeface="Roboto"/>
                <a:sym typeface="Roboto"/>
              </a:rPr>
              <a:t>INTRODUCTION</a:t>
            </a:r>
            <a:endParaRPr b="1" i="0" sz="1600" u="none" cap="none" strike="noStrike">
              <a:solidFill>
                <a:srgbClr val="000000"/>
              </a:solidFill>
              <a:latin typeface="Roboto"/>
              <a:ea typeface="Roboto"/>
              <a:cs typeface="Roboto"/>
              <a:sym typeface="Roboto"/>
            </a:endParaRPr>
          </a:p>
          <a:p>
            <a:pPr indent="0" lvl="0" marL="0" marR="0" rtl="0" algn="l">
              <a:lnSpc>
                <a:spcPct val="250000"/>
              </a:lnSpc>
              <a:spcBef>
                <a:spcPts val="0"/>
              </a:spcBef>
              <a:spcAft>
                <a:spcPts val="0"/>
              </a:spcAft>
              <a:buNone/>
            </a:pPr>
            <a:r>
              <a:rPr b="0" i="0" lang="en-US" sz="1600" u="none" cap="none" strike="noStrike">
                <a:solidFill>
                  <a:srgbClr val="000000"/>
                </a:solidFill>
                <a:latin typeface="Roboto"/>
                <a:ea typeface="Roboto"/>
                <a:cs typeface="Roboto"/>
                <a:sym typeface="Roboto"/>
              </a:rPr>
              <a:t>Euler's totient function (also called phi-function or totient function) takes a single positive integer n as input and outputs the number of integers present between 1 and n that are co-prime to n.</a:t>
            </a:r>
            <a:endParaRPr b="0" i="0" sz="1600" u="none" cap="none" strike="noStrike">
              <a:solidFill>
                <a:srgbClr val="000000"/>
              </a:solidFill>
              <a:latin typeface="Roboto"/>
              <a:ea typeface="Roboto"/>
              <a:cs typeface="Roboto"/>
              <a:sym typeface="Roboto"/>
            </a:endParaRPr>
          </a:p>
          <a:p>
            <a:pPr indent="0" lvl="0" marL="0" marR="0" rtl="0" algn="l">
              <a:lnSpc>
                <a:spcPct val="250000"/>
              </a:lnSpc>
              <a:spcBef>
                <a:spcPts val="0"/>
              </a:spcBef>
              <a:spcAft>
                <a:spcPts val="0"/>
              </a:spcAft>
              <a:buNone/>
            </a:pPr>
            <a:r>
              <a:rPr b="0" i="0" lang="en-US" sz="1600" u="none" cap="none" strike="noStrike">
                <a:solidFill>
                  <a:srgbClr val="000000"/>
                </a:solidFill>
                <a:latin typeface="Roboto"/>
                <a:ea typeface="Roboto"/>
                <a:cs typeface="Roboto"/>
                <a:sym typeface="Roboto"/>
              </a:rPr>
              <a:t>Note:</a:t>
            </a:r>
            <a:endParaRPr b="0" i="0" sz="1600" u="none" cap="none" strike="noStrike">
              <a:solidFill>
                <a:srgbClr val="000000"/>
              </a:solidFill>
              <a:latin typeface="Roboto"/>
              <a:ea typeface="Roboto"/>
              <a:cs typeface="Roboto"/>
              <a:sym typeface="Roboto"/>
            </a:endParaRPr>
          </a:p>
          <a:p>
            <a:pPr indent="-380990" lvl="0" marL="380990" marR="0" rtl="0" algn="l">
              <a:lnSpc>
                <a:spcPct val="250000"/>
              </a:lnSpc>
              <a:spcBef>
                <a:spcPts val="0"/>
              </a:spcBef>
              <a:spcAft>
                <a:spcPts val="0"/>
              </a:spcAft>
              <a:buClr>
                <a:srgbClr val="000000"/>
              </a:buClr>
              <a:buSzPts val="1600"/>
              <a:buFont typeface="Arial"/>
              <a:buChar char="•"/>
            </a:pPr>
            <a:r>
              <a:rPr b="0" i="0" lang="en-US" sz="1600" u="none" cap="none" strike="noStrike">
                <a:solidFill>
                  <a:srgbClr val="000000"/>
                </a:solidFill>
                <a:latin typeface="Roboto"/>
                <a:ea typeface="Roboto"/>
                <a:cs typeface="Roboto"/>
                <a:sym typeface="Roboto"/>
              </a:rPr>
              <a:t>2 positive integers a and b are said to be co-prime if their greatest common factor/divisor is equal to 1, that is, </a:t>
            </a:r>
            <a:endParaRPr b="0" i="0" sz="1600" u="none" cap="none" strike="noStrike">
              <a:solidFill>
                <a:srgbClr val="000000"/>
              </a:solidFill>
              <a:latin typeface="Roboto"/>
              <a:ea typeface="Roboto"/>
              <a:cs typeface="Roboto"/>
              <a:sym typeface="Roboto"/>
            </a:endParaRPr>
          </a:p>
          <a:p>
            <a:pPr indent="0" lvl="0" marL="0" marR="0" rtl="0" algn="l">
              <a:lnSpc>
                <a:spcPct val="250000"/>
              </a:lnSpc>
              <a:spcBef>
                <a:spcPts val="0"/>
              </a:spcBef>
              <a:spcAft>
                <a:spcPts val="0"/>
              </a:spcAft>
              <a:buNone/>
            </a:pPr>
            <a:r>
              <a:rPr b="0" i="0" lang="en-US" sz="1600" u="none" cap="none" strike="noStrike">
                <a:solidFill>
                  <a:srgbClr val="000000"/>
                </a:solidFill>
                <a:latin typeface="Roboto"/>
                <a:ea typeface="Roboto"/>
                <a:cs typeface="Roboto"/>
                <a:sym typeface="Roboto"/>
              </a:rPr>
              <a:t>                             gcd(a,b)=1 </a:t>
            </a:r>
            <a:endParaRPr b="0" i="0" sz="1600" u="none" cap="none" strike="noStrike">
              <a:solidFill>
                <a:srgbClr val="000000"/>
              </a:solidFill>
              <a:latin typeface="Roboto"/>
              <a:ea typeface="Roboto"/>
              <a:cs typeface="Roboto"/>
              <a:sym typeface="Roboto"/>
            </a:endParaRPr>
          </a:p>
          <a:p>
            <a:pPr indent="-380990" lvl="0" marL="380990" marR="0" rtl="0" algn="l">
              <a:lnSpc>
                <a:spcPct val="250000"/>
              </a:lnSpc>
              <a:spcBef>
                <a:spcPts val="0"/>
              </a:spcBef>
              <a:spcAft>
                <a:spcPts val="0"/>
              </a:spcAft>
              <a:buClr>
                <a:srgbClr val="000000"/>
              </a:buClr>
              <a:buSzPts val="1600"/>
              <a:buFont typeface="Arial"/>
              <a:buChar char="•"/>
            </a:pPr>
            <a:r>
              <a:rPr b="0" i="0" lang="en-US" sz="1600" u="none" cap="none" strike="noStrike">
                <a:solidFill>
                  <a:srgbClr val="000000"/>
                </a:solidFill>
                <a:latin typeface="Roboto"/>
                <a:ea typeface="Roboto"/>
                <a:cs typeface="Roboto"/>
                <a:sym typeface="Roboto"/>
              </a:rPr>
              <a:t>1 is considered co-prime to all numbers.</a:t>
            </a:r>
            <a:endParaRPr b="0" i="0" sz="1600" u="none" cap="none" strike="noStrike">
              <a:solidFill>
                <a:srgbClr val="000000"/>
              </a:solidFill>
              <a:latin typeface="Roboto"/>
              <a:ea typeface="Roboto"/>
              <a:cs typeface="Roboto"/>
              <a:sym typeface="Roboto"/>
            </a:endParaRPr>
          </a:p>
          <a:p>
            <a:pPr indent="0" lvl="0" marL="0" marR="0" rtl="0" algn="l">
              <a:lnSpc>
                <a:spcPct val="250000"/>
              </a:lnSpc>
              <a:spcBef>
                <a:spcPts val="0"/>
              </a:spcBef>
              <a:spcAft>
                <a:spcPts val="0"/>
              </a:spcAft>
              <a:buNone/>
            </a:pPr>
            <a:r>
              <a:t/>
            </a:r>
            <a:endParaRPr b="0" i="0" sz="1600" u="none" cap="none" strike="noStrike">
              <a:solidFill>
                <a:srgbClr val="0C0C0C"/>
              </a:solidFill>
              <a:latin typeface="Roboto"/>
              <a:ea typeface="Roboto"/>
              <a:cs typeface="Roboto"/>
              <a:sym typeface="Robot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6"/>
          <p:cNvSpPr/>
          <p:nvPr/>
        </p:nvSpPr>
        <p:spPr>
          <a:xfrm>
            <a:off x="740160" y="1221120"/>
            <a:ext cx="10059840" cy="1107941"/>
          </a:xfrm>
          <a:prstGeom prst="rect">
            <a:avLst/>
          </a:prstGeom>
          <a:noFill/>
          <a:ln>
            <a:noFill/>
          </a:ln>
        </p:spPr>
        <p:txBody>
          <a:bodyPr anchorCtr="0" anchor="t" bIns="60925" lIns="121900" spcFirstLastPara="1" rIns="121900" wrap="square" tIns="60925">
            <a:spAutoFit/>
          </a:bodyPr>
          <a:lstStyle/>
          <a:p>
            <a:pPr indent="0" lvl="0" marL="0" marR="0" rtl="0" algn="l">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spcBef>
                <a:spcPts val="0"/>
              </a:spcBef>
              <a:spcAft>
                <a:spcPts val="0"/>
              </a:spcAft>
              <a:buNone/>
            </a:pPr>
            <a:r>
              <a:t/>
            </a:r>
            <a:endParaRPr b="0" i="0" sz="1600" u="none" cap="none" strike="noStrike">
              <a:solidFill>
                <a:srgbClr val="000000"/>
              </a:solidFill>
              <a:latin typeface="Roboto"/>
              <a:ea typeface="Roboto"/>
              <a:cs typeface="Roboto"/>
              <a:sym typeface="Roboto"/>
            </a:endParaRPr>
          </a:p>
        </p:txBody>
      </p:sp>
      <p:sp>
        <p:nvSpPr>
          <p:cNvPr id="138" name="Google Shape;138;p6"/>
          <p:cNvSpPr/>
          <p:nvPr/>
        </p:nvSpPr>
        <p:spPr>
          <a:xfrm>
            <a:off x="740160" y="1221120"/>
            <a:ext cx="10059840" cy="1107941"/>
          </a:xfrm>
          <a:prstGeom prst="rect">
            <a:avLst/>
          </a:prstGeom>
          <a:noFill/>
          <a:ln>
            <a:noFill/>
          </a:ln>
        </p:spPr>
        <p:txBody>
          <a:bodyPr anchorCtr="0" anchor="t" bIns="60925" lIns="121900" spcFirstLastPara="1" rIns="121900" wrap="square" tIns="60925">
            <a:spAutoFit/>
          </a:bodyPr>
          <a:lstStyle/>
          <a:p>
            <a:pPr indent="0" lvl="0" marL="0" marR="0" rtl="0" algn="l">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spcBef>
                <a:spcPts val="0"/>
              </a:spcBef>
              <a:spcAft>
                <a:spcPts val="0"/>
              </a:spcAft>
              <a:buNone/>
            </a:pPr>
            <a:r>
              <a:t/>
            </a:r>
            <a:endParaRPr b="0" i="0" sz="1600" u="none" cap="none" strike="noStrike">
              <a:solidFill>
                <a:srgbClr val="000000"/>
              </a:solidFill>
              <a:latin typeface="Roboto"/>
              <a:ea typeface="Roboto"/>
              <a:cs typeface="Roboto"/>
              <a:sym typeface="Roboto"/>
            </a:endParaRPr>
          </a:p>
        </p:txBody>
      </p:sp>
      <p:sp>
        <p:nvSpPr>
          <p:cNvPr id="139" name="Google Shape;139;p6"/>
          <p:cNvSpPr txBox="1"/>
          <p:nvPr/>
        </p:nvSpPr>
        <p:spPr>
          <a:xfrm>
            <a:off x="2077329" y="2520653"/>
            <a:ext cx="6142891" cy="410379"/>
          </a:xfrm>
          <a:prstGeom prst="rect">
            <a:avLst/>
          </a:prstGeom>
          <a:noFill/>
          <a:ln>
            <a:noFill/>
          </a:ln>
        </p:spPr>
        <p:txBody>
          <a:bodyPr anchorCtr="0" anchor="t" bIns="60925" lIns="121900" spcFirstLastPara="1" rIns="121900" wrap="square" tIns="60925">
            <a:spAutoFit/>
          </a:bodyPr>
          <a:lstStyle/>
          <a:p>
            <a:pPr indent="0" lvl="0" marL="0" marR="0" rtl="0" algn="l">
              <a:spcBef>
                <a:spcPts val="0"/>
              </a:spcBef>
              <a:spcAft>
                <a:spcPts val="0"/>
              </a:spcAft>
              <a:buNone/>
            </a:pPr>
            <a:r>
              <a:rPr b="1" i="0" lang="en-US" sz="1867" u="none" cap="none" strike="noStrike">
                <a:solidFill>
                  <a:schemeClr val="lt1"/>
                </a:solidFill>
                <a:latin typeface="Roboto"/>
                <a:ea typeface="Roboto"/>
                <a:cs typeface="Roboto"/>
                <a:sym typeface="Roboto"/>
              </a:rPr>
              <a:t>Euler’s Phi Algorithm</a:t>
            </a:r>
            <a:endParaRPr b="0" i="0" sz="1867" u="none" cap="none" strike="noStrike">
              <a:solidFill>
                <a:srgbClr val="000000"/>
              </a:solidFill>
              <a:latin typeface="Roboto"/>
              <a:ea typeface="Roboto"/>
              <a:cs typeface="Roboto"/>
              <a:sym typeface="Roboto"/>
            </a:endParaRPr>
          </a:p>
        </p:txBody>
      </p:sp>
      <p:sp>
        <p:nvSpPr>
          <p:cNvPr id="140" name="Google Shape;140;p6"/>
          <p:cNvSpPr txBox="1"/>
          <p:nvPr/>
        </p:nvSpPr>
        <p:spPr>
          <a:xfrm>
            <a:off x="1125416" y="1082319"/>
            <a:ext cx="10326424" cy="1969715"/>
          </a:xfrm>
          <a:prstGeom prst="rect">
            <a:avLst/>
          </a:prstGeom>
          <a:noFill/>
          <a:ln>
            <a:noFill/>
          </a:ln>
        </p:spPr>
        <p:txBody>
          <a:bodyPr anchorCtr="0" anchor="t" bIns="60925" lIns="121900" spcFirstLastPara="1" rIns="121900" wrap="square" tIns="60925">
            <a:spAutoFit/>
          </a:bodyPr>
          <a:lstStyle/>
          <a:p>
            <a:pPr indent="0" lvl="0" marL="0" marR="0" rtl="0" algn="l">
              <a:lnSpc>
                <a:spcPct val="150000"/>
              </a:lnSpc>
              <a:spcBef>
                <a:spcPts val="0"/>
              </a:spcBef>
              <a:spcAft>
                <a:spcPts val="0"/>
              </a:spcAft>
              <a:buNone/>
            </a:pPr>
            <a:r>
              <a:rPr b="1" i="0" lang="en-US" sz="1600" u="none" cap="none" strike="noStrike">
                <a:solidFill>
                  <a:srgbClr val="0C0C0C"/>
                </a:solidFill>
                <a:latin typeface="Roboto"/>
                <a:ea typeface="Roboto"/>
                <a:cs typeface="Roboto"/>
                <a:sym typeface="Roboto"/>
              </a:rPr>
              <a:t>Example:1</a:t>
            </a:r>
            <a:endParaRPr b="1" i="0" sz="14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None/>
            </a:pPr>
            <a:r>
              <a:rPr b="0" i="0" lang="en-US" sz="1600" u="none" cap="none" strike="noStrike">
                <a:solidFill>
                  <a:srgbClr val="0C0C0C"/>
                </a:solidFill>
                <a:latin typeface="Roboto"/>
                <a:ea typeface="Roboto"/>
                <a:cs typeface="Roboto"/>
                <a:sym typeface="Roboto"/>
              </a:rPr>
              <a:t>Find Փ(5)</a:t>
            </a:r>
            <a:endParaRPr b="0" i="0" sz="14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None/>
            </a:pPr>
            <a:r>
              <a:rPr b="0" i="0" lang="en-US" sz="1600" u="none" cap="none" strike="noStrike">
                <a:solidFill>
                  <a:srgbClr val="0C0C0C"/>
                </a:solidFill>
                <a:latin typeface="Roboto"/>
                <a:ea typeface="Roboto"/>
                <a:cs typeface="Roboto"/>
                <a:sym typeface="Roboto"/>
              </a:rPr>
              <a:t>Solution</a:t>
            </a:r>
            <a:endParaRPr b="0" i="0" sz="14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None/>
            </a:pPr>
            <a:r>
              <a:rPr b="0" i="0" lang="en-US" sz="1600" u="none" cap="none" strike="noStrike">
                <a:solidFill>
                  <a:srgbClr val="0C0C0C"/>
                </a:solidFill>
                <a:latin typeface="Roboto"/>
                <a:ea typeface="Roboto"/>
                <a:cs typeface="Roboto"/>
                <a:sym typeface="Roboto"/>
              </a:rPr>
              <a:t>Here n=5</a:t>
            </a:r>
            <a:endParaRPr b="0" i="0" sz="14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None/>
            </a:pPr>
            <a:r>
              <a:rPr b="0" i="0" lang="en-US" sz="1600" u="none" cap="none" strike="noStrike">
                <a:solidFill>
                  <a:srgbClr val="0C0C0C"/>
                </a:solidFill>
                <a:latin typeface="Roboto"/>
                <a:ea typeface="Roboto"/>
                <a:cs typeface="Roboto"/>
                <a:sym typeface="Roboto"/>
              </a:rPr>
              <a:t>Numbers less than 5 are 1,2,3 and 4</a:t>
            </a:r>
            <a:endParaRPr b="0" i="0" sz="1400" u="none" cap="none" strike="noStrike">
              <a:solidFill>
                <a:srgbClr val="000000"/>
              </a:solidFill>
              <a:latin typeface="Roboto"/>
              <a:ea typeface="Roboto"/>
              <a:cs typeface="Roboto"/>
              <a:sym typeface="Roboto"/>
            </a:endParaRPr>
          </a:p>
        </p:txBody>
      </p:sp>
      <p:graphicFrame>
        <p:nvGraphicFramePr>
          <p:cNvPr id="141" name="Google Shape;141;p6"/>
          <p:cNvGraphicFramePr/>
          <p:nvPr/>
        </p:nvGraphicFramePr>
        <p:xfrm>
          <a:off x="2032000" y="3243626"/>
          <a:ext cx="3000000" cy="3000000"/>
        </p:xfrm>
        <a:graphic>
          <a:graphicData uri="http://schemas.openxmlformats.org/drawingml/2006/table">
            <a:tbl>
              <a:tblPr>
                <a:noFill/>
                <a:tableStyleId>{00AD5841-012E-4942-8C47-C39BE2EA15CC}</a:tableStyleId>
              </a:tblPr>
              <a:tblGrid>
                <a:gridCol w="4064000"/>
                <a:gridCol w="4064000"/>
              </a:tblGrid>
              <a:tr h="494475">
                <a:tc>
                  <a:txBody>
                    <a:bodyPr/>
                    <a:lstStyle/>
                    <a:p>
                      <a:pPr indent="0" lvl="0" marL="0" marR="0" rtl="0" algn="ctr">
                        <a:lnSpc>
                          <a:spcPct val="100000"/>
                        </a:lnSpc>
                        <a:spcBef>
                          <a:spcPts val="0"/>
                        </a:spcBef>
                        <a:spcAft>
                          <a:spcPts val="0"/>
                        </a:spcAft>
                        <a:buClr>
                          <a:srgbClr val="000000"/>
                        </a:buClr>
                        <a:buSzPts val="1400"/>
                        <a:buFont typeface="Arial"/>
                        <a:buNone/>
                      </a:pPr>
                      <a:r>
                        <a:rPr b="1" lang="en-US" sz="1900" u="none" cap="none" strike="noStrike">
                          <a:solidFill>
                            <a:srgbClr val="0070C0"/>
                          </a:solidFill>
                          <a:latin typeface="Roboto"/>
                          <a:ea typeface="Roboto"/>
                          <a:cs typeface="Roboto"/>
                          <a:sym typeface="Roboto"/>
                        </a:rPr>
                        <a:t>GCD</a:t>
                      </a:r>
                      <a:endParaRPr sz="1900" u="none" cap="none" strike="noStrike">
                        <a:latin typeface="Roboto"/>
                        <a:ea typeface="Roboto"/>
                        <a:cs typeface="Roboto"/>
                        <a:sym typeface="Roboto"/>
                      </a:endParaRPr>
                    </a:p>
                  </a:txBody>
                  <a:tcPr marT="60975" marB="60975" marR="121925" marL="1219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US" sz="1900" u="none" cap="none" strike="noStrike">
                          <a:solidFill>
                            <a:srgbClr val="0070C0"/>
                          </a:solidFill>
                          <a:latin typeface="Roboto"/>
                          <a:ea typeface="Roboto"/>
                          <a:cs typeface="Roboto"/>
                          <a:sym typeface="Roboto"/>
                        </a:rPr>
                        <a:t>Relatively Prime?</a:t>
                      </a:r>
                      <a:endParaRPr sz="1900" u="none" cap="none" strike="noStrike">
                        <a:latin typeface="Roboto"/>
                        <a:ea typeface="Roboto"/>
                        <a:cs typeface="Roboto"/>
                        <a:sym typeface="Roboto"/>
                      </a:endParaRPr>
                    </a:p>
                  </a:txBody>
                  <a:tcPr marT="60975" marB="60975" marR="121925" marL="1219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494475">
                <a:tc>
                  <a:txBody>
                    <a:bodyPr/>
                    <a:lstStyle/>
                    <a:p>
                      <a:pPr indent="0" lvl="0" marL="0" marR="0" rtl="0" algn="ctr">
                        <a:lnSpc>
                          <a:spcPct val="100000"/>
                        </a:lnSpc>
                        <a:spcBef>
                          <a:spcPts val="0"/>
                        </a:spcBef>
                        <a:spcAft>
                          <a:spcPts val="0"/>
                        </a:spcAft>
                        <a:buClr>
                          <a:srgbClr val="000000"/>
                        </a:buClr>
                        <a:buSzPts val="1400"/>
                        <a:buFont typeface="Arial"/>
                        <a:buNone/>
                      </a:pPr>
                      <a:r>
                        <a:rPr lang="en-US" sz="1900" u="none" cap="none" strike="noStrike">
                          <a:latin typeface="Roboto"/>
                          <a:ea typeface="Roboto"/>
                          <a:cs typeface="Roboto"/>
                          <a:sym typeface="Roboto"/>
                        </a:rPr>
                        <a:t>GCD(1,5)=1 </a:t>
                      </a:r>
                      <a:endParaRPr sz="1900" u="none" cap="none" strike="noStrike"/>
                    </a:p>
                  </a:txBody>
                  <a:tcPr marT="60975" marB="60975" marR="121925" marL="1219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t/>
                      </a:r>
                      <a:endParaRPr sz="1900" u="none" cap="none" strike="noStrike">
                        <a:latin typeface="Roboto"/>
                        <a:ea typeface="Roboto"/>
                        <a:cs typeface="Roboto"/>
                        <a:sym typeface="Roboto"/>
                      </a:endParaRPr>
                    </a:p>
                  </a:txBody>
                  <a:tcPr marT="60975" marB="60975" marR="121925" marL="1219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494475">
                <a:tc>
                  <a:txBody>
                    <a:bodyPr/>
                    <a:lstStyle/>
                    <a:p>
                      <a:pPr indent="0" lvl="0" marL="0" marR="0" rtl="0" algn="ctr">
                        <a:lnSpc>
                          <a:spcPct val="100000"/>
                        </a:lnSpc>
                        <a:spcBef>
                          <a:spcPts val="0"/>
                        </a:spcBef>
                        <a:spcAft>
                          <a:spcPts val="0"/>
                        </a:spcAft>
                        <a:buClr>
                          <a:srgbClr val="000000"/>
                        </a:buClr>
                        <a:buSzPts val="1400"/>
                        <a:buFont typeface="Arial"/>
                        <a:buNone/>
                      </a:pPr>
                      <a:r>
                        <a:rPr lang="en-US" sz="1900" u="none" cap="none" strike="noStrike">
                          <a:latin typeface="Roboto"/>
                          <a:ea typeface="Roboto"/>
                          <a:cs typeface="Roboto"/>
                          <a:sym typeface="Roboto"/>
                        </a:rPr>
                        <a:t>GCD(2,5)=1 </a:t>
                      </a:r>
                      <a:endParaRPr sz="1900" u="none" cap="none" strike="noStrike"/>
                    </a:p>
                  </a:txBody>
                  <a:tcPr marT="60975" marB="60975" marR="121925" marL="1219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t/>
                      </a:r>
                      <a:endParaRPr sz="1900" u="none" cap="none" strike="noStrike">
                        <a:latin typeface="Roboto"/>
                        <a:ea typeface="Roboto"/>
                        <a:cs typeface="Roboto"/>
                        <a:sym typeface="Roboto"/>
                      </a:endParaRPr>
                    </a:p>
                  </a:txBody>
                  <a:tcPr marT="60975" marB="60975" marR="121925" marL="1219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494475">
                <a:tc>
                  <a:txBody>
                    <a:bodyPr/>
                    <a:lstStyle/>
                    <a:p>
                      <a:pPr indent="0" lvl="0" marL="0" marR="0" rtl="0" algn="ctr">
                        <a:lnSpc>
                          <a:spcPct val="100000"/>
                        </a:lnSpc>
                        <a:spcBef>
                          <a:spcPts val="0"/>
                        </a:spcBef>
                        <a:spcAft>
                          <a:spcPts val="0"/>
                        </a:spcAft>
                        <a:buClr>
                          <a:srgbClr val="000000"/>
                        </a:buClr>
                        <a:buSzPts val="1400"/>
                        <a:buFont typeface="Arial"/>
                        <a:buNone/>
                      </a:pPr>
                      <a:r>
                        <a:rPr lang="en-US" sz="1900" u="none" cap="none" strike="noStrike">
                          <a:latin typeface="Roboto"/>
                          <a:ea typeface="Roboto"/>
                          <a:cs typeface="Roboto"/>
                          <a:sym typeface="Roboto"/>
                        </a:rPr>
                        <a:t>GCD(3,5)=1 </a:t>
                      </a:r>
                      <a:endParaRPr sz="1900" u="none" cap="none" strike="noStrike"/>
                    </a:p>
                  </a:txBody>
                  <a:tcPr marT="60975" marB="60975" marR="121925" marL="1219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t/>
                      </a:r>
                      <a:endParaRPr sz="1900" u="none" cap="none" strike="noStrike">
                        <a:latin typeface="Roboto"/>
                        <a:ea typeface="Roboto"/>
                        <a:cs typeface="Roboto"/>
                        <a:sym typeface="Roboto"/>
                      </a:endParaRPr>
                    </a:p>
                  </a:txBody>
                  <a:tcPr marT="60975" marB="60975" marR="121925" marL="1219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494475">
                <a:tc>
                  <a:txBody>
                    <a:bodyPr/>
                    <a:lstStyle/>
                    <a:p>
                      <a:pPr indent="0" lvl="0" marL="0" marR="0" rtl="0" algn="ctr">
                        <a:lnSpc>
                          <a:spcPct val="100000"/>
                        </a:lnSpc>
                        <a:spcBef>
                          <a:spcPts val="0"/>
                        </a:spcBef>
                        <a:spcAft>
                          <a:spcPts val="0"/>
                        </a:spcAft>
                        <a:buClr>
                          <a:srgbClr val="000000"/>
                        </a:buClr>
                        <a:buSzPts val="1400"/>
                        <a:buFont typeface="Arial"/>
                        <a:buNone/>
                      </a:pPr>
                      <a:r>
                        <a:rPr lang="en-US" sz="1900" u="none" cap="none" strike="noStrike">
                          <a:latin typeface="Roboto"/>
                          <a:ea typeface="Roboto"/>
                          <a:cs typeface="Roboto"/>
                          <a:sym typeface="Roboto"/>
                        </a:rPr>
                        <a:t>GCD(4,5)=1 </a:t>
                      </a:r>
                      <a:endParaRPr sz="1900" u="none" cap="none" strike="noStrike"/>
                    </a:p>
                  </a:txBody>
                  <a:tcPr marT="60975" marB="60975" marR="121925" marL="1219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t/>
                      </a:r>
                      <a:endParaRPr sz="1900" u="none" cap="none" strike="noStrike">
                        <a:latin typeface="Roboto"/>
                        <a:ea typeface="Roboto"/>
                        <a:cs typeface="Roboto"/>
                        <a:sym typeface="Roboto"/>
                      </a:endParaRPr>
                    </a:p>
                  </a:txBody>
                  <a:tcPr marT="60975" marB="60975" marR="121925" marL="1219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pic>
        <p:nvPicPr>
          <p:cNvPr descr="Checkmark with solid fill" id="142" name="Google Shape;142;p6"/>
          <p:cNvPicPr preferRelativeResize="0"/>
          <p:nvPr/>
        </p:nvPicPr>
        <p:blipFill rotWithShape="1">
          <a:blip r:embed="rId3">
            <a:alphaModFix/>
          </a:blip>
          <a:srcRect b="0" l="0" r="0" t="0"/>
          <a:stretch/>
        </p:blipFill>
        <p:spPr>
          <a:xfrm>
            <a:off x="7932621" y="4209038"/>
            <a:ext cx="473609" cy="329708"/>
          </a:xfrm>
          <a:prstGeom prst="rect">
            <a:avLst/>
          </a:prstGeom>
          <a:noFill/>
          <a:ln>
            <a:noFill/>
          </a:ln>
        </p:spPr>
      </p:pic>
      <p:pic>
        <p:nvPicPr>
          <p:cNvPr descr="Checkmark with solid fill" id="143" name="Google Shape;143;p6"/>
          <p:cNvPicPr preferRelativeResize="0"/>
          <p:nvPr/>
        </p:nvPicPr>
        <p:blipFill rotWithShape="1">
          <a:blip r:embed="rId3">
            <a:alphaModFix/>
          </a:blip>
          <a:srcRect b="0" l="0" r="0" t="0"/>
          <a:stretch/>
        </p:blipFill>
        <p:spPr>
          <a:xfrm>
            <a:off x="7932621" y="4718735"/>
            <a:ext cx="473609" cy="329708"/>
          </a:xfrm>
          <a:prstGeom prst="rect">
            <a:avLst/>
          </a:prstGeom>
          <a:noFill/>
          <a:ln>
            <a:noFill/>
          </a:ln>
        </p:spPr>
      </p:pic>
      <p:pic>
        <p:nvPicPr>
          <p:cNvPr descr="Checkmark with solid fill" id="144" name="Google Shape;144;p6"/>
          <p:cNvPicPr preferRelativeResize="0"/>
          <p:nvPr/>
        </p:nvPicPr>
        <p:blipFill rotWithShape="1">
          <a:blip r:embed="rId3">
            <a:alphaModFix/>
          </a:blip>
          <a:srcRect b="0" l="0" r="0" t="0"/>
          <a:stretch/>
        </p:blipFill>
        <p:spPr>
          <a:xfrm>
            <a:off x="7932621" y="5107875"/>
            <a:ext cx="473609" cy="329708"/>
          </a:xfrm>
          <a:prstGeom prst="rect">
            <a:avLst/>
          </a:prstGeom>
          <a:noFill/>
          <a:ln>
            <a:noFill/>
          </a:ln>
        </p:spPr>
      </p:pic>
      <p:pic>
        <p:nvPicPr>
          <p:cNvPr descr="Checkmark with solid fill" id="145" name="Google Shape;145;p6"/>
          <p:cNvPicPr preferRelativeResize="0"/>
          <p:nvPr/>
        </p:nvPicPr>
        <p:blipFill rotWithShape="1">
          <a:blip r:embed="rId3">
            <a:alphaModFix/>
          </a:blip>
          <a:srcRect b="0" l="0" r="0" t="0"/>
          <a:stretch/>
        </p:blipFill>
        <p:spPr>
          <a:xfrm>
            <a:off x="7932621" y="5611582"/>
            <a:ext cx="473609" cy="329708"/>
          </a:xfrm>
          <a:prstGeom prst="rect">
            <a:avLst/>
          </a:prstGeom>
          <a:noFill/>
          <a:ln>
            <a:noFill/>
          </a:ln>
        </p:spPr>
      </p:pic>
      <p:sp>
        <p:nvSpPr>
          <p:cNvPr id="146" name="Google Shape;146;p6"/>
          <p:cNvSpPr txBox="1"/>
          <p:nvPr/>
        </p:nvSpPr>
        <p:spPr>
          <a:xfrm>
            <a:off x="2190350" y="5941290"/>
            <a:ext cx="9539534" cy="861720"/>
          </a:xfrm>
          <a:prstGeom prst="rect">
            <a:avLst/>
          </a:prstGeom>
          <a:noFill/>
          <a:ln>
            <a:noFill/>
          </a:ln>
        </p:spPr>
        <p:txBody>
          <a:bodyPr anchorCtr="0" anchor="t" bIns="60925" lIns="121900" spcFirstLastPara="1" rIns="121900" wrap="square" tIns="60925">
            <a:spAutoFit/>
          </a:bodyPr>
          <a:lstStyle/>
          <a:p>
            <a:pPr indent="0" lvl="0" marL="0" marR="0" rtl="0" algn="l">
              <a:lnSpc>
                <a:spcPct val="150000"/>
              </a:lnSpc>
              <a:spcBef>
                <a:spcPts val="0"/>
              </a:spcBef>
              <a:spcAft>
                <a:spcPts val="0"/>
              </a:spcAft>
              <a:buNone/>
            </a:pPr>
            <a:r>
              <a:rPr b="0" i="0" lang="en-US" sz="1600" u="none" cap="none" strike="noStrike">
                <a:solidFill>
                  <a:schemeClr val="dk1"/>
                </a:solidFill>
                <a:latin typeface="Roboto"/>
                <a:ea typeface="Roboto"/>
                <a:cs typeface="Roboto"/>
                <a:sym typeface="Roboto"/>
              </a:rPr>
              <a:t>there are </a:t>
            </a:r>
            <a:r>
              <a:rPr b="1" i="0" lang="en-US" sz="1600" u="none" cap="none" strike="noStrike">
                <a:solidFill>
                  <a:schemeClr val="dk1"/>
                </a:solidFill>
                <a:latin typeface="Roboto"/>
                <a:ea typeface="Roboto"/>
                <a:cs typeface="Roboto"/>
                <a:sym typeface="Roboto"/>
              </a:rPr>
              <a:t>4</a:t>
            </a:r>
            <a:r>
              <a:rPr b="0" i="0" lang="en-US" sz="1600" u="none" cap="none" strike="noStrike">
                <a:solidFill>
                  <a:schemeClr val="dk1"/>
                </a:solidFill>
                <a:latin typeface="Roboto"/>
                <a:ea typeface="Roboto"/>
                <a:cs typeface="Roboto"/>
                <a:sym typeface="Roboto"/>
              </a:rPr>
              <a:t> numbers less than </a:t>
            </a:r>
            <a:r>
              <a:rPr b="1" i="0" lang="en-US" sz="1600" u="none" cap="none" strike="noStrike">
                <a:solidFill>
                  <a:schemeClr val="dk1"/>
                </a:solidFill>
                <a:latin typeface="Roboto"/>
                <a:ea typeface="Roboto"/>
                <a:cs typeface="Roboto"/>
                <a:sym typeface="Roboto"/>
              </a:rPr>
              <a:t>5</a:t>
            </a:r>
            <a:r>
              <a:rPr b="0" i="0" lang="en-US" sz="1600" u="none" cap="none" strike="noStrike">
                <a:solidFill>
                  <a:schemeClr val="dk1"/>
                </a:solidFill>
                <a:latin typeface="Roboto"/>
                <a:ea typeface="Roboto"/>
                <a:cs typeface="Roboto"/>
                <a:sym typeface="Roboto"/>
              </a:rPr>
              <a:t> that are co-prime to it</a:t>
            </a:r>
            <a:endParaRPr b="0" i="0" sz="16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None/>
            </a:pPr>
            <a:r>
              <a:rPr b="0" i="0" lang="en-US" sz="1600" u="none" cap="none" strike="noStrike">
                <a:solidFill>
                  <a:schemeClr val="dk1"/>
                </a:solidFill>
                <a:latin typeface="Roboto"/>
                <a:ea typeface="Roboto"/>
                <a:cs typeface="Roboto"/>
                <a:sym typeface="Roboto"/>
              </a:rPr>
              <a:t>Therefore </a:t>
            </a:r>
            <a:r>
              <a:rPr b="0" i="0" lang="en-US" sz="1600" u="none" cap="none" strike="noStrike">
                <a:solidFill>
                  <a:srgbClr val="0C0C0C"/>
                </a:solidFill>
                <a:latin typeface="Roboto"/>
                <a:ea typeface="Roboto"/>
                <a:cs typeface="Roboto"/>
                <a:sym typeface="Roboto"/>
              </a:rPr>
              <a:t>Փ(5)=4</a:t>
            </a:r>
            <a:endParaRPr b="0" i="0" sz="1600" u="none" cap="none" strike="noStrike">
              <a:solidFill>
                <a:schemeClr val="dk1"/>
              </a:solidFill>
              <a:latin typeface="Roboto"/>
              <a:ea typeface="Roboto"/>
              <a:cs typeface="Roboto"/>
              <a:sym typeface="Robot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7"/>
          <p:cNvSpPr/>
          <p:nvPr/>
        </p:nvSpPr>
        <p:spPr>
          <a:xfrm>
            <a:off x="740160" y="1221120"/>
            <a:ext cx="10059840" cy="1107941"/>
          </a:xfrm>
          <a:prstGeom prst="rect">
            <a:avLst/>
          </a:prstGeom>
          <a:noFill/>
          <a:ln>
            <a:noFill/>
          </a:ln>
        </p:spPr>
        <p:txBody>
          <a:bodyPr anchorCtr="0" anchor="t" bIns="60925" lIns="121900" spcFirstLastPara="1" rIns="121900" wrap="square" tIns="60925">
            <a:spAutoFit/>
          </a:bodyPr>
          <a:lstStyle/>
          <a:p>
            <a:pPr indent="0" lvl="0" marL="0" marR="0" rtl="0" algn="l">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spcBef>
                <a:spcPts val="0"/>
              </a:spcBef>
              <a:spcAft>
                <a:spcPts val="0"/>
              </a:spcAft>
              <a:buNone/>
            </a:pPr>
            <a:r>
              <a:t/>
            </a:r>
            <a:endParaRPr b="0" i="0" sz="1600" u="none" cap="none" strike="noStrike">
              <a:solidFill>
                <a:srgbClr val="000000"/>
              </a:solidFill>
              <a:latin typeface="Roboto"/>
              <a:ea typeface="Roboto"/>
              <a:cs typeface="Roboto"/>
              <a:sym typeface="Roboto"/>
            </a:endParaRPr>
          </a:p>
        </p:txBody>
      </p:sp>
      <p:sp>
        <p:nvSpPr>
          <p:cNvPr id="152" name="Google Shape;152;p7"/>
          <p:cNvSpPr/>
          <p:nvPr/>
        </p:nvSpPr>
        <p:spPr>
          <a:xfrm>
            <a:off x="740160" y="1221120"/>
            <a:ext cx="10059840" cy="1107941"/>
          </a:xfrm>
          <a:prstGeom prst="rect">
            <a:avLst/>
          </a:prstGeom>
          <a:noFill/>
          <a:ln>
            <a:noFill/>
          </a:ln>
        </p:spPr>
        <p:txBody>
          <a:bodyPr anchorCtr="0" anchor="t" bIns="60925" lIns="121900" spcFirstLastPara="1" rIns="121900" wrap="square" tIns="60925">
            <a:spAutoFit/>
          </a:bodyPr>
          <a:lstStyle/>
          <a:p>
            <a:pPr indent="0" lvl="0" marL="0" marR="0" rtl="0" algn="l">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spcBef>
                <a:spcPts val="0"/>
              </a:spcBef>
              <a:spcAft>
                <a:spcPts val="0"/>
              </a:spcAft>
              <a:buNone/>
            </a:pPr>
            <a:r>
              <a:t/>
            </a:r>
            <a:endParaRPr b="0" i="0" sz="1600" u="none" cap="none" strike="noStrike">
              <a:solidFill>
                <a:srgbClr val="000000"/>
              </a:solidFill>
              <a:latin typeface="Roboto"/>
              <a:ea typeface="Roboto"/>
              <a:cs typeface="Roboto"/>
              <a:sym typeface="Roboto"/>
            </a:endParaRPr>
          </a:p>
        </p:txBody>
      </p:sp>
      <p:sp>
        <p:nvSpPr>
          <p:cNvPr id="153" name="Google Shape;153;p7"/>
          <p:cNvSpPr txBox="1"/>
          <p:nvPr/>
        </p:nvSpPr>
        <p:spPr>
          <a:xfrm>
            <a:off x="2077329" y="2520653"/>
            <a:ext cx="6142891" cy="410379"/>
          </a:xfrm>
          <a:prstGeom prst="rect">
            <a:avLst/>
          </a:prstGeom>
          <a:noFill/>
          <a:ln>
            <a:noFill/>
          </a:ln>
        </p:spPr>
        <p:txBody>
          <a:bodyPr anchorCtr="0" anchor="t" bIns="60925" lIns="121900" spcFirstLastPara="1" rIns="121900" wrap="square" tIns="60925">
            <a:spAutoFit/>
          </a:bodyPr>
          <a:lstStyle/>
          <a:p>
            <a:pPr indent="0" lvl="0" marL="0" marR="0" rtl="0" algn="l">
              <a:spcBef>
                <a:spcPts val="0"/>
              </a:spcBef>
              <a:spcAft>
                <a:spcPts val="0"/>
              </a:spcAft>
              <a:buNone/>
            </a:pPr>
            <a:r>
              <a:rPr b="1" i="0" lang="en-US" sz="1867" u="none" cap="none" strike="noStrike">
                <a:solidFill>
                  <a:schemeClr val="lt1"/>
                </a:solidFill>
                <a:latin typeface="Roboto"/>
                <a:ea typeface="Roboto"/>
                <a:cs typeface="Roboto"/>
                <a:sym typeface="Roboto"/>
              </a:rPr>
              <a:t>Euler’s Phi Algorithm</a:t>
            </a:r>
            <a:endParaRPr b="0" i="0" sz="1867" u="none" cap="none" strike="noStrike">
              <a:solidFill>
                <a:srgbClr val="000000"/>
              </a:solidFill>
              <a:latin typeface="Roboto"/>
              <a:ea typeface="Roboto"/>
              <a:cs typeface="Roboto"/>
              <a:sym typeface="Roboto"/>
            </a:endParaRPr>
          </a:p>
        </p:txBody>
      </p:sp>
      <p:sp>
        <p:nvSpPr>
          <p:cNvPr id="154" name="Google Shape;154;p7"/>
          <p:cNvSpPr txBox="1"/>
          <p:nvPr/>
        </p:nvSpPr>
        <p:spPr>
          <a:xfrm>
            <a:off x="740160" y="911376"/>
            <a:ext cx="10326400" cy="1969715"/>
          </a:xfrm>
          <a:prstGeom prst="rect">
            <a:avLst/>
          </a:prstGeom>
          <a:noFill/>
          <a:ln>
            <a:noFill/>
          </a:ln>
        </p:spPr>
        <p:txBody>
          <a:bodyPr anchorCtr="0" anchor="t" bIns="60925" lIns="121900" spcFirstLastPara="1" rIns="121900" wrap="square" tIns="60925">
            <a:spAutoFit/>
          </a:bodyPr>
          <a:lstStyle/>
          <a:p>
            <a:pPr indent="0" lvl="0" marL="0" marR="0" rtl="0" algn="l">
              <a:lnSpc>
                <a:spcPct val="150000"/>
              </a:lnSpc>
              <a:spcBef>
                <a:spcPts val="0"/>
              </a:spcBef>
              <a:spcAft>
                <a:spcPts val="0"/>
              </a:spcAft>
              <a:buNone/>
            </a:pPr>
            <a:r>
              <a:rPr b="1" i="0" lang="en-US" sz="1600" u="none" cap="none" strike="noStrike">
                <a:solidFill>
                  <a:srgbClr val="0C0C0C"/>
                </a:solidFill>
                <a:latin typeface="Roboto"/>
                <a:ea typeface="Roboto"/>
                <a:cs typeface="Roboto"/>
                <a:sym typeface="Roboto"/>
              </a:rPr>
              <a:t>Example:2</a:t>
            </a:r>
            <a:endParaRPr b="1" i="0" sz="14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None/>
            </a:pPr>
            <a:r>
              <a:rPr b="0" i="0" lang="en-US" sz="1600" u="none" cap="none" strike="noStrike">
                <a:solidFill>
                  <a:srgbClr val="0C0C0C"/>
                </a:solidFill>
                <a:latin typeface="Roboto"/>
                <a:ea typeface="Roboto"/>
                <a:cs typeface="Roboto"/>
                <a:sym typeface="Roboto"/>
              </a:rPr>
              <a:t>Find Փ(11)</a:t>
            </a:r>
            <a:endParaRPr b="0" i="0" sz="14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None/>
            </a:pPr>
            <a:r>
              <a:rPr b="0" i="0" lang="en-US" sz="1600" u="none" cap="none" strike="noStrike">
                <a:solidFill>
                  <a:srgbClr val="0C0C0C"/>
                </a:solidFill>
                <a:latin typeface="Roboto"/>
                <a:ea typeface="Roboto"/>
                <a:cs typeface="Roboto"/>
                <a:sym typeface="Roboto"/>
              </a:rPr>
              <a:t>Solution</a:t>
            </a:r>
            <a:endParaRPr b="0" i="0" sz="14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None/>
            </a:pPr>
            <a:r>
              <a:rPr b="0" i="0" lang="en-US" sz="1600" u="none" cap="none" strike="noStrike">
                <a:solidFill>
                  <a:srgbClr val="0C0C0C"/>
                </a:solidFill>
                <a:latin typeface="Roboto"/>
                <a:ea typeface="Roboto"/>
                <a:cs typeface="Roboto"/>
                <a:sym typeface="Roboto"/>
              </a:rPr>
              <a:t>Here n=11</a:t>
            </a:r>
            <a:endParaRPr b="0" i="0" sz="14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None/>
            </a:pPr>
            <a:r>
              <a:rPr b="0" i="0" lang="en-US" sz="1600" u="none" cap="none" strike="noStrike">
                <a:solidFill>
                  <a:srgbClr val="0C0C0C"/>
                </a:solidFill>
                <a:latin typeface="Roboto"/>
                <a:ea typeface="Roboto"/>
                <a:cs typeface="Roboto"/>
                <a:sym typeface="Roboto"/>
              </a:rPr>
              <a:t>Numbers less than 11 are 1,2,3,4,5,6,7,8,9 and 10</a:t>
            </a:r>
            <a:endParaRPr b="0" i="0" sz="1400" u="none" cap="none" strike="noStrike">
              <a:solidFill>
                <a:srgbClr val="000000"/>
              </a:solidFill>
              <a:latin typeface="Roboto"/>
              <a:ea typeface="Roboto"/>
              <a:cs typeface="Roboto"/>
              <a:sym typeface="Roboto"/>
            </a:endParaRPr>
          </a:p>
        </p:txBody>
      </p:sp>
      <p:graphicFrame>
        <p:nvGraphicFramePr>
          <p:cNvPr id="155" name="Google Shape;155;p7"/>
          <p:cNvGraphicFramePr/>
          <p:nvPr/>
        </p:nvGraphicFramePr>
        <p:xfrm>
          <a:off x="1156131" y="3010823"/>
          <a:ext cx="3000000" cy="3000000"/>
        </p:xfrm>
        <a:graphic>
          <a:graphicData uri="http://schemas.openxmlformats.org/drawingml/2006/table">
            <a:tbl>
              <a:tblPr>
                <a:noFill/>
                <a:tableStyleId>{00AD5841-012E-4942-8C47-C39BE2EA15CC}</a:tableStyleId>
              </a:tblPr>
              <a:tblGrid>
                <a:gridCol w="1887575"/>
                <a:gridCol w="1887575"/>
              </a:tblGrid>
              <a:tr h="690900">
                <a:tc>
                  <a:txBody>
                    <a:bodyPr/>
                    <a:lstStyle/>
                    <a:p>
                      <a:pPr indent="0" lvl="0" marL="0" marR="0" rtl="0" algn="ctr">
                        <a:lnSpc>
                          <a:spcPct val="100000"/>
                        </a:lnSpc>
                        <a:spcBef>
                          <a:spcPts val="0"/>
                        </a:spcBef>
                        <a:spcAft>
                          <a:spcPts val="0"/>
                        </a:spcAft>
                        <a:buClr>
                          <a:srgbClr val="000000"/>
                        </a:buClr>
                        <a:buSzPts val="1400"/>
                        <a:buFont typeface="Arial"/>
                        <a:buNone/>
                      </a:pPr>
                      <a:r>
                        <a:rPr b="1" lang="en-US" sz="1900" u="none" cap="none" strike="noStrike">
                          <a:solidFill>
                            <a:srgbClr val="0070C0"/>
                          </a:solidFill>
                          <a:latin typeface="Roboto"/>
                          <a:ea typeface="Roboto"/>
                          <a:cs typeface="Roboto"/>
                          <a:sym typeface="Roboto"/>
                        </a:rPr>
                        <a:t>GCD</a:t>
                      </a:r>
                      <a:endParaRPr sz="1900" u="none" cap="none" strike="noStrike">
                        <a:latin typeface="Roboto"/>
                        <a:ea typeface="Roboto"/>
                        <a:cs typeface="Roboto"/>
                        <a:sym typeface="Roboto"/>
                      </a:endParaRPr>
                    </a:p>
                  </a:txBody>
                  <a:tcPr marT="60975" marB="60975" marR="121925" marL="1219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US" sz="1900" u="none" cap="none" strike="noStrike">
                          <a:solidFill>
                            <a:srgbClr val="0070C0"/>
                          </a:solidFill>
                          <a:latin typeface="Roboto"/>
                          <a:ea typeface="Roboto"/>
                          <a:cs typeface="Roboto"/>
                          <a:sym typeface="Roboto"/>
                        </a:rPr>
                        <a:t>Relatively Prime?</a:t>
                      </a:r>
                      <a:endParaRPr sz="1900" u="none" cap="none" strike="noStrike">
                        <a:latin typeface="Roboto"/>
                        <a:ea typeface="Roboto"/>
                        <a:cs typeface="Roboto"/>
                        <a:sym typeface="Roboto"/>
                      </a:endParaRPr>
                    </a:p>
                  </a:txBody>
                  <a:tcPr marT="60975" marB="60975" marR="121925" marL="1219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406425">
                <a:tc>
                  <a:txBody>
                    <a:bodyPr/>
                    <a:lstStyle/>
                    <a:p>
                      <a:pPr indent="0" lvl="0" marL="0" marR="0" rtl="0" algn="ctr">
                        <a:lnSpc>
                          <a:spcPct val="100000"/>
                        </a:lnSpc>
                        <a:spcBef>
                          <a:spcPts val="0"/>
                        </a:spcBef>
                        <a:spcAft>
                          <a:spcPts val="0"/>
                        </a:spcAft>
                        <a:buClr>
                          <a:srgbClr val="000000"/>
                        </a:buClr>
                        <a:buSzPts val="1400"/>
                        <a:buFont typeface="Arial"/>
                        <a:buNone/>
                      </a:pPr>
                      <a:r>
                        <a:rPr lang="en-US" sz="1900" u="none" cap="none" strike="noStrike">
                          <a:latin typeface="Roboto"/>
                          <a:ea typeface="Roboto"/>
                          <a:cs typeface="Roboto"/>
                          <a:sym typeface="Roboto"/>
                        </a:rPr>
                        <a:t>GCD(1,11)=1 </a:t>
                      </a:r>
                      <a:endParaRPr sz="1900" u="none" cap="none" strike="noStrike"/>
                    </a:p>
                  </a:txBody>
                  <a:tcPr marT="60975" marB="60975" marR="121925" marL="1219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t/>
                      </a:r>
                      <a:endParaRPr sz="1900" u="none" cap="none" strike="noStrike">
                        <a:latin typeface="Roboto"/>
                        <a:ea typeface="Roboto"/>
                        <a:cs typeface="Roboto"/>
                        <a:sym typeface="Roboto"/>
                      </a:endParaRPr>
                    </a:p>
                  </a:txBody>
                  <a:tcPr marT="60975" marB="60975" marR="121925" marL="1219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406425">
                <a:tc>
                  <a:txBody>
                    <a:bodyPr/>
                    <a:lstStyle/>
                    <a:p>
                      <a:pPr indent="0" lvl="0" marL="0" marR="0" rtl="0" algn="ctr">
                        <a:lnSpc>
                          <a:spcPct val="100000"/>
                        </a:lnSpc>
                        <a:spcBef>
                          <a:spcPts val="0"/>
                        </a:spcBef>
                        <a:spcAft>
                          <a:spcPts val="0"/>
                        </a:spcAft>
                        <a:buClr>
                          <a:srgbClr val="000000"/>
                        </a:buClr>
                        <a:buSzPts val="1400"/>
                        <a:buFont typeface="Arial"/>
                        <a:buNone/>
                      </a:pPr>
                      <a:r>
                        <a:rPr lang="en-US" sz="1900" u="none" cap="none" strike="noStrike">
                          <a:latin typeface="Roboto"/>
                          <a:ea typeface="Roboto"/>
                          <a:cs typeface="Roboto"/>
                          <a:sym typeface="Roboto"/>
                        </a:rPr>
                        <a:t>GCD(2,11)=1</a:t>
                      </a:r>
                      <a:endParaRPr sz="1900" u="none" cap="none" strike="noStrike"/>
                    </a:p>
                  </a:txBody>
                  <a:tcPr marT="60975" marB="60975" marR="121925" marL="1219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t/>
                      </a:r>
                      <a:endParaRPr sz="1900" u="none" cap="none" strike="noStrike">
                        <a:latin typeface="Roboto"/>
                        <a:ea typeface="Roboto"/>
                        <a:cs typeface="Roboto"/>
                        <a:sym typeface="Roboto"/>
                      </a:endParaRPr>
                    </a:p>
                  </a:txBody>
                  <a:tcPr marT="60975" marB="60975" marR="121925" marL="1219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406425">
                <a:tc>
                  <a:txBody>
                    <a:bodyPr/>
                    <a:lstStyle/>
                    <a:p>
                      <a:pPr indent="0" lvl="0" marL="0" marR="0" rtl="0" algn="ctr">
                        <a:lnSpc>
                          <a:spcPct val="100000"/>
                        </a:lnSpc>
                        <a:spcBef>
                          <a:spcPts val="0"/>
                        </a:spcBef>
                        <a:spcAft>
                          <a:spcPts val="0"/>
                        </a:spcAft>
                        <a:buClr>
                          <a:srgbClr val="000000"/>
                        </a:buClr>
                        <a:buSzPts val="1400"/>
                        <a:buFont typeface="Arial"/>
                        <a:buNone/>
                      </a:pPr>
                      <a:r>
                        <a:rPr lang="en-US" sz="1900" u="none" cap="none" strike="noStrike">
                          <a:latin typeface="Roboto"/>
                          <a:ea typeface="Roboto"/>
                          <a:cs typeface="Roboto"/>
                          <a:sym typeface="Roboto"/>
                        </a:rPr>
                        <a:t>GCD(3,11)=1 </a:t>
                      </a:r>
                      <a:endParaRPr sz="1900" u="none" cap="none" strike="noStrike"/>
                    </a:p>
                  </a:txBody>
                  <a:tcPr marT="60975" marB="60975" marR="121925" marL="1219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t/>
                      </a:r>
                      <a:endParaRPr sz="1900" u="none" cap="none" strike="noStrike">
                        <a:latin typeface="Roboto"/>
                        <a:ea typeface="Roboto"/>
                        <a:cs typeface="Roboto"/>
                        <a:sym typeface="Roboto"/>
                      </a:endParaRPr>
                    </a:p>
                  </a:txBody>
                  <a:tcPr marT="60975" marB="60975" marR="121925" marL="1219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406425">
                <a:tc>
                  <a:txBody>
                    <a:bodyPr/>
                    <a:lstStyle/>
                    <a:p>
                      <a:pPr indent="0" lvl="0" marL="0" marR="0" rtl="0" algn="ctr">
                        <a:lnSpc>
                          <a:spcPct val="100000"/>
                        </a:lnSpc>
                        <a:spcBef>
                          <a:spcPts val="0"/>
                        </a:spcBef>
                        <a:spcAft>
                          <a:spcPts val="0"/>
                        </a:spcAft>
                        <a:buClr>
                          <a:srgbClr val="000000"/>
                        </a:buClr>
                        <a:buSzPts val="1400"/>
                        <a:buFont typeface="Arial"/>
                        <a:buNone/>
                      </a:pPr>
                      <a:r>
                        <a:rPr lang="en-US" sz="1900" u="none" cap="none" strike="noStrike">
                          <a:latin typeface="Roboto"/>
                          <a:ea typeface="Roboto"/>
                          <a:cs typeface="Roboto"/>
                          <a:sym typeface="Roboto"/>
                        </a:rPr>
                        <a:t>GCD(4,11)=1 </a:t>
                      </a:r>
                      <a:endParaRPr sz="1900" u="none" cap="none" strike="noStrike"/>
                    </a:p>
                  </a:txBody>
                  <a:tcPr marT="60975" marB="60975" marR="121925" marL="1219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t/>
                      </a:r>
                      <a:endParaRPr sz="1900" u="none" cap="none" strike="noStrike">
                        <a:latin typeface="Roboto"/>
                        <a:ea typeface="Roboto"/>
                        <a:cs typeface="Roboto"/>
                        <a:sym typeface="Roboto"/>
                      </a:endParaRPr>
                    </a:p>
                  </a:txBody>
                  <a:tcPr marT="60975" marB="60975" marR="121925" marL="1219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406425">
                <a:tc>
                  <a:txBody>
                    <a:bodyPr/>
                    <a:lstStyle/>
                    <a:p>
                      <a:pPr indent="0" lvl="0" marL="0" marR="0" rtl="0" algn="ctr">
                        <a:lnSpc>
                          <a:spcPct val="100000"/>
                        </a:lnSpc>
                        <a:spcBef>
                          <a:spcPts val="0"/>
                        </a:spcBef>
                        <a:spcAft>
                          <a:spcPts val="0"/>
                        </a:spcAft>
                        <a:buClr>
                          <a:srgbClr val="000000"/>
                        </a:buClr>
                        <a:buSzPts val="1400"/>
                        <a:buFont typeface="Arial"/>
                        <a:buNone/>
                      </a:pPr>
                      <a:r>
                        <a:rPr lang="en-US" sz="1900" u="none" cap="none" strike="noStrike">
                          <a:latin typeface="Roboto"/>
                          <a:ea typeface="Roboto"/>
                          <a:cs typeface="Roboto"/>
                          <a:sym typeface="Roboto"/>
                        </a:rPr>
                        <a:t>GCD(5,11)=1 </a:t>
                      </a:r>
                      <a:endParaRPr sz="1900" u="none" cap="none" strike="noStrike"/>
                    </a:p>
                  </a:txBody>
                  <a:tcPr marT="60975" marB="60975" marR="121925" marL="1219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t/>
                      </a:r>
                      <a:endParaRPr sz="1900" u="none" cap="none" strike="noStrike">
                        <a:latin typeface="Roboto"/>
                        <a:ea typeface="Roboto"/>
                        <a:cs typeface="Roboto"/>
                        <a:sym typeface="Roboto"/>
                      </a:endParaRPr>
                    </a:p>
                  </a:txBody>
                  <a:tcPr marT="60975" marB="60975" marR="121925" marL="1219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pic>
        <p:nvPicPr>
          <p:cNvPr descr="Checkmark with solid fill" id="156" name="Google Shape;156;p7"/>
          <p:cNvPicPr preferRelativeResize="0"/>
          <p:nvPr/>
        </p:nvPicPr>
        <p:blipFill rotWithShape="1">
          <a:blip r:embed="rId3">
            <a:alphaModFix/>
          </a:blip>
          <a:srcRect b="0" l="0" r="0" t="0"/>
          <a:stretch/>
        </p:blipFill>
        <p:spPr>
          <a:xfrm>
            <a:off x="3809938" y="4575602"/>
            <a:ext cx="473609" cy="329708"/>
          </a:xfrm>
          <a:prstGeom prst="rect">
            <a:avLst/>
          </a:prstGeom>
          <a:noFill/>
          <a:ln>
            <a:noFill/>
          </a:ln>
        </p:spPr>
      </p:pic>
      <p:graphicFrame>
        <p:nvGraphicFramePr>
          <p:cNvPr id="157" name="Google Shape;157;p7"/>
          <p:cNvGraphicFramePr/>
          <p:nvPr/>
        </p:nvGraphicFramePr>
        <p:xfrm>
          <a:off x="6199284" y="2947652"/>
          <a:ext cx="3000000" cy="3000000"/>
        </p:xfrm>
        <a:graphic>
          <a:graphicData uri="http://schemas.openxmlformats.org/drawingml/2006/table">
            <a:tbl>
              <a:tblPr>
                <a:noFill/>
                <a:tableStyleId>{00AD5841-012E-4942-8C47-C39BE2EA15CC}</a:tableStyleId>
              </a:tblPr>
              <a:tblGrid>
                <a:gridCol w="1887575"/>
                <a:gridCol w="1887575"/>
              </a:tblGrid>
              <a:tr h="690900">
                <a:tc>
                  <a:txBody>
                    <a:bodyPr/>
                    <a:lstStyle/>
                    <a:p>
                      <a:pPr indent="0" lvl="0" marL="0" marR="0" rtl="0" algn="ctr">
                        <a:lnSpc>
                          <a:spcPct val="100000"/>
                        </a:lnSpc>
                        <a:spcBef>
                          <a:spcPts val="0"/>
                        </a:spcBef>
                        <a:spcAft>
                          <a:spcPts val="0"/>
                        </a:spcAft>
                        <a:buClr>
                          <a:srgbClr val="000000"/>
                        </a:buClr>
                        <a:buSzPts val="1400"/>
                        <a:buFont typeface="Arial"/>
                        <a:buNone/>
                      </a:pPr>
                      <a:r>
                        <a:rPr b="1" lang="en-US" sz="1900" u="none" cap="none" strike="noStrike">
                          <a:solidFill>
                            <a:srgbClr val="0070C0"/>
                          </a:solidFill>
                          <a:latin typeface="Roboto"/>
                          <a:ea typeface="Roboto"/>
                          <a:cs typeface="Roboto"/>
                          <a:sym typeface="Roboto"/>
                        </a:rPr>
                        <a:t>GCD</a:t>
                      </a:r>
                      <a:endParaRPr sz="1900" u="none" cap="none" strike="noStrike">
                        <a:latin typeface="Roboto"/>
                        <a:ea typeface="Roboto"/>
                        <a:cs typeface="Roboto"/>
                        <a:sym typeface="Roboto"/>
                      </a:endParaRPr>
                    </a:p>
                  </a:txBody>
                  <a:tcPr marT="60975" marB="60975" marR="121925" marL="1219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US" sz="1900" u="none" cap="none" strike="noStrike">
                          <a:solidFill>
                            <a:srgbClr val="0070C0"/>
                          </a:solidFill>
                          <a:latin typeface="Roboto"/>
                          <a:ea typeface="Roboto"/>
                          <a:cs typeface="Roboto"/>
                          <a:sym typeface="Roboto"/>
                        </a:rPr>
                        <a:t>Relatively Prime?</a:t>
                      </a:r>
                      <a:endParaRPr sz="1900" u="none" cap="none" strike="noStrike">
                        <a:latin typeface="Roboto"/>
                        <a:ea typeface="Roboto"/>
                        <a:cs typeface="Roboto"/>
                        <a:sym typeface="Roboto"/>
                      </a:endParaRPr>
                    </a:p>
                  </a:txBody>
                  <a:tcPr marT="60975" marB="60975" marR="121925" marL="1219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406425">
                <a:tc>
                  <a:txBody>
                    <a:bodyPr/>
                    <a:lstStyle/>
                    <a:p>
                      <a:pPr indent="0" lvl="0" marL="0" marR="0" rtl="0" algn="ctr">
                        <a:lnSpc>
                          <a:spcPct val="100000"/>
                        </a:lnSpc>
                        <a:spcBef>
                          <a:spcPts val="0"/>
                        </a:spcBef>
                        <a:spcAft>
                          <a:spcPts val="0"/>
                        </a:spcAft>
                        <a:buClr>
                          <a:srgbClr val="000000"/>
                        </a:buClr>
                        <a:buSzPts val="1400"/>
                        <a:buFont typeface="Arial"/>
                        <a:buNone/>
                      </a:pPr>
                      <a:r>
                        <a:rPr lang="en-US" sz="1900" u="none" cap="none" strike="noStrike">
                          <a:latin typeface="Roboto"/>
                          <a:ea typeface="Roboto"/>
                          <a:cs typeface="Roboto"/>
                          <a:sym typeface="Roboto"/>
                        </a:rPr>
                        <a:t>GCD(6,11)=1 </a:t>
                      </a:r>
                      <a:endParaRPr sz="1900" u="none" cap="none" strike="noStrike"/>
                    </a:p>
                  </a:txBody>
                  <a:tcPr marT="60975" marB="60975" marR="121925" marL="1219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t/>
                      </a:r>
                      <a:endParaRPr sz="1900" u="none" cap="none" strike="noStrike">
                        <a:latin typeface="Roboto"/>
                        <a:ea typeface="Roboto"/>
                        <a:cs typeface="Roboto"/>
                        <a:sym typeface="Roboto"/>
                      </a:endParaRPr>
                    </a:p>
                  </a:txBody>
                  <a:tcPr marT="60975" marB="60975" marR="121925" marL="1219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406425">
                <a:tc>
                  <a:txBody>
                    <a:bodyPr/>
                    <a:lstStyle/>
                    <a:p>
                      <a:pPr indent="0" lvl="0" marL="0" marR="0" rtl="0" algn="ctr">
                        <a:lnSpc>
                          <a:spcPct val="100000"/>
                        </a:lnSpc>
                        <a:spcBef>
                          <a:spcPts val="0"/>
                        </a:spcBef>
                        <a:spcAft>
                          <a:spcPts val="0"/>
                        </a:spcAft>
                        <a:buClr>
                          <a:srgbClr val="000000"/>
                        </a:buClr>
                        <a:buSzPts val="1400"/>
                        <a:buFont typeface="Arial"/>
                        <a:buNone/>
                      </a:pPr>
                      <a:r>
                        <a:rPr lang="en-US" sz="1900" u="none" cap="none" strike="noStrike">
                          <a:latin typeface="Roboto"/>
                          <a:ea typeface="Roboto"/>
                          <a:cs typeface="Roboto"/>
                          <a:sym typeface="Roboto"/>
                        </a:rPr>
                        <a:t>GCD(7,11)=1 </a:t>
                      </a:r>
                      <a:endParaRPr sz="1900" u="none" cap="none" strike="noStrike"/>
                    </a:p>
                  </a:txBody>
                  <a:tcPr marT="60975" marB="60975" marR="121925" marL="1219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t/>
                      </a:r>
                      <a:endParaRPr sz="1900" u="none" cap="none" strike="noStrike">
                        <a:latin typeface="Roboto"/>
                        <a:ea typeface="Roboto"/>
                        <a:cs typeface="Roboto"/>
                        <a:sym typeface="Roboto"/>
                      </a:endParaRPr>
                    </a:p>
                  </a:txBody>
                  <a:tcPr marT="60975" marB="60975" marR="121925" marL="1219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406425">
                <a:tc>
                  <a:txBody>
                    <a:bodyPr/>
                    <a:lstStyle/>
                    <a:p>
                      <a:pPr indent="0" lvl="0" marL="0" marR="0" rtl="0" algn="ctr">
                        <a:lnSpc>
                          <a:spcPct val="100000"/>
                        </a:lnSpc>
                        <a:spcBef>
                          <a:spcPts val="0"/>
                        </a:spcBef>
                        <a:spcAft>
                          <a:spcPts val="0"/>
                        </a:spcAft>
                        <a:buClr>
                          <a:srgbClr val="000000"/>
                        </a:buClr>
                        <a:buSzPts val="1400"/>
                        <a:buFont typeface="Arial"/>
                        <a:buNone/>
                      </a:pPr>
                      <a:r>
                        <a:rPr lang="en-US" sz="1900" u="none" cap="none" strike="noStrike">
                          <a:latin typeface="Roboto"/>
                          <a:ea typeface="Roboto"/>
                          <a:cs typeface="Roboto"/>
                          <a:sym typeface="Roboto"/>
                        </a:rPr>
                        <a:t>GCD(8,11)=1 </a:t>
                      </a:r>
                      <a:endParaRPr sz="1900" u="none" cap="none" strike="noStrike"/>
                    </a:p>
                  </a:txBody>
                  <a:tcPr marT="60975" marB="60975" marR="121925" marL="1219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t/>
                      </a:r>
                      <a:endParaRPr sz="1900" u="none" cap="none" strike="noStrike">
                        <a:latin typeface="Roboto"/>
                        <a:ea typeface="Roboto"/>
                        <a:cs typeface="Roboto"/>
                        <a:sym typeface="Roboto"/>
                      </a:endParaRPr>
                    </a:p>
                  </a:txBody>
                  <a:tcPr marT="60975" marB="60975" marR="121925" marL="1219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406425">
                <a:tc>
                  <a:txBody>
                    <a:bodyPr/>
                    <a:lstStyle/>
                    <a:p>
                      <a:pPr indent="0" lvl="0" marL="0" marR="0" rtl="0" algn="ctr">
                        <a:lnSpc>
                          <a:spcPct val="100000"/>
                        </a:lnSpc>
                        <a:spcBef>
                          <a:spcPts val="0"/>
                        </a:spcBef>
                        <a:spcAft>
                          <a:spcPts val="0"/>
                        </a:spcAft>
                        <a:buClr>
                          <a:srgbClr val="000000"/>
                        </a:buClr>
                        <a:buSzPts val="1400"/>
                        <a:buFont typeface="Arial"/>
                        <a:buNone/>
                      </a:pPr>
                      <a:r>
                        <a:rPr lang="en-US" sz="1900" u="none" cap="none" strike="noStrike">
                          <a:latin typeface="Roboto"/>
                          <a:ea typeface="Roboto"/>
                          <a:cs typeface="Roboto"/>
                          <a:sym typeface="Roboto"/>
                        </a:rPr>
                        <a:t>GCD(9,11)=1 </a:t>
                      </a:r>
                      <a:endParaRPr sz="1900" u="none" cap="none" strike="noStrike"/>
                    </a:p>
                  </a:txBody>
                  <a:tcPr marT="60975" marB="60975" marR="121925" marL="1219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t/>
                      </a:r>
                      <a:endParaRPr sz="1900" u="none" cap="none" strike="noStrike">
                        <a:latin typeface="Roboto"/>
                        <a:ea typeface="Roboto"/>
                        <a:cs typeface="Roboto"/>
                        <a:sym typeface="Roboto"/>
                      </a:endParaRPr>
                    </a:p>
                  </a:txBody>
                  <a:tcPr marT="60975" marB="60975" marR="121925" marL="1219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406425">
                <a:tc>
                  <a:txBody>
                    <a:bodyPr/>
                    <a:lstStyle/>
                    <a:p>
                      <a:pPr indent="0" lvl="0" marL="0" marR="0" rtl="0" algn="ctr">
                        <a:lnSpc>
                          <a:spcPct val="100000"/>
                        </a:lnSpc>
                        <a:spcBef>
                          <a:spcPts val="0"/>
                        </a:spcBef>
                        <a:spcAft>
                          <a:spcPts val="0"/>
                        </a:spcAft>
                        <a:buClr>
                          <a:srgbClr val="000000"/>
                        </a:buClr>
                        <a:buSzPts val="1400"/>
                        <a:buFont typeface="Arial"/>
                        <a:buNone/>
                      </a:pPr>
                      <a:r>
                        <a:rPr lang="en-US" sz="1900" u="none" cap="none" strike="noStrike">
                          <a:latin typeface="Roboto"/>
                          <a:ea typeface="Roboto"/>
                          <a:cs typeface="Roboto"/>
                          <a:sym typeface="Roboto"/>
                        </a:rPr>
                        <a:t>GCD(10,11)=1 </a:t>
                      </a:r>
                      <a:endParaRPr sz="1900" u="none" cap="none" strike="noStrike"/>
                    </a:p>
                  </a:txBody>
                  <a:tcPr marT="60975" marB="60975" marR="121925" marL="1219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t/>
                      </a:r>
                      <a:endParaRPr sz="1900" u="none" cap="none" strike="noStrike">
                        <a:latin typeface="Roboto"/>
                        <a:ea typeface="Roboto"/>
                        <a:cs typeface="Roboto"/>
                        <a:sym typeface="Roboto"/>
                      </a:endParaRPr>
                    </a:p>
                  </a:txBody>
                  <a:tcPr marT="60975" marB="60975" marR="121925" marL="1219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pic>
        <p:nvPicPr>
          <p:cNvPr descr="Checkmark with solid fill" id="158" name="Google Shape;158;p7"/>
          <p:cNvPicPr preferRelativeResize="0"/>
          <p:nvPr/>
        </p:nvPicPr>
        <p:blipFill rotWithShape="1">
          <a:blip r:embed="rId3">
            <a:alphaModFix/>
          </a:blip>
          <a:srcRect b="0" l="0" r="0" t="0"/>
          <a:stretch/>
        </p:blipFill>
        <p:spPr>
          <a:xfrm>
            <a:off x="8938561" y="3680906"/>
            <a:ext cx="473609" cy="329708"/>
          </a:xfrm>
          <a:prstGeom prst="rect">
            <a:avLst/>
          </a:prstGeom>
          <a:noFill/>
          <a:ln>
            <a:noFill/>
          </a:ln>
        </p:spPr>
      </p:pic>
      <p:pic>
        <p:nvPicPr>
          <p:cNvPr descr="Checkmark with solid fill" id="159" name="Google Shape;159;p7"/>
          <p:cNvPicPr preferRelativeResize="0"/>
          <p:nvPr/>
        </p:nvPicPr>
        <p:blipFill rotWithShape="1">
          <a:blip r:embed="rId3">
            <a:alphaModFix/>
          </a:blip>
          <a:srcRect b="0" l="0" r="0" t="0"/>
          <a:stretch/>
        </p:blipFill>
        <p:spPr>
          <a:xfrm>
            <a:off x="3814590" y="4199966"/>
            <a:ext cx="473609" cy="329708"/>
          </a:xfrm>
          <a:prstGeom prst="rect">
            <a:avLst/>
          </a:prstGeom>
          <a:noFill/>
          <a:ln>
            <a:noFill/>
          </a:ln>
        </p:spPr>
      </p:pic>
      <p:pic>
        <p:nvPicPr>
          <p:cNvPr descr="Checkmark with solid fill" id="160" name="Google Shape;160;p7"/>
          <p:cNvPicPr preferRelativeResize="0"/>
          <p:nvPr/>
        </p:nvPicPr>
        <p:blipFill rotWithShape="1">
          <a:blip r:embed="rId3">
            <a:alphaModFix/>
          </a:blip>
          <a:srcRect b="0" l="0" r="0" t="0"/>
          <a:stretch/>
        </p:blipFill>
        <p:spPr>
          <a:xfrm>
            <a:off x="8938560" y="4111894"/>
            <a:ext cx="473609" cy="329708"/>
          </a:xfrm>
          <a:prstGeom prst="rect">
            <a:avLst/>
          </a:prstGeom>
          <a:noFill/>
          <a:ln>
            <a:noFill/>
          </a:ln>
        </p:spPr>
      </p:pic>
      <p:sp>
        <p:nvSpPr>
          <p:cNvPr id="161" name="Google Shape;161;p7"/>
          <p:cNvSpPr txBox="1"/>
          <p:nvPr/>
        </p:nvSpPr>
        <p:spPr>
          <a:xfrm>
            <a:off x="2729292" y="5896038"/>
            <a:ext cx="8806920" cy="677054"/>
          </a:xfrm>
          <a:prstGeom prst="rect">
            <a:avLst/>
          </a:prstGeom>
          <a:noFill/>
          <a:ln>
            <a:noFill/>
          </a:ln>
        </p:spPr>
        <p:txBody>
          <a:bodyPr anchorCtr="0" anchor="t" bIns="60925" lIns="121900" spcFirstLastPara="1" rIns="121900" wrap="square" tIns="60925">
            <a:spAutoFit/>
          </a:bodyPr>
          <a:lstStyle/>
          <a:p>
            <a:pPr indent="0" lvl="0" marL="0" marR="0" rtl="0" algn="l">
              <a:spcBef>
                <a:spcPts val="0"/>
              </a:spcBef>
              <a:spcAft>
                <a:spcPts val="0"/>
              </a:spcAft>
              <a:buNone/>
            </a:pPr>
            <a:r>
              <a:rPr b="0" i="0" lang="en-US" sz="1800" u="none" cap="none" strike="noStrike">
                <a:solidFill>
                  <a:schemeClr val="dk1"/>
                </a:solidFill>
                <a:latin typeface="Roboto"/>
                <a:ea typeface="Roboto"/>
                <a:cs typeface="Roboto"/>
                <a:sym typeface="Roboto"/>
              </a:rPr>
              <a:t>there are </a:t>
            </a:r>
            <a:r>
              <a:rPr b="1" i="0" lang="en-US" sz="1800" u="none" cap="none" strike="noStrike">
                <a:solidFill>
                  <a:schemeClr val="dk1"/>
                </a:solidFill>
                <a:latin typeface="Roboto"/>
                <a:ea typeface="Roboto"/>
                <a:cs typeface="Roboto"/>
                <a:sym typeface="Roboto"/>
              </a:rPr>
              <a:t>10</a:t>
            </a:r>
            <a:r>
              <a:rPr b="0" i="0" lang="en-US" sz="1800" u="none" cap="none" strike="noStrike">
                <a:solidFill>
                  <a:schemeClr val="dk1"/>
                </a:solidFill>
                <a:latin typeface="Roboto"/>
                <a:ea typeface="Roboto"/>
                <a:cs typeface="Roboto"/>
                <a:sym typeface="Roboto"/>
              </a:rPr>
              <a:t> numbers less than </a:t>
            </a:r>
            <a:r>
              <a:rPr b="1" i="0" lang="en-US" sz="1800" u="none" cap="none" strike="noStrike">
                <a:solidFill>
                  <a:schemeClr val="dk1"/>
                </a:solidFill>
                <a:latin typeface="Roboto"/>
                <a:ea typeface="Roboto"/>
                <a:cs typeface="Roboto"/>
                <a:sym typeface="Roboto"/>
              </a:rPr>
              <a:t>11</a:t>
            </a:r>
            <a:r>
              <a:rPr b="0" i="0" lang="en-US" sz="1800" u="none" cap="none" strike="noStrike">
                <a:solidFill>
                  <a:schemeClr val="dk1"/>
                </a:solidFill>
                <a:latin typeface="Roboto"/>
                <a:ea typeface="Roboto"/>
                <a:cs typeface="Roboto"/>
                <a:sym typeface="Roboto"/>
              </a:rPr>
              <a:t> that are co-prime to it</a:t>
            </a:r>
            <a:endParaRPr b="0" i="0" sz="1600" u="none" cap="none" strike="noStrike">
              <a:solidFill>
                <a:srgbClr val="000000"/>
              </a:solidFill>
              <a:latin typeface="Roboto"/>
              <a:ea typeface="Roboto"/>
              <a:cs typeface="Roboto"/>
              <a:sym typeface="Roboto"/>
            </a:endParaRPr>
          </a:p>
          <a:p>
            <a:pPr indent="0" lvl="0" marL="0" marR="0" rtl="0" algn="l">
              <a:spcBef>
                <a:spcPts val="0"/>
              </a:spcBef>
              <a:spcAft>
                <a:spcPts val="0"/>
              </a:spcAft>
              <a:buNone/>
            </a:pPr>
            <a:r>
              <a:rPr b="0" i="0" lang="en-US" sz="1800" u="none" cap="none" strike="noStrike">
                <a:solidFill>
                  <a:schemeClr val="dk1"/>
                </a:solidFill>
                <a:latin typeface="Roboto"/>
                <a:ea typeface="Roboto"/>
                <a:cs typeface="Roboto"/>
                <a:sym typeface="Roboto"/>
              </a:rPr>
              <a:t>Therefore </a:t>
            </a:r>
            <a:r>
              <a:rPr b="0" i="0" lang="en-US" sz="1800" u="none" cap="none" strike="noStrike">
                <a:solidFill>
                  <a:srgbClr val="0C0C0C"/>
                </a:solidFill>
                <a:latin typeface="Roboto"/>
                <a:ea typeface="Roboto"/>
                <a:cs typeface="Roboto"/>
                <a:sym typeface="Roboto"/>
              </a:rPr>
              <a:t>Փ(11)=10</a:t>
            </a:r>
            <a:endParaRPr b="0" i="0" sz="1800" u="none" cap="none" strike="noStrike">
              <a:solidFill>
                <a:schemeClr val="dk1"/>
              </a:solidFill>
              <a:latin typeface="Roboto"/>
              <a:ea typeface="Roboto"/>
              <a:cs typeface="Roboto"/>
              <a:sym typeface="Roboto"/>
            </a:endParaRPr>
          </a:p>
        </p:txBody>
      </p:sp>
      <p:pic>
        <p:nvPicPr>
          <p:cNvPr descr="Checkmark with solid fill" id="162" name="Google Shape;162;p7"/>
          <p:cNvPicPr preferRelativeResize="0"/>
          <p:nvPr/>
        </p:nvPicPr>
        <p:blipFill rotWithShape="1">
          <a:blip r:embed="rId3">
            <a:alphaModFix/>
          </a:blip>
          <a:srcRect b="0" l="0" r="0" t="0"/>
          <a:stretch/>
        </p:blipFill>
        <p:spPr>
          <a:xfrm>
            <a:off x="3814590" y="3782186"/>
            <a:ext cx="473609" cy="329708"/>
          </a:xfrm>
          <a:prstGeom prst="rect">
            <a:avLst/>
          </a:prstGeom>
          <a:noFill/>
          <a:ln>
            <a:noFill/>
          </a:ln>
        </p:spPr>
      </p:pic>
      <p:pic>
        <p:nvPicPr>
          <p:cNvPr descr="Checkmark with solid fill" id="163" name="Google Shape;163;p7"/>
          <p:cNvPicPr preferRelativeResize="0"/>
          <p:nvPr/>
        </p:nvPicPr>
        <p:blipFill rotWithShape="1">
          <a:blip r:embed="rId3">
            <a:alphaModFix/>
          </a:blip>
          <a:srcRect b="0" l="0" r="0" t="0"/>
          <a:stretch/>
        </p:blipFill>
        <p:spPr>
          <a:xfrm>
            <a:off x="3802901" y="5004066"/>
            <a:ext cx="473609" cy="329708"/>
          </a:xfrm>
          <a:prstGeom prst="rect">
            <a:avLst/>
          </a:prstGeom>
          <a:noFill/>
          <a:ln>
            <a:noFill/>
          </a:ln>
        </p:spPr>
      </p:pic>
      <p:pic>
        <p:nvPicPr>
          <p:cNvPr descr="Checkmark with solid fill" id="164" name="Google Shape;164;p7"/>
          <p:cNvPicPr preferRelativeResize="0"/>
          <p:nvPr/>
        </p:nvPicPr>
        <p:blipFill rotWithShape="1">
          <a:blip r:embed="rId3">
            <a:alphaModFix/>
          </a:blip>
          <a:srcRect b="0" l="0" r="0" t="0"/>
          <a:stretch/>
        </p:blipFill>
        <p:spPr>
          <a:xfrm>
            <a:off x="3802900" y="5326875"/>
            <a:ext cx="473609" cy="329708"/>
          </a:xfrm>
          <a:prstGeom prst="rect">
            <a:avLst/>
          </a:prstGeom>
          <a:noFill/>
          <a:ln>
            <a:noFill/>
          </a:ln>
        </p:spPr>
      </p:pic>
      <p:pic>
        <p:nvPicPr>
          <p:cNvPr descr="Checkmark with solid fill" id="165" name="Google Shape;165;p7"/>
          <p:cNvPicPr preferRelativeResize="0"/>
          <p:nvPr/>
        </p:nvPicPr>
        <p:blipFill rotWithShape="1">
          <a:blip r:embed="rId3">
            <a:alphaModFix/>
          </a:blip>
          <a:srcRect b="0" l="0" r="0" t="0"/>
          <a:stretch/>
        </p:blipFill>
        <p:spPr>
          <a:xfrm>
            <a:off x="8922246" y="4489541"/>
            <a:ext cx="473609" cy="329708"/>
          </a:xfrm>
          <a:prstGeom prst="rect">
            <a:avLst/>
          </a:prstGeom>
          <a:noFill/>
          <a:ln>
            <a:noFill/>
          </a:ln>
        </p:spPr>
      </p:pic>
      <p:pic>
        <p:nvPicPr>
          <p:cNvPr descr="Checkmark with solid fill" id="166" name="Google Shape;166;p7"/>
          <p:cNvPicPr preferRelativeResize="0"/>
          <p:nvPr/>
        </p:nvPicPr>
        <p:blipFill rotWithShape="1">
          <a:blip r:embed="rId3">
            <a:alphaModFix/>
          </a:blip>
          <a:srcRect b="0" l="0" r="0" t="0"/>
          <a:stretch/>
        </p:blipFill>
        <p:spPr>
          <a:xfrm>
            <a:off x="8942570" y="4916823"/>
            <a:ext cx="473609" cy="329708"/>
          </a:xfrm>
          <a:prstGeom prst="rect">
            <a:avLst/>
          </a:prstGeom>
          <a:noFill/>
          <a:ln>
            <a:noFill/>
          </a:ln>
        </p:spPr>
      </p:pic>
      <p:pic>
        <p:nvPicPr>
          <p:cNvPr descr="Checkmark with solid fill" id="167" name="Google Shape;167;p7"/>
          <p:cNvPicPr preferRelativeResize="0"/>
          <p:nvPr/>
        </p:nvPicPr>
        <p:blipFill rotWithShape="1">
          <a:blip r:embed="rId3">
            <a:alphaModFix/>
          </a:blip>
          <a:srcRect b="0" l="0" r="0" t="0"/>
          <a:stretch/>
        </p:blipFill>
        <p:spPr>
          <a:xfrm>
            <a:off x="8922248" y="5348451"/>
            <a:ext cx="473609" cy="329708"/>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8"/>
          <p:cNvSpPr/>
          <p:nvPr/>
        </p:nvSpPr>
        <p:spPr>
          <a:xfrm>
            <a:off x="740160" y="1221120"/>
            <a:ext cx="10059840" cy="1107941"/>
          </a:xfrm>
          <a:prstGeom prst="rect">
            <a:avLst/>
          </a:prstGeom>
          <a:noFill/>
          <a:ln>
            <a:noFill/>
          </a:ln>
        </p:spPr>
        <p:txBody>
          <a:bodyPr anchorCtr="0" anchor="t" bIns="60925" lIns="121900" spcFirstLastPara="1" rIns="121900" wrap="square" tIns="60925">
            <a:spAutoFit/>
          </a:bodyPr>
          <a:lstStyle/>
          <a:p>
            <a:pPr indent="0" lvl="0" marL="0" marR="0" rtl="0" algn="l">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spcBef>
                <a:spcPts val="0"/>
              </a:spcBef>
              <a:spcAft>
                <a:spcPts val="0"/>
              </a:spcAft>
              <a:buNone/>
            </a:pPr>
            <a:r>
              <a:t/>
            </a:r>
            <a:endParaRPr b="0" i="0" sz="1600" u="none" cap="none" strike="noStrike">
              <a:solidFill>
                <a:srgbClr val="000000"/>
              </a:solidFill>
              <a:latin typeface="Roboto"/>
              <a:ea typeface="Roboto"/>
              <a:cs typeface="Roboto"/>
              <a:sym typeface="Roboto"/>
            </a:endParaRPr>
          </a:p>
        </p:txBody>
      </p:sp>
      <p:sp>
        <p:nvSpPr>
          <p:cNvPr id="173" name="Google Shape;173;p8"/>
          <p:cNvSpPr/>
          <p:nvPr/>
        </p:nvSpPr>
        <p:spPr>
          <a:xfrm>
            <a:off x="740160" y="1221120"/>
            <a:ext cx="10059840" cy="1107941"/>
          </a:xfrm>
          <a:prstGeom prst="rect">
            <a:avLst/>
          </a:prstGeom>
          <a:noFill/>
          <a:ln>
            <a:noFill/>
          </a:ln>
        </p:spPr>
        <p:txBody>
          <a:bodyPr anchorCtr="0" anchor="t" bIns="60925" lIns="121900" spcFirstLastPara="1" rIns="121900" wrap="square" tIns="60925">
            <a:spAutoFit/>
          </a:bodyPr>
          <a:lstStyle/>
          <a:p>
            <a:pPr indent="0" lvl="0" marL="0" marR="0" rtl="0" algn="l">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spcBef>
                <a:spcPts val="0"/>
              </a:spcBef>
              <a:spcAft>
                <a:spcPts val="0"/>
              </a:spcAft>
              <a:buNone/>
            </a:pPr>
            <a:r>
              <a:t/>
            </a:r>
            <a:endParaRPr b="0" i="0" sz="1600" u="none" cap="none" strike="noStrike">
              <a:solidFill>
                <a:srgbClr val="000000"/>
              </a:solidFill>
              <a:latin typeface="Roboto"/>
              <a:ea typeface="Roboto"/>
              <a:cs typeface="Roboto"/>
              <a:sym typeface="Roboto"/>
            </a:endParaRPr>
          </a:p>
        </p:txBody>
      </p:sp>
      <p:sp>
        <p:nvSpPr>
          <p:cNvPr id="174" name="Google Shape;174;p8"/>
          <p:cNvSpPr txBox="1"/>
          <p:nvPr/>
        </p:nvSpPr>
        <p:spPr>
          <a:xfrm>
            <a:off x="2077329" y="2520653"/>
            <a:ext cx="6142891" cy="410379"/>
          </a:xfrm>
          <a:prstGeom prst="rect">
            <a:avLst/>
          </a:prstGeom>
          <a:noFill/>
          <a:ln>
            <a:noFill/>
          </a:ln>
        </p:spPr>
        <p:txBody>
          <a:bodyPr anchorCtr="0" anchor="t" bIns="60925" lIns="121900" spcFirstLastPara="1" rIns="121900" wrap="square" tIns="60925">
            <a:spAutoFit/>
          </a:bodyPr>
          <a:lstStyle/>
          <a:p>
            <a:pPr indent="0" lvl="0" marL="0" marR="0" rtl="0" algn="l">
              <a:spcBef>
                <a:spcPts val="0"/>
              </a:spcBef>
              <a:spcAft>
                <a:spcPts val="0"/>
              </a:spcAft>
              <a:buNone/>
            </a:pPr>
            <a:r>
              <a:rPr b="1" i="0" lang="en-US" sz="1867" u="none" cap="none" strike="noStrike">
                <a:solidFill>
                  <a:schemeClr val="lt1"/>
                </a:solidFill>
                <a:latin typeface="Roboto"/>
                <a:ea typeface="Roboto"/>
                <a:cs typeface="Roboto"/>
                <a:sym typeface="Roboto"/>
              </a:rPr>
              <a:t>Euler’s Phi Algorithm</a:t>
            </a:r>
            <a:endParaRPr b="0" i="0" sz="1867" u="none" cap="none" strike="noStrike">
              <a:solidFill>
                <a:srgbClr val="000000"/>
              </a:solidFill>
              <a:latin typeface="Roboto"/>
              <a:ea typeface="Roboto"/>
              <a:cs typeface="Roboto"/>
              <a:sym typeface="Roboto"/>
            </a:endParaRPr>
          </a:p>
        </p:txBody>
      </p:sp>
      <p:sp>
        <p:nvSpPr>
          <p:cNvPr id="175" name="Google Shape;175;p8"/>
          <p:cNvSpPr txBox="1"/>
          <p:nvPr/>
        </p:nvSpPr>
        <p:spPr>
          <a:xfrm>
            <a:off x="740160" y="682144"/>
            <a:ext cx="10326400" cy="1969715"/>
          </a:xfrm>
          <a:prstGeom prst="rect">
            <a:avLst/>
          </a:prstGeom>
          <a:noFill/>
          <a:ln>
            <a:noFill/>
          </a:ln>
        </p:spPr>
        <p:txBody>
          <a:bodyPr anchorCtr="0" anchor="t" bIns="60925" lIns="121900" spcFirstLastPara="1" rIns="121900" wrap="square" tIns="60925">
            <a:spAutoFit/>
          </a:bodyPr>
          <a:lstStyle/>
          <a:p>
            <a:pPr indent="0" lvl="0" marL="0" marR="0" rtl="0" algn="l">
              <a:lnSpc>
                <a:spcPct val="150000"/>
              </a:lnSpc>
              <a:spcBef>
                <a:spcPts val="0"/>
              </a:spcBef>
              <a:spcAft>
                <a:spcPts val="0"/>
              </a:spcAft>
              <a:buNone/>
            </a:pPr>
            <a:r>
              <a:rPr b="1" i="0" lang="en-US" sz="1600" u="none" cap="none" strike="noStrike">
                <a:solidFill>
                  <a:srgbClr val="0C0C0C"/>
                </a:solidFill>
                <a:latin typeface="Roboto"/>
                <a:ea typeface="Roboto"/>
                <a:cs typeface="Roboto"/>
                <a:sym typeface="Roboto"/>
              </a:rPr>
              <a:t>Example:3</a:t>
            </a:r>
            <a:endParaRPr b="1" i="0" sz="16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None/>
            </a:pPr>
            <a:r>
              <a:rPr b="0" i="0" lang="en-US" sz="1600" u="none" cap="none" strike="noStrike">
                <a:solidFill>
                  <a:srgbClr val="0C0C0C"/>
                </a:solidFill>
                <a:latin typeface="Roboto"/>
                <a:ea typeface="Roboto"/>
                <a:cs typeface="Roboto"/>
                <a:sym typeface="Roboto"/>
              </a:rPr>
              <a:t>Find Փ(8)</a:t>
            </a:r>
            <a:endParaRPr b="0" i="0" sz="16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None/>
            </a:pPr>
            <a:r>
              <a:rPr b="0" i="0" lang="en-US" sz="1600" u="none" cap="none" strike="noStrike">
                <a:solidFill>
                  <a:srgbClr val="0C0C0C"/>
                </a:solidFill>
                <a:latin typeface="Roboto"/>
                <a:ea typeface="Roboto"/>
                <a:cs typeface="Roboto"/>
                <a:sym typeface="Roboto"/>
              </a:rPr>
              <a:t>Solution</a:t>
            </a:r>
            <a:endParaRPr b="0" i="0" sz="16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None/>
            </a:pPr>
            <a:r>
              <a:rPr b="0" i="0" lang="en-US" sz="1600" u="none" cap="none" strike="noStrike">
                <a:solidFill>
                  <a:srgbClr val="0C0C0C"/>
                </a:solidFill>
                <a:latin typeface="Roboto"/>
                <a:ea typeface="Roboto"/>
                <a:cs typeface="Roboto"/>
                <a:sym typeface="Roboto"/>
              </a:rPr>
              <a:t>Here n=8</a:t>
            </a:r>
            <a:endParaRPr b="0" i="0" sz="16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None/>
            </a:pPr>
            <a:r>
              <a:rPr b="0" i="0" lang="en-US" sz="1600" u="none" cap="none" strike="noStrike">
                <a:solidFill>
                  <a:srgbClr val="0C0C0C"/>
                </a:solidFill>
                <a:latin typeface="Roboto"/>
                <a:ea typeface="Roboto"/>
                <a:cs typeface="Roboto"/>
                <a:sym typeface="Roboto"/>
              </a:rPr>
              <a:t>Numbers less than 8 are 1,2,3,4,5,6 and 7</a:t>
            </a:r>
            <a:endParaRPr b="0" i="0" sz="1600" u="none" cap="none" strike="noStrike">
              <a:solidFill>
                <a:srgbClr val="000000"/>
              </a:solidFill>
              <a:latin typeface="Roboto"/>
              <a:ea typeface="Roboto"/>
              <a:cs typeface="Roboto"/>
              <a:sym typeface="Roboto"/>
            </a:endParaRPr>
          </a:p>
        </p:txBody>
      </p:sp>
      <p:graphicFrame>
        <p:nvGraphicFramePr>
          <p:cNvPr id="176" name="Google Shape;176;p8"/>
          <p:cNvGraphicFramePr/>
          <p:nvPr/>
        </p:nvGraphicFramePr>
        <p:xfrm>
          <a:off x="1156131" y="3010823"/>
          <a:ext cx="3000000" cy="3000000"/>
        </p:xfrm>
        <a:graphic>
          <a:graphicData uri="http://schemas.openxmlformats.org/drawingml/2006/table">
            <a:tbl>
              <a:tblPr>
                <a:noFill/>
                <a:tableStyleId>{00AD5841-012E-4942-8C47-C39BE2EA15CC}</a:tableStyleId>
              </a:tblPr>
              <a:tblGrid>
                <a:gridCol w="1887575"/>
                <a:gridCol w="1887575"/>
              </a:tblGrid>
              <a:tr h="690900">
                <a:tc>
                  <a:txBody>
                    <a:bodyPr/>
                    <a:lstStyle/>
                    <a:p>
                      <a:pPr indent="0" lvl="0" marL="0" marR="0" rtl="0" algn="ctr">
                        <a:lnSpc>
                          <a:spcPct val="100000"/>
                        </a:lnSpc>
                        <a:spcBef>
                          <a:spcPts val="0"/>
                        </a:spcBef>
                        <a:spcAft>
                          <a:spcPts val="0"/>
                        </a:spcAft>
                        <a:buClr>
                          <a:srgbClr val="000000"/>
                        </a:buClr>
                        <a:buSzPts val="1400"/>
                        <a:buFont typeface="Arial"/>
                        <a:buNone/>
                      </a:pPr>
                      <a:r>
                        <a:rPr b="1" lang="en-US" sz="1900" u="none" cap="none" strike="noStrike">
                          <a:solidFill>
                            <a:srgbClr val="0070C0"/>
                          </a:solidFill>
                          <a:latin typeface="Roboto"/>
                          <a:ea typeface="Roboto"/>
                          <a:cs typeface="Roboto"/>
                          <a:sym typeface="Roboto"/>
                        </a:rPr>
                        <a:t>GCD</a:t>
                      </a:r>
                      <a:endParaRPr sz="1900" u="none" cap="none" strike="noStrike">
                        <a:latin typeface="Roboto"/>
                        <a:ea typeface="Roboto"/>
                        <a:cs typeface="Roboto"/>
                        <a:sym typeface="Roboto"/>
                      </a:endParaRPr>
                    </a:p>
                  </a:txBody>
                  <a:tcPr marT="60975" marB="60975" marR="121925" marL="1219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US" sz="1900" u="none" cap="none" strike="noStrike">
                          <a:solidFill>
                            <a:srgbClr val="0070C0"/>
                          </a:solidFill>
                          <a:latin typeface="Roboto"/>
                          <a:ea typeface="Roboto"/>
                          <a:cs typeface="Roboto"/>
                          <a:sym typeface="Roboto"/>
                        </a:rPr>
                        <a:t>Relatively Prime?</a:t>
                      </a:r>
                      <a:endParaRPr sz="1900" u="none" cap="none" strike="noStrike">
                        <a:latin typeface="Roboto"/>
                        <a:ea typeface="Roboto"/>
                        <a:cs typeface="Roboto"/>
                        <a:sym typeface="Roboto"/>
                      </a:endParaRPr>
                    </a:p>
                  </a:txBody>
                  <a:tcPr marT="60975" marB="60975" marR="121925" marL="1219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494475">
                <a:tc>
                  <a:txBody>
                    <a:bodyPr/>
                    <a:lstStyle/>
                    <a:p>
                      <a:pPr indent="0" lvl="0" marL="0" marR="0" rtl="0" algn="ctr">
                        <a:lnSpc>
                          <a:spcPct val="100000"/>
                        </a:lnSpc>
                        <a:spcBef>
                          <a:spcPts val="0"/>
                        </a:spcBef>
                        <a:spcAft>
                          <a:spcPts val="0"/>
                        </a:spcAft>
                        <a:buClr>
                          <a:srgbClr val="000000"/>
                        </a:buClr>
                        <a:buSzPts val="1400"/>
                        <a:buFont typeface="Arial"/>
                        <a:buNone/>
                      </a:pPr>
                      <a:r>
                        <a:rPr lang="en-US" sz="1900" u="none" cap="none" strike="noStrike">
                          <a:latin typeface="Roboto"/>
                          <a:ea typeface="Roboto"/>
                          <a:cs typeface="Roboto"/>
                          <a:sym typeface="Roboto"/>
                        </a:rPr>
                        <a:t>GCD(1,8)=1 </a:t>
                      </a:r>
                      <a:endParaRPr sz="1900" u="none" cap="none" strike="noStrike"/>
                    </a:p>
                  </a:txBody>
                  <a:tcPr marT="60975" marB="60975" marR="121925" marL="1219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t/>
                      </a:r>
                      <a:endParaRPr sz="1900" u="none" cap="none" strike="noStrike">
                        <a:latin typeface="Roboto"/>
                        <a:ea typeface="Roboto"/>
                        <a:cs typeface="Roboto"/>
                        <a:sym typeface="Roboto"/>
                      </a:endParaRPr>
                    </a:p>
                  </a:txBody>
                  <a:tcPr marT="60975" marB="60975" marR="121925" marL="1219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494475">
                <a:tc>
                  <a:txBody>
                    <a:bodyPr/>
                    <a:lstStyle/>
                    <a:p>
                      <a:pPr indent="0" lvl="0" marL="0" marR="0" rtl="0" algn="ctr">
                        <a:lnSpc>
                          <a:spcPct val="100000"/>
                        </a:lnSpc>
                        <a:spcBef>
                          <a:spcPts val="0"/>
                        </a:spcBef>
                        <a:spcAft>
                          <a:spcPts val="0"/>
                        </a:spcAft>
                        <a:buClr>
                          <a:srgbClr val="000000"/>
                        </a:buClr>
                        <a:buSzPts val="1400"/>
                        <a:buFont typeface="Arial"/>
                        <a:buNone/>
                      </a:pPr>
                      <a:r>
                        <a:rPr lang="en-US" sz="1900" u="none" cap="none" strike="noStrike">
                          <a:latin typeface="Roboto"/>
                          <a:ea typeface="Roboto"/>
                          <a:cs typeface="Roboto"/>
                          <a:sym typeface="Roboto"/>
                        </a:rPr>
                        <a:t>GCD(2,8)=2</a:t>
                      </a:r>
                      <a:endParaRPr sz="1900" u="none" cap="none" strike="noStrike"/>
                    </a:p>
                  </a:txBody>
                  <a:tcPr marT="60975" marB="60975" marR="121925" marL="1219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t/>
                      </a:r>
                      <a:endParaRPr sz="1900" u="none" cap="none" strike="noStrike">
                        <a:latin typeface="Roboto"/>
                        <a:ea typeface="Roboto"/>
                        <a:cs typeface="Roboto"/>
                        <a:sym typeface="Roboto"/>
                      </a:endParaRPr>
                    </a:p>
                  </a:txBody>
                  <a:tcPr marT="60975" marB="60975" marR="121925" marL="1219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494475">
                <a:tc>
                  <a:txBody>
                    <a:bodyPr/>
                    <a:lstStyle/>
                    <a:p>
                      <a:pPr indent="0" lvl="0" marL="0" marR="0" rtl="0" algn="ctr">
                        <a:lnSpc>
                          <a:spcPct val="100000"/>
                        </a:lnSpc>
                        <a:spcBef>
                          <a:spcPts val="0"/>
                        </a:spcBef>
                        <a:spcAft>
                          <a:spcPts val="0"/>
                        </a:spcAft>
                        <a:buClr>
                          <a:srgbClr val="000000"/>
                        </a:buClr>
                        <a:buSzPts val="1400"/>
                        <a:buFont typeface="Arial"/>
                        <a:buNone/>
                      </a:pPr>
                      <a:r>
                        <a:rPr lang="en-US" sz="1900" u="none" cap="none" strike="noStrike">
                          <a:latin typeface="Roboto"/>
                          <a:ea typeface="Roboto"/>
                          <a:cs typeface="Roboto"/>
                          <a:sym typeface="Roboto"/>
                        </a:rPr>
                        <a:t>GCD(3,8)=1 </a:t>
                      </a:r>
                      <a:endParaRPr sz="1900" u="none" cap="none" strike="noStrike"/>
                    </a:p>
                  </a:txBody>
                  <a:tcPr marT="60975" marB="60975" marR="121925" marL="1219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t/>
                      </a:r>
                      <a:endParaRPr sz="1900" u="none" cap="none" strike="noStrike">
                        <a:latin typeface="Roboto"/>
                        <a:ea typeface="Roboto"/>
                        <a:cs typeface="Roboto"/>
                        <a:sym typeface="Roboto"/>
                      </a:endParaRPr>
                    </a:p>
                  </a:txBody>
                  <a:tcPr marT="60975" marB="60975" marR="121925" marL="1219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494475">
                <a:tc>
                  <a:txBody>
                    <a:bodyPr/>
                    <a:lstStyle/>
                    <a:p>
                      <a:pPr indent="0" lvl="0" marL="0" marR="0" rtl="0" algn="ctr">
                        <a:lnSpc>
                          <a:spcPct val="100000"/>
                        </a:lnSpc>
                        <a:spcBef>
                          <a:spcPts val="0"/>
                        </a:spcBef>
                        <a:spcAft>
                          <a:spcPts val="0"/>
                        </a:spcAft>
                        <a:buClr>
                          <a:srgbClr val="000000"/>
                        </a:buClr>
                        <a:buSzPts val="1400"/>
                        <a:buFont typeface="Arial"/>
                        <a:buNone/>
                      </a:pPr>
                      <a:r>
                        <a:rPr lang="en-US" sz="1900" u="none" cap="none" strike="noStrike">
                          <a:latin typeface="Roboto"/>
                          <a:ea typeface="Roboto"/>
                          <a:cs typeface="Roboto"/>
                          <a:sym typeface="Roboto"/>
                        </a:rPr>
                        <a:t>GCD(4,8)=4</a:t>
                      </a:r>
                      <a:endParaRPr sz="1900" u="none" cap="none" strike="noStrike"/>
                    </a:p>
                  </a:txBody>
                  <a:tcPr marT="60975" marB="60975" marR="121925" marL="1219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t/>
                      </a:r>
                      <a:endParaRPr sz="1900" u="none" cap="none" strike="noStrike">
                        <a:latin typeface="Roboto"/>
                        <a:ea typeface="Roboto"/>
                        <a:cs typeface="Roboto"/>
                        <a:sym typeface="Roboto"/>
                      </a:endParaRPr>
                    </a:p>
                  </a:txBody>
                  <a:tcPr marT="60975" marB="60975" marR="121925" marL="1219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graphicFrame>
        <p:nvGraphicFramePr>
          <p:cNvPr id="177" name="Google Shape;177;p8"/>
          <p:cNvGraphicFramePr/>
          <p:nvPr/>
        </p:nvGraphicFramePr>
        <p:xfrm>
          <a:off x="6199284" y="2947652"/>
          <a:ext cx="3000000" cy="3000000"/>
        </p:xfrm>
        <a:graphic>
          <a:graphicData uri="http://schemas.openxmlformats.org/drawingml/2006/table">
            <a:tbl>
              <a:tblPr>
                <a:noFill/>
                <a:tableStyleId>{00AD5841-012E-4942-8C47-C39BE2EA15CC}</a:tableStyleId>
              </a:tblPr>
              <a:tblGrid>
                <a:gridCol w="1887575"/>
                <a:gridCol w="1887575"/>
              </a:tblGrid>
              <a:tr h="690900">
                <a:tc>
                  <a:txBody>
                    <a:bodyPr/>
                    <a:lstStyle/>
                    <a:p>
                      <a:pPr indent="0" lvl="0" marL="0" marR="0" rtl="0" algn="ctr">
                        <a:lnSpc>
                          <a:spcPct val="100000"/>
                        </a:lnSpc>
                        <a:spcBef>
                          <a:spcPts val="0"/>
                        </a:spcBef>
                        <a:spcAft>
                          <a:spcPts val="0"/>
                        </a:spcAft>
                        <a:buClr>
                          <a:srgbClr val="000000"/>
                        </a:buClr>
                        <a:buSzPts val="1400"/>
                        <a:buFont typeface="Arial"/>
                        <a:buNone/>
                      </a:pPr>
                      <a:r>
                        <a:rPr b="1" lang="en-US" sz="1900" u="none" cap="none" strike="noStrike">
                          <a:solidFill>
                            <a:srgbClr val="0070C0"/>
                          </a:solidFill>
                          <a:latin typeface="Roboto"/>
                          <a:ea typeface="Roboto"/>
                          <a:cs typeface="Roboto"/>
                          <a:sym typeface="Roboto"/>
                        </a:rPr>
                        <a:t>GCD</a:t>
                      </a:r>
                      <a:endParaRPr sz="1900" u="none" cap="none" strike="noStrike">
                        <a:latin typeface="Roboto"/>
                        <a:ea typeface="Roboto"/>
                        <a:cs typeface="Roboto"/>
                        <a:sym typeface="Roboto"/>
                      </a:endParaRPr>
                    </a:p>
                  </a:txBody>
                  <a:tcPr marT="60975" marB="60975" marR="121925" marL="1219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US" sz="1900" u="none" cap="none" strike="noStrike">
                          <a:solidFill>
                            <a:srgbClr val="0070C0"/>
                          </a:solidFill>
                          <a:latin typeface="Roboto"/>
                          <a:ea typeface="Roboto"/>
                          <a:cs typeface="Roboto"/>
                          <a:sym typeface="Roboto"/>
                        </a:rPr>
                        <a:t>Relatively Prime?</a:t>
                      </a:r>
                      <a:endParaRPr sz="1900" u="none" cap="none" strike="noStrike">
                        <a:latin typeface="Roboto"/>
                        <a:ea typeface="Roboto"/>
                        <a:cs typeface="Roboto"/>
                        <a:sym typeface="Roboto"/>
                      </a:endParaRPr>
                    </a:p>
                  </a:txBody>
                  <a:tcPr marT="60975" marB="60975" marR="121925" marL="1219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494475">
                <a:tc>
                  <a:txBody>
                    <a:bodyPr/>
                    <a:lstStyle/>
                    <a:p>
                      <a:pPr indent="0" lvl="0" marL="0" marR="0" rtl="0" algn="ctr">
                        <a:lnSpc>
                          <a:spcPct val="100000"/>
                        </a:lnSpc>
                        <a:spcBef>
                          <a:spcPts val="0"/>
                        </a:spcBef>
                        <a:spcAft>
                          <a:spcPts val="0"/>
                        </a:spcAft>
                        <a:buClr>
                          <a:srgbClr val="000000"/>
                        </a:buClr>
                        <a:buSzPts val="1400"/>
                        <a:buFont typeface="Arial"/>
                        <a:buNone/>
                      </a:pPr>
                      <a:r>
                        <a:rPr lang="en-US" sz="1900" u="none" cap="none" strike="noStrike">
                          <a:latin typeface="Roboto"/>
                          <a:ea typeface="Roboto"/>
                          <a:cs typeface="Roboto"/>
                          <a:sym typeface="Roboto"/>
                        </a:rPr>
                        <a:t>GCD(5,8)=1 </a:t>
                      </a:r>
                      <a:endParaRPr sz="1900" u="none" cap="none" strike="noStrike"/>
                    </a:p>
                  </a:txBody>
                  <a:tcPr marT="60975" marB="60975" marR="121925" marL="1219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t/>
                      </a:r>
                      <a:endParaRPr sz="1900" u="none" cap="none" strike="noStrike">
                        <a:latin typeface="Roboto"/>
                        <a:ea typeface="Roboto"/>
                        <a:cs typeface="Roboto"/>
                        <a:sym typeface="Roboto"/>
                      </a:endParaRPr>
                    </a:p>
                  </a:txBody>
                  <a:tcPr marT="60975" marB="60975" marR="121925" marL="1219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494475">
                <a:tc>
                  <a:txBody>
                    <a:bodyPr/>
                    <a:lstStyle/>
                    <a:p>
                      <a:pPr indent="0" lvl="0" marL="0" marR="0" rtl="0" algn="ctr">
                        <a:lnSpc>
                          <a:spcPct val="100000"/>
                        </a:lnSpc>
                        <a:spcBef>
                          <a:spcPts val="0"/>
                        </a:spcBef>
                        <a:spcAft>
                          <a:spcPts val="0"/>
                        </a:spcAft>
                        <a:buClr>
                          <a:srgbClr val="000000"/>
                        </a:buClr>
                        <a:buSzPts val="1400"/>
                        <a:buFont typeface="Arial"/>
                        <a:buNone/>
                      </a:pPr>
                      <a:r>
                        <a:rPr lang="en-US" sz="1900" u="none" cap="none" strike="noStrike">
                          <a:latin typeface="Roboto"/>
                          <a:ea typeface="Roboto"/>
                          <a:cs typeface="Roboto"/>
                          <a:sym typeface="Roboto"/>
                        </a:rPr>
                        <a:t>GCD(6,8)=2 </a:t>
                      </a:r>
                      <a:endParaRPr sz="1900" u="none" cap="none" strike="noStrike"/>
                    </a:p>
                  </a:txBody>
                  <a:tcPr marT="60975" marB="60975" marR="121925" marL="1219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t/>
                      </a:r>
                      <a:endParaRPr sz="1900" u="none" cap="none" strike="noStrike">
                        <a:latin typeface="Roboto"/>
                        <a:ea typeface="Roboto"/>
                        <a:cs typeface="Roboto"/>
                        <a:sym typeface="Roboto"/>
                      </a:endParaRPr>
                    </a:p>
                  </a:txBody>
                  <a:tcPr marT="60975" marB="60975" marR="121925" marL="1219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494475">
                <a:tc>
                  <a:txBody>
                    <a:bodyPr/>
                    <a:lstStyle/>
                    <a:p>
                      <a:pPr indent="0" lvl="0" marL="0" marR="0" rtl="0" algn="ctr">
                        <a:lnSpc>
                          <a:spcPct val="100000"/>
                        </a:lnSpc>
                        <a:spcBef>
                          <a:spcPts val="0"/>
                        </a:spcBef>
                        <a:spcAft>
                          <a:spcPts val="0"/>
                        </a:spcAft>
                        <a:buClr>
                          <a:srgbClr val="000000"/>
                        </a:buClr>
                        <a:buSzPts val="1400"/>
                        <a:buFont typeface="Arial"/>
                        <a:buNone/>
                      </a:pPr>
                      <a:r>
                        <a:rPr lang="en-US" sz="1900" u="none" cap="none" strike="noStrike">
                          <a:latin typeface="Roboto"/>
                          <a:ea typeface="Roboto"/>
                          <a:cs typeface="Roboto"/>
                          <a:sym typeface="Roboto"/>
                        </a:rPr>
                        <a:t>GCD(7,8)=1 </a:t>
                      </a:r>
                      <a:endParaRPr sz="1900" u="none" cap="none" strike="noStrike"/>
                    </a:p>
                  </a:txBody>
                  <a:tcPr marT="60975" marB="60975" marR="121925" marL="1219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t/>
                      </a:r>
                      <a:endParaRPr sz="1900" u="none" cap="none" strike="noStrike">
                        <a:latin typeface="Roboto"/>
                        <a:ea typeface="Roboto"/>
                        <a:cs typeface="Roboto"/>
                        <a:sym typeface="Roboto"/>
                      </a:endParaRPr>
                    </a:p>
                  </a:txBody>
                  <a:tcPr marT="60975" marB="60975" marR="121925" marL="1219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pic>
        <p:nvPicPr>
          <p:cNvPr descr="Checkmark with solid fill" id="178" name="Google Shape;178;p8"/>
          <p:cNvPicPr preferRelativeResize="0"/>
          <p:nvPr/>
        </p:nvPicPr>
        <p:blipFill rotWithShape="1">
          <a:blip r:embed="rId3">
            <a:alphaModFix/>
          </a:blip>
          <a:srcRect b="0" l="0" r="0" t="0"/>
          <a:stretch/>
        </p:blipFill>
        <p:spPr>
          <a:xfrm>
            <a:off x="8938561" y="3680906"/>
            <a:ext cx="473609" cy="329708"/>
          </a:xfrm>
          <a:prstGeom prst="rect">
            <a:avLst/>
          </a:prstGeom>
          <a:noFill/>
          <a:ln>
            <a:noFill/>
          </a:ln>
        </p:spPr>
      </p:pic>
      <p:pic>
        <p:nvPicPr>
          <p:cNvPr descr="Checkmark with solid fill" id="179" name="Google Shape;179;p8"/>
          <p:cNvPicPr preferRelativeResize="0"/>
          <p:nvPr/>
        </p:nvPicPr>
        <p:blipFill rotWithShape="1">
          <a:blip r:embed="rId3">
            <a:alphaModFix/>
          </a:blip>
          <a:srcRect b="0" l="0" r="0" t="0"/>
          <a:stretch/>
        </p:blipFill>
        <p:spPr>
          <a:xfrm>
            <a:off x="3845140" y="4841870"/>
            <a:ext cx="473609" cy="329708"/>
          </a:xfrm>
          <a:prstGeom prst="rect">
            <a:avLst/>
          </a:prstGeom>
          <a:noFill/>
          <a:ln>
            <a:noFill/>
          </a:ln>
        </p:spPr>
      </p:pic>
      <p:pic>
        <p:nvPicPr>
          <p:cNvPr descr="Checkmark with solid fill" id="180" name="Google Shape;180;p8"/>
          <p:cNvPicPr preferRelativeResize="0"/>
          <p:nvPr/>
        </p:nvPicPr>
        <p:blipFill rotWithShape="1">
          <a:blip r:embed="rId3">
            <a:alphaModFix/>
          </a:blip>
          <a:srcRect b="0" l="0" r="0" t="0"/>
          <a:stretch/>
        </p:blipFill>
        <p:spPr>
          <a:xfrm>
            <a:off x="8938560" y="4713214"/>
            <a:ext cx="473609" cy="329708"/>
          </a:xfrm>
          <a:prstGeom prst="rect">
            <a:avLst/>
          </a:prstGeom>
          <a:noFill/>
          <a:ln>
            <a:noFill/>
          </a:ln>
        </p:spPr>
      </p:pic>
      <p:sp>
        <p:nvSpPr>
          <p:cNvPr id="181" name="Google Shape;181;p8"/>
          <p:cNvSpPr txBox="1"/>
          <p:nvPr/>
        </p:nvSpPr>
        <p:spPr>
          <a:xfrm>
            <a:off x="2385163" y="5868106"/>
            <a:ext cx="8806800" cy="615499"/>
          </a:xfrm>
          <a:prstGeom prst="rect">
            <a:avLst/>
          </a:prstGeom>
          <a:noFill/>
          <a:ln>
            <a:noFill/>
          </a:ln>
        </p:spPr>
        <p:txBody>
          <a:bodyPr anchorCtr="0" anchor="t" bIns="60925" lIns="121900" spcFirstLastPara="1" rIns="121900" wrap="square" tIns="60925">
            <a:spAutoFit/>
          </a:bodyPr>
          <a:lstStyle/>
          <a:p>
            <a:pPr indent="0" lvl="0" marL="0" marR="0" rtl="0" algn="l">
              <a:spcBef>
                <a:spcPts val="0"/>
              </a:spcBef>
              <a:spcAft>
                <a:spcPts val="0"/>
              </a:spcAft>
              <a:buNone/>
            </a:pPr>
            <a:r>
              <a:rPr b="0" i="0" lang="en-US" sz="1600" u="none" cap="none" strike="noStrike">
                <a:solidFill>
                  <a:schemeClr val="dk1"/>
                </a:solidFill>
                <a:latin typeface="Roboto"/>
                <a:ea typeface="Roboto"/>
                <a:cs typeface="Roboto"/>
                <a:sym typeface="Roboto"/>
              </a:rPr>
              <a:t>there are </a:t>
            </a:r>
            <a:r>
              <a:rPr b="1" i="0" lang="en-US" sz="1600" u="none" cap="none" strike="noStrike">
                <a:solidFill>
                  <a:schemeClr val="dk1"/>
                </a:solidFill>
                <a:latin typeface="Roboto"/>
                <a:ea typeface="Roboto"/>
                <a:cs typeface="Roboto"/>
                <a:sym typeface="Roboto"/>
              </a:rPr>
              <a:t>4</a:t>
            </a:r>
            <a:r>
              <a:rPr b="0" i="0" lang="en-US" sz="1600" u="none" cap="none" strike="noStrike">
                <a:solidFill>
                  <a:schemeClr val="dk1"/>
                </a:solidFill>
                <a:latin typeface="Roboto"/>
                <a:ea typeface="Roboto"/>
                <a:cs typeface="Roboto"/>
                <a:sym typeface="Roboto"/>
              </a:rPr>
              <a:t> numbers less than </a:t>
            </a:r>
            <a:r>
              <a:rPr b="1" i="0" lang="en-US" sz="1600" u="none" cap="none" strike="noStrike">
                <a:solidFill>
                  <a:schemeClr val="dk1"/>
                </a:solidFill>
                <a:latin typeface="Roboto"/>
                <a:ea typeface="Roboto"/>
                <a:cs typeface="Roboto"/>
                <a:sym typeface="Roboto"/>
              </a:rPr>
              <a:t>8</a:t>
            </a:r>
            <a:r>
              <a:rPr b="0" i="0" lang="en-US" sz="1600" u="none" cap="none" strike="noStrike">
                <a:solidFill>
                  <a:schemeClr val="dk1"/>
                </a:solidFill>
                <a:latin typeface="Roboto"/>
                <a:ea typeface="Roboto"/>
                <a:cs typeface="Roboto"/>
                <a:sym typeface="Roboto"/>
              </a:rPr>
              <a:t> that are co-prime to it</a:t>
            </a:r>
            <a:endParaRPr b="0" i="0" sz="1600" u="none" cap="none" strike="noStrike">
              <a:solidFill>
                <a:srgbClr val="000000"/>
              </a:solidFill>
              <a:latin typeface="Roboto"/>
              <a:ea typeface="Roboto"/>
              <a:cs typeface="Roboto"/>
              <a:sym typeface="Roboto"/>
            </a:endParaRPr>
          </a:p>
          <a:p>
            <a:pPr indent="0" lvl="0" marL="0" marR="0" rtl="0" algn="l">
              <a:spcBef>
                <a:spcPts val="0"/>
              </a:spcBef>
              <a:spcAft>
                <a:spcPts val="0"/>
              </a:spcAft>
              <a:buNone/>
            </a:pPr>
            <a:r>
              <a:rPr b="0" i="0" lang="en-US" sz="1600" u="none" cap="none" strike="noStrike">
                <a:solidFill>
                  <a:schemeClr val="dk1"/>
                </a:solidFill>
                <a:latin typeface="Roboto"/>
                <a:ea typeface="Roboto"/>
                <a:cs typeface="Roboto"/>
                <a:sym typeface="Roboto"/>
              </a:rPr>
              <a:t>Therefore </a:t>
            </a:r>
            <a:r>
              <a:rPr b="0" i="0" lang="en-US" sz="1600" u="none" cap="none" strike="noStrike">
                <a:solidFill>
                  <a:srgbClr val="0C0C0C"/>
                </a:solidFill>
                <a:latin typeface="Roboto"/>
                <a:ea typeface="Roboto"/>
                <a:cs typeface="Roboto"/>
                <a:sym typeface="Roboto"/>
              </a:rPr>
              <a:t>Փ(8)=4</a:t>
            </a:r>
            <a:endParaRPr b="0" i="0" sz="1600" u="none" cap="none" strike="noStrike">
              <a:solidFill>
                <a:schemeClr val="dk1"/>
              </a:solidFill>
              <a:latin typeface="Roboto"/>
              <a:ea typeface="Roboto"/>
              <a:cs typeface="Roboto"/>
              <a:sym typeface="Roboto"/>
            </a:endParaRPr>
          </a:p>
        </p:txBody>
      </p:sp>
      <p:pic>
        <p:nvPicPr>
          <p:cNvPr descr="Checkmark with solid fill" id="182" name="Google Shape;182;p8"/>
          <p:cNvPicPr preferRelativeResize="0"/>
          <p:nvPr/>
        </p:nvPicPr>
        <p:blipFill rotWithShape="1">
          <a:blip r:embed="rId3">
            <a:alphaModFix/>
          </a:blip>
          <a:srcRect b="0" l="0" r="0" t="0"/>
          <a:stretch/>
        </p:blipFill>
        <p:spPr>
          <a:xfrm>
            <a:off x="3845141" y="3794235"/>
            <a:ext cx="473609" cy="329708"/>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9"/>
          <p:cNvSpPr/>
          <p:nvPr/>
        </p:nvSpPr>
        <p:spPr>
          <a:xfrm>
            <a:off x="740160" y="1221120"/>
            <a:ext cx="10059840" cy="1107941"/>
          </a:xfrm>
          <a:prstGeom prst="rect">
            <a:avLst/>
          </a:prstGeom>
          <a:noFill/>
          <a:ln>
            <a:noFill/>
          </a:ln>
        </p:spPr>
        <p:txBody>
          <a:bodyPr anchorCtr="0" anchor="t" bIns="60925" lIns="121900" spcFirstLastPara="1" rIns="121900" wrap="square" tIns="60925">
            <a:spAutoFit/>
          </a:bodyPr>
          <a:lstStyle/>
          <a:p>
            <a:pPr indent="0" lvl="0" marL="0" marR="0" rtl="0" algn="l">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spcBef>
                <a:spcPts val="0"/>
              </a:spcBef>
              <a:spcAft>
                <a:spcPts val="0"/>
              </a:spcAft>
              <a:buNone/>
            </a:pPr>
            <a:r>
              <a:t/>
            </a:r>
            <a:endParaRPr b="0" i="0" sz="1600" u="none" cap="none" strike="noStrike">
              <a:solidFill>
                <a:srgbClr val="000000"/>
              </a:solidFill>
              <a:latin typeface="Roboto"/>
              <a:ea typeface="Roboto"/>
              <a:cs typeface="Roboto"/>
              <a:sym typeface="Roboto"/>
            </a:endParaRPr>
          </a:p>
        </p:txBody>
      </p:sp>
      <p:sp>
        <p:nvSpPr>
          <p:cNvPr id="188" name="Google Shape;188;p9"/>
          <p:cNvSpPr/>
          <p:nvPr/>
        </p:nvSpPr>
        <p:spPr>
          <a:xfrm>
            <a:off x="740160" y="1221120"/>
            <a:ext cx="10059840" cy="1107941"/>
          </a:xfrm>
          <a:prstGeom prst="rect">
            <a:avLst/>
          </a:prstGeom>
          <a:noFill/>
          <a:ln>
            <a:noFill/>
          </a:ln>
        </p:spPr>
        <p:txBody>
          <a:bodyPr anchorCtr="0" anchor="t" bIns="60925" lIns="121900" spcFirstLastPara="1" rIns="121900" wrap="square" tIns="60925">
            <a:spAutoFit/>
          </a:bodyPr>
          <a:lstStyle/>
          <a:p>
            <a:pPr indent="0" lvl="0" marL="0" marR="0" rtl="0" algn="l">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spcBef>
                <a:spcPts val="0"/>
              </a:spcBef>
              <a:spcAft>
                <a:spcPts val="0"/>
              </a:spcAft>
              <a:buNone/>
            </a:pPr>
            <a:r>
              <a:t/>
            </a:r>
            <a:endParaRPr b="0" i="0" sz="1600" u="none" cap="none" strike="noStrike">
              <a:solidFill>
                <a:srgbClr val="000000"/>
              </a:solidFill>
              <a:latin typeface="Roboto"/>
              <a:ea typeface="Roboto"/>
              <a:cs typeface="Roboto"/>
              <a:sym typeface="Roboto"/>
            </a:endParaRPr>
          </a:p>
        </p:txBody>
      </p:sp>
      <p:sp>
        <p:nvSpPr>
          <p:cNvPr id="189" name="Google Shape;189;p9"/>
          <p:cNvSpPr txBox="1"/>
          <p:nvPr/>
        </p:nvSpPr>
        <p:spPr>
          <a:xfrm>
            <a:off x="693629" y="1221899"/>
            <a:ext cx="10326424" cy="400055"/>
          </a:xfrm>
          <a:prstGeom prst="rect">
            <a:avLst/>
          </a:prstGeom>
          <a:noFill/>
          <a:ln>
            <a:noFill/>
          </a:ln>
        </p:spPr>
        <p:txBody>
          <a:bodyPr anchorCtr="0" anchor="t" bIns="60925" lIns="121900" spcFirstLastPara="1" rIns="121900" wrap="square" tIns="60925">
            <a:spAutoFit/>
          </a:bodyPr>
          <a:lstStyle/>
          <a:p>
            <a:pPr indent="0" lvl="0" marL="0" marR="0" rtl="0" algn="l">
              <a:spcBef>
                <a:spcPts val="0"/>
              </a:spcBef>
              <a:spcAft>
                <a:spcPts val="0"/>
              </a:spcAft>
              <a:buNone/>
            </a:pPr>
            <a:r>
              <a:rPr b="1" i="0" lang="en-US" sz="1800" u="none" cap="none" strike="noStrike">
                <a:solidFill>
                  <a:srgbClr val="0C0C0C"/>
                </a:solidFill>
                <a:latin typeface="Roboto"/>
                <a:ea typeface="Roboto"/>
                <a:cs typeface="Roboto"/>
                <a:sym typeface="Roboto"/>
              </a:rPr>
              <a:t>Properties</a:t>
            </a:r>
            <a:endParaRPr b="1" i="0" sz="1600" u="none" cap="none" strike="noStrike">
              <a:solidFill>
                <a:srgbClr val="000000"/>
              </a:solidFill>
              <a:latin typeface="Roboto"/>
              <a:ea typeface="Roboto"/>
              <a:cs typeface="Roboto"/>
              <a:sym typeface="Roboto"/>
            </a:endParaRPr>
          </a:p>
        </p:txBody>
      </p:sp>
      <p:graphicFrame>
        <p:nvGraphicFramePr>
          <p:cNvPr id="190" name="Google Shape;190;p9"/>
          <p:cNvGraphicFramePr/>
          <p:nvPr/>
        </p:nvGraphicFramePr>
        <p:xfrm>
          <a:off x="739681" y="1959065"/>
          <a:ext cx="3000000" cy="3000000"/>
        </p:xfrm>
        <a:graphic>
          <a:graphicData uri="http://schemas.openxmlformats.org/drawingml/2006/table">
            <a:tbl>
              <a:tblPr>
                <a:noFill/>
                <a:tableStyleId>{00AD5841-012E-4942-8C47-C39BE2EA15CC}</a:tableStyleId>
              </a:tblPr>
              <a:tblGrid>
                <a:gridCol w="1571500"/>
                <a:gridCol w="5132525"/>
                <a:gridCol w="4570125"/>
              </a:tblGrid>
              <a:tr h="589925">
                <a:tc>
                  <a:txBody>
                    <a:bodyPr/>
                    <a:lstStyle/>
                    <a:p>
                      <a:pPr indent="0" lvl="0" marL="0" marR="0" rtl="0" algn="l">
                        <a:lnSpc>
                          <a:spcPct val="100000"/>
                        </a:lnSpc>
                        <a:spcBef>
                          <a:spcPts val="0"/>
                        </a:spcBef>
                        <a:spcAft>
                          <a:spcPts val="0"/>
                        </a:spcAft>
                        <a:buClr>
                          <a:srgbClr val="000000"/>
                        </a:buClr>
                        <a:buSzPts val="1600"/>
                        <a:buFont typeface="Arial"/>
                        <a:buNone/>
                      </a:pPr>
                      <a:r>
                        <a:t/>
                      </a:r>
                      <a:endParaRPr sz="1600" u="none" cap="none" strike="noStrike">
                        <a:latin typeface="Roboto"/>
                        <a:ea typeface="Roboto"/>
                        <a:cs typeface="Roboto"/>
                        <a:sym typeface="Roboto"/>
                      </a:endParaRPr>
                    </a:p>
                  </a:txBody>
                  <a:tcPr marT="60975" marB="60975" marR="121925" marL="1219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latin typeface="Roboto"/>
                          <a:ea typeface="Roboto"/>
                          <a:cs typeface="Roboto"/>
                          <a:sym typeface="Roboto"/>
                        </a:rPr>
                        <a:t>Criteria of 'n'</a:t>
                      </a:r>
                      <a:endParaRPr sz="1600" u="none" cap="none" strike="noStrike">
                        <a:latin typeface="Roboto"/>
                        <a:ea typeface="Roboto"/>
                        <a:cs typeface="Roboto"/>
                        <a:sym typeface="Roboto"/>
                      </a:endParaRPr>
                    </a:p>
                  </a:txBody>
                  <a:tcPr marT="60975" marB="60975" marR="121925" marL="121925">
                    <a:lnL cap="flat" cmpd="sng" w="9525">
                      <a:solidFill>
                        <a:schemeClr val="dk1"/>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212529"/>
                          </a:solidFill>
                          <a:latin typeface="Roboto"/>
                          <a:ea typeface="Roboto"/>
                          <a:cs typeface="Roboto"/>
                          <a:sym typeface="Roboto"/>
                        </a:rPr>
                        <a:t>Formula</a:t>
                      </a:r>
                      <a:endParaRPr sz="1600" u="none" cap="none" strike="noStrike">
                        <a:latin typeface="Roboto"/>
                        <a:ea typeface="Roboto"/>
                        <a:cs typeface="Roboto"/>
                        <a:sym typeface="Roboto"/>
                      </a:endParaRPr>
                    </a:p>
                  </a:txBody>
                  <a:tcPr marT="60975" marB="60975" marR="121925" marL="1219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607125">
                <a:tc>
                  <a:txBody>
                    <a:bodyPr/>
                    <a:lstStyle/>
                    <a:p>
                      <a:pPr indent="0" lvl="0" marL="0" marR="0" rtl="0" algn="l">
                        <a:lnSpc>
                          <a:spcPct val="100000"/>
                        </a:lnSpc>
                        <a:spcBef>
                          <a:spcPts val="0"/>
                        </a:spcBef>
                        <a:spcAft>
                          <a:spcPts val="0"/>
                        </a:spcAft>
                        <a:buClr>
                          <a:srgbClr val="000000"/>
                        </a:buClr>
                        <a:buSzPts val="1600"/>
                        <a:buFont typeface="Arial"/>
                        <a:buNone/>
                      </a:pPr>
                      <a:r>
                        <a:t/>
                      </a:r>
                      <a:endParaRPr sz="1600" u="none" cap="none" strike="noStrike">
                        <a:latin typeface="Roboto"/>
                        <a:ea typeface="Roboto"/>
                        <a:cs typeface="Roboto"/>
                        <a:sym typeface="Roboto"/>
                      </a:endParaRPr>
                    </a:p>
                  </a:txBody>
                  <a:tcPr marT="60975" marB="60975" marR="121925" marL="1219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600"/>
                        <a:buFont typeface="Arial"/>
                        <a:buNone/>
                      </a:pPr>
                      <a:r>
                        <a:rPr lang="en-US" sz="1600" u="none" cap="none" strike="noStrike">
                          <a:latin typeface="Roboto"/>
                          <a:ea typeface="Roboto"/>
                          <a:cs typeface="Roboto"/>
                          <a:sym typeface="Roboto"/>
                        </a:rPr>
                        <a:t>'n' is prime.</a:t>
                      </a:r>
                      <a:endParaRPr sz="1600" u="none" cap="none" strike="noStrike">
                        <a:latin typeface="Roboto"/>
                        <a:ea typeface="Roboto"/>
                        <a:cs typeface="Roboto"/>
                        <a:sym typeface="Roboto"/>
                      </a:endParaRPr>
                    </a:p>
                  </a:txBody>
                  <a:tcPr marT="60975" marB="60975" marR="121925" marL="121925">
                    <a:lnL cap="flat" cmpd="sng" w="9525">
                      <a:solidFill>
                        <a:schemeClr val="dk1"/>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600"/>
                        <a:buFont typeface="Arial"/>
                        <a:buNone/>
                      </a:pPr>
                      <a:r>
                        <a:rPr lang="en-US" sz="1600" u="none" cap="none" strike="noStrike">
                          <a:latin typeface="Roboto"/>
                          <a:ea typeface="Roboto"/>
                          <a:cs typeface="Roboto"/>
                          <a:sym typeface="Roboto"/>
                        </a:rPr>
                        <a:t>Φ</a:t>
                      </a:r>
                      <a:r>
                        <a:rPr b="0" i="0" lang="en-US" sz="1600" u="none" cap="none" strike="noStrike">
                          <a:solidFill>
                            <a:srgbClr val="212529"/>
                          </a:solidFill>
                          <a:latin typeface="Roboto"/>
                          <a:ea typeface="Roboto"/>
                          <a:cs typeface="Roboto"/>
                          <a:sym typeface="Roboto"/>
                        </a:rPr>
                        <a:t>(n) = (n-1)</a:t>
                      </a:r>
                      <a:endParaRPr sz="1600" u="none" cap="none" strike="noStrike">
                        <a:latin typeface="Roboto"/>
                        <a:ea typeface="Roboto"/>
                        <a:cs typeface="Roboto"/>
                        <a:sym typeface="Roboto"/>
                      </a:endParaRPr>
                    </a:p>
                  </a:txBody>
                  <a:tcPr marT="60975" marB="60975" marR="121925" marL="1219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083500">
                <a:tc>
                  <a:txBody>
                    <a:bodyPr/>
                    <a:lstStyle/>
                    <a:p>
                      <a:pPr indent="0" lvl="0" marL="0" marR="0" rtl="0" algn="l">
                        <a:lnSpc>
                          <a:spcPct val="100000"/>
                        </a:lnSpc>
                        <a:spcBef>
                          <a:spcPts val="0"/>
                        </a:spcBef>
                        <a:spcAft>
                          <a:spcPts val="0"/>
                        </a:spcAft>
                        <a:buClr>
                          <a:srgbClr val="000000"/>
                        </a:buClr>
                        <a:buSzPts val="1600"/>
                        <a:buFont typeface="Arial"/>
                        <a:buNone/>
                      </a:pPr>
                      <a:r>
                        <a:rPr lang="en-US" sz="1600" u="none" cap="none" strike="noStrike">
                          <a:latin typeface="Roboto"/>
                          <a:ea typeface="Roboto"/>
                          <a:cs typeface="Roboto"/>
                          <a:sym typeface="Roboto"/>
                        </a:rPr>
                        <a:t>Φ(n) </a:t>
                      </a:r>
                      <a:endParaRPr sz="1600" u="none" cap="none" strike="noStrike">
                        <a:latin typeface="Roboto"/>
                        <a:ea typeface="Roboto"/>
                        <a:cs typeface="Roboto"/>
                        <a:sym typeface="Roboto"/>
                      </a:endParaRPr>
                    </a:p>
                    <a:p>
                      <a:pPr indent="0" lvl="0" marL="0" marR="0" rtl="0" algn="l">
                        <a:lnSpc>
                          <a:spcPct val="100000"/>
                        </a:lnSpc>
                        <a:spcBef>
                          <a:spcPts val="0"/>
                        </a:spcBef>
                        <a:spcAft>
                          <a:spcPts val="0"/>
                        </a:spcAft>
                        <a:buClr>
                          <a:srgbClr val="000000"/>
                        </a:buClr>
                        <a:buSzPts val="1600"/>
                        <a:buFont typeface="Arial"/>
                        <a:buNone/>
                      </a:pPr>
                      <a:r>
                        <a:t/>
                      </a:r>
                      <a:endParaRPr sz="1600" u="none" cap="none" strike="noStrike">
                        <a:latin typeface="Roboto"/>
                        <a:ea typeface="Roboto"/>
                        <a:cs typeface="Roboto"/>
                        <a:sym typeface="Roboto"/>
                      </a:endParaRPr>
                    </a:p>
                  </a:txBody>
                  <a:tcPr marT="60975" marB="60975" marR="121925" marL="1219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600"/>
                        <a:buFont typeface="Arial"/>
                        <a:buNone/>
                      </a:pPr>
                      <a:r>
                        <a:rPr lang="en-US" sz="1600" u="none" cap="none" strike="noStrike">
                          <a:latin typeface="Roboto"/>
                          <a:ea typeface="Roboto"/>
                          <a:cs typeface="Roboto"/>
                          <a:sym typeface="Roboto"/>
                        </a:rPr>
                        <a:t> n = p x q</a:t>
                      </a:r>
                      <a:endParaRPr sz="1600" u="none" cap="none" strike="noStrike">
                        <a:latin typeface="Roboto"/>
                        <a:ea typeface="Roboto"/>
                        <a:cs typeface="Roboto"/>
                        <a:sym typeface="Roboto"/>
                      </a:endParaRPr>
                    </a:p>
                    <a:p>
                      <a:pPr indent="0" lvl="0" marL="0" marR="0" rtl="0" algn="l">
                        <a:lnSpc>
                          <a:spcPct val="100000"/>
                        </a:lnSpc>
                        <a:spcBef>
                          <a:spcPts val="0"/>
                        </a:spcBef>
                        <a:spcAft>
                          <a:spcPts val="0"/>
                        </a:spcAft>
                        <a:buClr>
                          <a:srgbClr val="000000"/>
                        </a:buClr>
                        <a:buSzPts val="1600"/>
                        <a:buFont typeface="Arial"/>
                        <a:buNone/>
                      </a:pPr>
                      <a:r>
                        <a:rPr lang="en-US" sz="1600" u="none" cap="none" strike="noStrike">
                          <a:latin typeface="Roboto"/>
                          <a:ea typeface="Roboto"/>
                          <a:cs typeface="Roboto"/>
                          <a:sym typeface="Roboto"/>
                        </a:rPr>
                        <a:t>'p' and 'q' are primes.</a:t>
                      </a:r>
                      <a:endParaRPr sz="1600" u="none" cap="none" strike="noStrike">
                        <a:latin typeface="Roboto"/>
                        <a:ea typeface="Roboto"/>
                        <a:cs typeface="Roboto"/>
                        <a:sym typeface="Roboto"/>
                      </a:endParaRPr>
                    </a:p>
                  </a:txBody>
                  <a:tcPr marT="60975" marB="60975" marR="121925" marL="121925">
                    <a:lnL cap="flat" cmpd="sng" w="9525">
                      <a:solidFill>
                        <a:schemeClr val="dk1"/>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600"/>
                        <a:buFont typeface="Arial"/>
                        <a:buNone/>
                      </a:pPr>
                      <a:r>
                        <a:rPr lang="en-US" sz="1600" u="none" cap="none" strike="noStrike">
                          <a:latin typeface="Roboto"/>
                          <a:ea typeface="Roboto"/>
                          <a:cs typeface="Roboto"/>
                          <a:sym typeface="Roboto"/>
                        </a:rPr>
                        <a:t>Φ</a:t>
                      </a:r>
                      <a:r>
                        <a:rPr b="0" i="0" lang="en-US" sz="1600" u="none" cap="none" strike="noStrike">
                          <a:solidFill>
                            <a:srgbClr val="212529"/>
                          </a:solidFill>
                          <a:latin typeface="Roboto"/>
                          <a:ea typeface="Roboto"/>
                          <a:cs typeface="Roboto"/>
                          <a:sym typeface="Roboto"/>
                        </a:rPr>
                        <a:t>(n) = (p-1) × (q-1) </a:t>
                      </a:r>
                      <a:endParaRPr sz="1600" u="none" cap="none" strike="noStrike">
                        <a:latin typeface="Roboto"/>
                        <a:ea typeface="Roboto"/>
                        <a:cs typeface="Roboto"/>
                        <a:sym typeface="Roboto"/>
                      </a:endParaRPr>
                    </a:p>
                  </a:txBody>
                  <a:tcPr marT="60975" marB="60975" marR="121925" marL="1219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632425">
                <a:tc>
                  <a:txBody>
                    <a:bodyPr/>
                    <a:lstStyle/>
                    <a:p>
                      <a:pPr indent="0" lvl="0" marL="0" marR="0" rtl="0" algn="l">
                        <a:lnSpc>
                          <a:spcPct val="100000"/>
                        </a:lnSpc>
                        <a:spcBef>
                          <a:spcPts val="0"/>
                        </a:spcBef>
                        <a:spcAft>
                          <a:spcPts val="0"/>
                        </a:spcAft>
                        <a:buClr>
                          <a:srgbClr val="000000"/>
                        </a:buClr>
                        <a:buSzPts val="1600"/>
                        <a:buFont typeface="Arial"/>
                        <a:buNone/>
                      </a:pPr>
                      <a:r>
                        <a:t/>
                      </a:r>
                      <a:endParaRPr sz="1600" u="none" cap="none" strike="noStrike">
                        <a:latin typeface="Roboto"/>
                        <a:ea typeface="Roboto"/>
                        <a:cs typeface="Roboto"/>
                        <a:sym typeface="Roboto"/>
                      </a:endParaRPr>
                    </a:p>
                  </a:txBody>
                  <a:tcPr marT="60975" marB="60975" marR="121925" marL="1219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600"/>
                        <a:buFont typeface="Arial"/>
                        <a:buNone/>
                      </a:pPr>
                      <a:r>
                        <a:rPr lang="en-US" sz="1600" u="none" cap="none" strike="noStrike">
                          <a:latin typeface="Roboto"/>
                          <a:ea typeface="Roboto"/>
                          <a:cs typeface="Roboto"/>
                          <a:sym typeface="Roboto"/>
                        </a:rPr>
                        <a:t>n = a x b.</a:t>
                      </a:r>
                      <a:endParaRPr sz="1600" u="none" cap="none" strike="noStrike">
                        <a:latin typeface="Roboto"/>
                        <a:ea typeface="Roboto"/>
                        <a:cs typeface="Roboto"/>
                        <a:sym typeface="Roboto"/>
                      </a:endParaRPr>
                    </a:p>
                    <a:p>
                      <a:pPr indent="0" lvl="0" marL="0" marR="0" rtl="0" algn="l">
                        <a:lnSpc>
                          <a:spcPct val="100000"/>
                        </a:lnSpc>
                        <a:spcBef>
                          <a:spcPts val="800"/>
                        </a:spcBef>
                        <a:spcAft>
                          <a:spcPts val="0"/>
                        </a:spcAft>
                        <a:buClr>
                          <a:srgbClr val="000000"/>
                        </a:buClr>
                        <a:buSzPts val="1600"/>
                        <a:buFont typeface="Arial"/>
                        <a:buNone/>
                      </a:pPr>
                      <a:r>
                        <a:rPr lang="en-US" sz="1600" u="none" cap="none" strike="noStrike">
                          <a:latin typeface="Roboto"/>
                          <a:ea typeface="Roboto"/>
                          <a:cs typeface="Roboto"/>
                          <a:sym typeface="Roboto"/>
                        </a:rPr>
                        <a:t>Either 'a' or 'b’ is composite.</a:t>
                      </a:r>
                      <a:endParaRPr sz="1600" u="none" cap="none" strike="noStrike">
                        <a:latin typeface="Roboto"/>
                        <a:ea typeface="Roboto"/>
                        <a:cs typeface="Roboto"/>
                        <a:sym typeface="Roboto"/>
                      </a:endParaRPr>
                    </a:p>
                    <a:p>
                      <a:pPr indent="0" lvl="0" marL="0" marR="0" rtl="0" algn="l">
                        <a:lnSpc>
                          <a:spcPct val="100000"/>
                        </a:lnSpc>
                        <a:spcBef>
                          <a:spcPts val="800"/>
                        </a:spcBef>
                        <a:spcAft>
                          <a:spcPts val="0"/>
                        </a:spcAft>
                        <a:buClr>
                          <a:srgbClr val="000000"/>
                        </a:buClr>
                        <a:buSzPts val="1600"/>
                        <a:buFont typeface="Arial"/>
                        <a:buNone/>
                      </a:pPr>
                      <a:r>
                        <a:rPr lang="en-US" sz="1600" u="none" cap="none" strike="noStrike">
                          <a:latin typeface="Roboto"/>
                          <a:ea typeface="Roboto"/>
                          <a:cs typeface="Roboto"/>
                          <a:sym typeface="Roboto"/>
                        </a:rPr>
                        <a:t>Both 'a' and 'b' are composite.</a:t>
                      </a:r>
                      <a:endParaRPr sz="1600" u="none" cap="none" strike="noStrike">
                        <a:latin typeface="Roboto"/>
                        <a:ea typeface="Roboto"/>
                        <a:cs typeface="Roboto"/>
                        <a:sym typeface="Roboto"/>
                      </a:endParaRPr>
                    </a:p>
                  </a:txBody>
                  <a:tcPr marT="60975" marB="60975" marR="121925" marL="121925">
                    <a:lnL cap="flat" cmpd="sng" w="9525">
                      <a:solidFill>
                        <a:schemeClr val="dk1"/>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600" u="none" cap="none" strike="noStrike">
                        <a:latin typeface="Roboto"/>
                        <a:ea typeface="Roboto"/>
                        <a:cs typeface="Roboto"/>
                        <a:sym typeface="Roboto"/>
                      </a:endParaRPr>
                    </a:p>
                  </a:txBody>
                  <a:tcPr marT="60975" marB="60975" marR="121925" marL="1219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pic>
        <p:nvPicPr>
          <p:cNvPr id="191" name="Google Shape;191;p9"/>
          <p:cNvPicPr preferRelativeResize="0"/>
          <p:nvPr/>
        </p:nvPicPr>
        <p:blipFill rotWithShape="1">
          <a:blip r:embed="rId3">
            <a:alphaModFix/>
          </a:blip>
          <a:srcRect b="0" l="0" r="0" t="0"/>
          <a:stretch/>
        </p:blipFill>
        <p:spPr>
          <a:xfrm>
            <a:off x="7565133" y="4615167"/>
            <a:ext cx="3735067" cy="850567"/>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10"/>
          <p:cNvSpPr/>
          <p:nvPr/>
        </p:nvSpPr>
        <p:spPr>
          <a:xfrm>
            <a:off x="740160" y="1221120"/>
            <a:ext cx="10059840" cy="1107941"/>
          </a:xfrm>
          <a:prstGeom prst="rect">
            <a:avLst/>
          </a:prstGeom>
          <a:noFill/>
          <a:ln>
            <a:noFill/>
          </a:ln>
        </p:spPr>
        <p:txBody>
          <a:bodyPr anchorCtr="0" anchor="t" bIns="60925" lIns="121900" spcFirstLastPara="1" rIns="121900" wrap="square" tIns="60925">
            <a:spAutoFit/>
          </a:bodyPr>
          <a:lstStyle/>
          <a:p>
            <a:pPr indent="0" lvl="0" marL="0" marR="0" rtl="0" algn="l">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spcBef>
                <a:spcPts val="0"/>
              </a:spcBef>
              <a:spcAft>
                <a:spcPts val="0"/>
              </a:spcAft>
              <a:buNone/>
            </a:pPr>
            <a:r>
              <a:t/>
            </a:r>
            <a:endParaRPr b="0" i="0" sz="1600" u="none" cap="none" strike="noStrike">
              <a:solidFill>
                <a:srgbClr val="000000"/>
              </a:solidFill>
              <a:latin typeface="Roboto"/>
              <a:ea typeface="Roboto"/>
              <a:cs typeface="Roboto"/>
              <a:sym typeface="Roboto"/>
            </a:endParaRPr>
          </a:p>
        </p:txBody>
      </p:sp>
      <p:sp>
        <p:nvSpPr>
          <p:cNvPr id="197" name="Google Shape;197;p10"/>
          <p:cNvSpPr/>
          <p:nvPr/>
        </p:nvSpPr>
        <p:spPr>
          <a:xfrm>
            <a:off x="740160" y="1221120"/>
            <a:ext cx="10059840" cy="1107941"/>
          </a:xfrm>
          <a:prstGeom prst="rect">
            <a:avLst/>
          </a:prstGeom>
          <a:noFill/>
          <a:ln>
            <a:noFill/>
          </a:ln>
        </p:spPr>
        <p:txBody>
          <a:bodyPr anchorCtr="0" anchor="t" bIns="60925" lIns="121900" spcFirstLastPara="1" rIns="121900" wrap="square" tIns="60925">
            <a:spAutoFit/>
          </a:bodyPr>
          <a:lstStyle/>
          <a:p>
            <a:pPr indent="0" lvl="0" marL="0" marR="0" rtl="0" algn="l">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spcBef>
                <a:spcPts val="0"/>
              </a:spcBef>
              <a:spcAft>
                <a:spcPts val="0"/>
              </a:spcAft>
              <a:buNone/>
            </a:pPr>
            <a:r>
              <a:t/>
            </a:r>
            <a:endParaRPr b="0" i="0" sz="1600" u="none" cap="none" strike="noStrike">
              <a:solidFill>
                <a:srgbClr val="000000"/>
              </a:solidFill>
              <a:latin typeface="Roboto"/>
              <a:ea typeface="Roboto"/>
              <a:cs typeface="Roboto"/>
              <a:sym typeface="Roboto"/>
            </a:endParaRPr>
          </a:p>
        </p:txBody>
      </p:sp>
      <p:sp>
        <p:nvSpPr>
          <p:cNvPr id="198" name="Google Shape;198;p10"/>
          <p:cNvSpPr txBox="1"/>
          <p:nvPr/>
        </p:nvSpPr>
        <p:spPr>
          <a:xfrm>
            <a:off x="563213" y="1097384"/>
            <a:ext cx="10326424" cy="451287"/>
          </a:xfrm>
          <a:prstGeom prst="rect">
            <a:avLst/>
          </a:prstGeom>
          <a:noFill/>
          <a:ln>
            <a:noFill/>
          </a:ln>
        </p:spPr>
        <p:txBody>
          <a:bodyPr anchorCtr="0" anchor="t" bIns="60925" lIns="121900" spcFirstLastPara="1" rIns="121900" wrap="square" tIns="60925">
            <a:spAutoFit/>
          </a:bodyPr>
          <a:lstStyle/>
          <a:p>
            <a:pPr indent="0" lvl="0" marL="0" marR="0" rtl="0" algn="l">
              <a:spcBef>
                <a:spcPts val="0"/>
              </a:spcBef>
              <a:spcAft>
                <a:spcPts val="0"/>
              </a:spcAft>
              <a:buNone/>
            </a:pPr>
            <a:r>
              <a:rPr b="1" i="0" lang="en-US" sz="2133" u="none" cap="none" strike="noStrike">
                <a:solidFill>
                  <a:srgbClr val="0C0C0C"/>
                </a:solidFill>
                <a:latin typeface="Roboto"/>
                <a:ea typeface="Roboto"/>
                <a:cs typeface="Roboto"/>
                <a:sym typeface="Roboto"/>
              </a:rPr>
              <a:t>Property 1</a:t>
            </a:r>
            <a:endParaRPr b="1" i="0" sz="1867" u="none" cap="none" strike="noStrike">
              <a:solidFill>
                <a:srgbClr val="000000"/>
              </a:solidFill>
              <a:latin typeface="Roboto"/>
              <a:ea typeface="Roboto"/>
              <a:cs typeface="Roboto"/>
              <a:sym typeface="Roboto"/>
            </a:endParaRPr>
          </a:p>
        </p:txBody>
      </p:sp>
      <p:graphicFrame>
        <p:nvGraphicFramePr>
          <p:cNvPr id="199" name="Google Shape;199;p10"/>
          <p:cNvGraphicFramePr/>
          <p:nvPr/>
        </p:nvGraphicFramePr>
        <p:xfrm>
          <a:off x="458935" y="1705874"/>
          <a:ext cx="3000000" cy="3000000"/>
        </p:xfrm>
        <a:graphic>
          <a:graphicData uri="http://schemas.openxmlformats.org/drawingml/2006/table">
            <a:tbl>
              <a:tblPr>
                <a:noFill/>
                <a:tableStyleId>{00AD5841-012E-4942-8C47-C39BE2EA15CC}</a:tableStyleId>
              </a:tblPr>
              <a:tblGrid>
                <a:gridCol w="1408000"/>
                <a:gridCol w="5296025"/>
                <a:gridCol w="4570125"/>
              </a:tblGrid>
              <a:tr h="447050">
                <a:tc>
                  <a:txBody>
                    <a:bodyPr/>
                    <a:lstStyle/>
                    <a:p>
                      <a:pPr indent="0" lvl="0" marL="0" marR="0" rtl="0" algn="l">
                        <a:lnSpc>
                          <a:spcPct val="100000"/>
                        </a:lnSpc>
                        <a:spcBef>
                          <a:spcPts val="0"/>
                        </a:spcBef>
                        <a:spcAft>
                          <a:spcPts val="0"/>
                        </a:spcAft>
                        <a:buClr>
                          <a:srgbClr val="000000"/>
                        </a:buClr>
                        <a:buSzPts val="1600"/>
                        <a:buFont typeface="Arial"/>
                        <a:buNone/>
                      </a:pPr>
                      <a:r>
                        <a:t/>
                      </a:r>
                      <a:endParaRPr sz="2100" u="none" cap="none" strike="noStrike">
                        <a:latin typeface="Roboto"/>
                        <a:ea typeface="Roboto"/>
                        <a:cs typeface="Roboto"/>
                        <a:sym typeface="Roboto"/>
                      </a:endParaRPr>
                    </a:p>
                  </a:txBody>
                  <a:tcPr marT="60975" marB="60975" marR="121925" marL="1219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lang="en-US" sz="2100" u="none" cap="none" strike="noStrike">
                          <a:latin typeface="Roboto"/>
                          <a:ea typeface="Roboto"/>
                          <a:cs typeface="Roboto"/>
                          <a:sym typeface="Roboto"/>
                        </a:rPr>
                        <a:t>Criteria of 'n'</a:t>
                      </a:r>
                      <a:endParaRPr sz="2100" u="none" cap="none" strike="noStrike">
                        <a:latin typeface="Roboto"/>
                        <a:ea typeface="Roboto"/>
                        <a:cs typeface="Roboto"/>
                        <a:sym typeface="Roboto"/>
                      </a:endParaRPr>
                    </a:p>
                  </a:txBody>
                  <a:tcPr marT="60975" marB="60975" marR="121925" marL="121925">
                    <a:lnL cap="flat" cmpd="sng" w="19050">
                      <a:solidFill>
                        <a:schemeClr val="dk1"/>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b="0" i="0" lang="en-US" sz="2100" u="none" cap="none" strike="noStrike">
                          <a:solidFill>
                            <a:srgbClr val="212529"/>
                          </a:solidFill>
                          <a:latin typeface="Roboto"/>
                          <a:ea typeface="Roboto"/>
                          <a:cs typeface="Roboto"/>
                          <a:sym typeface="Roboto"/>
                        </a:rPr>
                        <a:t>Formula</a:t>
                      </a:r>
                      <a:endParaRPr sz="2100" u="none" cap="none" strike="noStrike">
                        <a:latin typeface="Roboto"/>
                        <a:ea typeface="Roboto"/>
                        <a:cs typeface="Roboto"/>
                        <a:sym typeface="Roboto"/>
                      </a:endParaRPr>
                    </a:p>
                  </a:txBody>
                  <a:tcPr marT="60975" marB="60975" marR="121925" marL="1219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533375">
                <a:tc>
                  <a:txBody>
                    <a:bodyPr/>
                    <a:lstStyle/>
                    <a:p>
                      <a:pPr indent="0" lvl="0" marL="0" marR="0" rtl="0" algn="l">
                        <a:lnSpc>
                          <a:spcPct val="100000"/>
                        </a:lnSpc>
                        <a:spcBef>
                          <a:spcPts val="0"/>
                        </a:spcBef>
                        <a:spcAft>
                          <a:spcPts val="0"/>
                        </a:spcAft>
                        <a:buClr>
                          <a:srgbClr val="000000"/>
                        </a:buClr>
                        <a:buSzPts val="1600"/>
                        <a:buFont typeface="Arial"/>
                        <a:buNone/>
                      </a:pPr>
                      <a:r>
                        <a:t/>
                      </a:r>
                      <a:endParaRPr sz="2100" u="none" cap="none" strike="noStrike">
                        <a:latin typeface="Roboto"/>
                        <a:ea typeface="Roboto"/>
                        <a:cs typeface="Roboto"/>
                        <a:sym typeface="Roboto"/>
                      </a:endParaRPr>
                    </a:p>
                  </a:txBody>
                  <a:tcPr marT="60975" marB="60975" marR="121925" marL="1219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600"/>
                        <a:buFont typeface="Arial"/>
                        <a:buNone/>
                      </a:pPr>
                      <a:r>
                        <a:rPr lang="en-US" sz="2100" u="none" cap="none" strike="noStrike">
                          <a:latin typeface="Roboto"/>
                          <a:ea typeface="Roboto"/>
                          <a:cs typeface="Roboto"/>
                          <a:sym typeface="Roboto"/>
                        </a:rPr>
                        <a:t>'n' is prime.</a:t>
                      </a:r>
                      <a:endParaRPr sz="1900" u="none" cap="none" strike="noStrike">
                        <a:latin typeface="Roboto"/>
                        <a:ea typeface="Roboto"/>
                        <a:cs typeface="Roboto"/>
                        <a:sym typeface="Roboto"/>
                      </a:endParaRPr>
                    </a:p>
                  </a:txBody>
                  <a:tcPr marT="60975" marB="60975" marR="121925" marL="121925">
                    <a:lnL cap="flat" cmpd="sng" w="19050">
                      <a:solidFill>
                        <a:schemeClr val="dk1"/>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600"/>
                        <a:buFont typeface="Arial"/>
                        <a:buNone/>
                      </a:pPr>
                      <a:r>
                        <a:rPr lang="en-US" sz="2100" u="none" cap="none" strike="noStrike">
                          <a:latin typeface="Roboto"/>
                          <a:ea typeface="Roboto"/>
                          <a:cs typeface="Roboto"/>
                          <a:sym typeface="Roboto"/>
                        </a:rPr>
                        <a:t>Φ</a:t>
                      </a:r>
                      <a:r>
                        <a:rPr b="0" i="0" lang="en-US" sz="2100" u="none" cap="none" strike="noStrike">
                          <a:solidFill>
                            <a:srgbClr val="212529"/>
                          </a:solidFill>
                          <a:latin typeface="Roboto"/>
                          <a:ea typeface="Roboto"/>
                          <a:cs typeface="Roboto"/>
                          <a:sym typeface="Roboto"/>
                        </a:rPr>
                        <a:t>(n) = (n-1)</a:t>
                      </a:r>
                      <a:endParaRPr sz="2100" u="none" cap="none" strike="noStrike">
                        <a:latin typeface="Roboto"/>
                        <a:ea typeface="Roboto"/>
                        <a:cs typeface="Roboto"/>
                        <a:sym typeface="Roboto"/>
                      </a:endParaRPr>
                    </a:p>
                  </a:txBody>
                  <a:tcPr marT="60975" marB="60975" marR="121925" marL="1219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sp>
        <p:nvSpPr>
          <p:cNvPr id="200" name="Google Shape;200;p10"/>
          <p:cNvSpPr txBox="1"/>
          <p:nvPr/>
        </p:nvSpPr>
        <p:spPr>
          <a:xfrm>
            <a:off x="563213" y="1742549"/>
            <a:ext cx="1481600" cy="410379"/>
          </a:xfrm>
          <a:prstGeom prst="rect">
            <a:avLst/>
          </a:prstGeom>
          <a:noFill/>
          <a:ln>
            <a:noFill/>
          </a:ln>
        </p:spPr>
        <p:txBody>
          <a:bodyPr anchorCtr="0" anchor="t" bIns="60925" lIns="121900" spcFirstLastPara="1" rIns="121900" wrap="square" tIns="60925">
            <a:spAutoFit/>
          </a:bodyPr>
          <a:lstStyle/>
          <a:p>
            <a:pPr indent="0" lvl="0" marL="0" marR="0" rtl="0" algn="l">
              <a:spcBef>
                <a:spcPts val="0"/>
              </a:spcBef>
              <a:spcAft>
                <a:spcPts val="0"/>
              </a:spcAft>
              <a:buNone/>
            </a:pPr>
            <a:r>
              <a:rPr b="0" i="0" lang="en-US" sz="1867" u="none" cap="none" strike="noStrike">
                <a:solidFill>
                  <a:srgbClr val="000000"/>
                </a:solidFill>
                <a:latin typeface="Roboto"/>
                <a:ea typeface="Roboto"/>
                <a:cs typeface="Roboto"/>
                <a:sym typeface="Roboto"/>
              </a:rPr>
              <a:t>Φ(n) </a:t>
            </a:r>
            <a:endParaRPr b="0" i="0" sz="1867" u="none" cap="none" strike="noStrike">
              <a:solidFill>
                <a:srgbClr val="000000"/>
              </a:solidFill>
              <a:latin typeface="Roboto"/>
              <a:ea typeface="Roboto"/>
              <a:cs typeface="Roboto"/>
              <a:sym typeface="Roboto"/>
            </a:endParaRPr>
          </a:p>
        </p:txBody>
      </p:sp>
      <p:sp>
        <p:nvSpPr>
          <p:cNvPr id="201" name="Google Shape;201;p10"/>
          <p:cNvSpPr txBox="1"/>
          <p:nvPr/>
        </p:nvSpPr>
        <p:spPr>
          <a:xfrm>
            <a:off x="1003529" y="2843497"/>
            <a:ext cx="10729572" cy="3447043"/>
          </a:xfrm>
          <a:prstGeom prst="rect">
            <a:avLst/>
          </a:prstGeom>
          <a:noFill/>
          <a:ln>
            <a:noFill/>
          </a:ln>
        </p:spPr>
        <p:txBody>
          <a:bodyPr anchorCtr="0" anchor="t" bIns="60925" lIns="121900" spcFirstLastPara="1" rIns="121900" wrap="square" tIns="60925">
            <a:spAutoFit/>
          </a:bodyPr>
          <a:lstStyle/>
          <a:p>
            <a:pPr indent="0" lvl="0" marL="0" marR="0" rtl="0" algn="l">
              <a:lnSpc>
                <a:spcPct val="150000"/>
              </a:lnSpc>
              <a:spcBef>
                <a:spcPts val="0"/>
              </a:spcBef>
              <a:spcAft>
                <a:spcPts val="0"/>
              </a:spcAft>
              <a:buNone/>
            </a:pPr>
            <a:r>
              <a:rPr b="0" i="0" lang="en-US" sz="1600" u="none" cap="none" strike="noStrike">
                <a:solidFill>
                  <a:srgbClr val="000000"/>
                </a:solidFill>
                <a:latin typeface="Roboto"/>
                <a:ea typeface="Roboto"/>
                <a:cs typeface="Roboto"/>
                <a:sym typeface="Roboto"/>
              </a:rPr>
              <a:t>Proof</a:t>
            </a:r>
            <a:endParaRPr b="0" i="0" sz="16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None/>
            </a:pPr>
            <a:r>
              <a:rPr b="0" i="0" lang="en-US" sz="1600" u="none" cap="none" strike="noStrike">
                <a:solidFill>
                  <a:srgbClr val="000000"/>
                </a:solidFill>
                <a:latin typeface="Roboto"/>
                <a:ea typeface="Roboto"/>
                <a:cs typeface="Roboto"/>
                <a:sym typeface="Roboto"/>
              </a:rPr>
              <a:t>Find Φ(7)</a:t>
            </a:r>
            <a:endParaRPr b="0" i="0" sz="16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None/>
            </a:pPr>
            <a:r>
              <a:rPr b="0" i="0" lang="en-US" sz="1600" u="none" cap="none" strike="noStrike">
                <a:solidFill>
                  <a:srgbClr val="000000"/>
                </a:solidFill>
                <a:latin typeface="Roboto"/>
                <a:ea typeface="Roboto"/>
                <a:cs typeface="Roboto"/>
                <a:sym typeface="Roboto"/>
              </a:rPr>
              <a:t>Here n=7</a:t>
            </a:r>
            <a:endParaRPr b="0" i="0" sz="16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None/>
            </a:pPr>
            <a:r>
              <a:rPr b="0" i="0" lang="en-US" sz="1600" u="none" cap="none" strike="noStrike">
                <a:solidFill>
                  <a:srgbClr val="000000"/>
                </a:solidFill>
                <a:latin typeface="Roboto"/>
                <a:ea typeface="Roboto"/>
                <a:cs typeface="Roboto"/>
                <a:sym typeface="Roboto"/>
              </a:rPr>
              <a:t>‘n’ is a prime number</a:t>
            </a:r>
            <a:endParaRPr b="0" i="0" sz="16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None/>
            </a:pPr>
            <a:r>
              <a:rPr b="0" i="0" lang="en-US" sz="1600" u="none" cap="none" strike="noStrike">
                <a:solidFill>
                  <a:srgbClr val="000000"/>
                </a:solidFill>
                <a:latin typeface="Roboto"/>
                <a:ea typeface="Roboto"/>
                <a:cs typeface="Roboto"/>
                <a:sym typeface="Roboto"/>
              </a:rPr>
              <a:t>Φ</a:t>
            </a:r>
            <a:r>
              <a:rPr b="0" i="0" lang="en-US" sz="1600" u="none" cap="none" strike="noStrike">
                <a:solidFill>
                  <a:srgbClr val="212529"/>
                </a:solidFill>
                <a:latin typeface="Roboto"/>
                <a:ea typeface="Roboto"/>
                <a:cs typeface="Roboto"/>
                <a:sym typeface="Roboto"/>
              </a:rPr>
              <a:t>(n) = (n-1)</a:t>
            </a:r>
            <a:endParaRPr b="0" i="0" sz="16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None/>
            </a:pPr>
            <a:r>
              <a:rPr b="0" i="0" lang="en-US" sz="1600" u="none" cap="none" strike="noStrike">
                <a:solidFill>
                  <a:srgbClr val="000000"/>
                </a:solidFill>
                <a:latin typeface="Roboto"/>
                <a:ea typeface="Roboto"/>
                <a:cs typeface="Roboto"/>
                <a:sym typeface="Roboto"/>
              </a:rPr>
              <a:t>Φ</a:t>
            </a:r>
            <a:r>
              <a:rPr b="0" i="0" lang="en-US" sz="1600" u="none" cap="none" strike="noStrike">
                <a:solidFill>
                  <a:srgbClr val="212529"/>
                </a:solidFill>
                <a:latin typeface="Roboto"/>
                <a:ea typeface="Roboto"/>
                <a:cs typeface="Roboto"/>
                <a:sym typeface="Roboto"/>
              </a:rPr>
              <a:t>(7) = (7-1)</a:t>
            </a:r>
            <a:endParaRPr b="0" i="0" sz="16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None/>
            </a:pPr>
            <a:r>
              <a:rPr b="0" i="0" lang="en-US" sz="1600" u="none" cap="none" strike="noStrike">
                <a:solidFill>
                  <a:srgbClr val="000000"/>
                </a:solidFill>
                <a:latin typeface="Roboto"/>
                <a:ea typeface="Roboto"/>
                <a:cs typeface="Roboto"/>
                <a:sym typeface="Roboto"/>
              </a:rPr>
              <a:t>Φ</a:t>
            </a:r>
            <a:r>
              <a:rPr b="0" i="0" lang="en-US" sz="1600" u="none" cap="none" strike="noStrike">
                <a:solidFill>
                  <a:srgbClr val="212529"/>
                </a:solidFill>
                <a:latin typeface="Roboto"/>
                <a:ea typeface="Roboto"/>
                <a:cs typeface="Roboto"/>
                <a:sym typeface="Roboto"/>
              </a:rPr>
              <a:t>(7) = 6</a:t>
            </a:r>
            <a:endParaRPr b="0" i="0" sz="16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None/>
            </a:pPr>
            <a:r>
              <a:rPr b="0" i="0" lang="en-US" sz="1600" u="none" cap="none" strike="noStrike">
                <a:solidFill>
                  <a:schemeClr val="dk1"/>
                </a:solidFill>
                <a:latin typeface="Roboto"/>
                <a:ea typeface="Roboto"/>
                <a:cs typeface="Roboto"/>
                <a:sym typeface="Roboto"/>
              </a:rPr>
              <a:t>there are </a:t>
            </a:r>
            <a:r>
              <a:rPr b="1" i="0" lang="en-US" sz="1600" u="none" cap="none" strike="noStrike">
                <a:solidFill>
                  <a:schemeClr val="dk1"/>
                </a:solidFill>
                <a:latin typeface="Roboto"/>
                <a:ea typeface="Roboto"/>
                <a:cs typeface="Roboto"/>
                <a:sym typeface="Roboto"/>
              </a:rPr>
              <a:t>6</a:t>
            </a:r>
            <a:r>
              <a:rPr b="0" i="0" lang="en-US" sz="1600" u="none" cap="none" strike="noStrike">
                <a:solidFill>
                  <a:schemeClr val="dk1"/>
                </a:solidFill>
                <a:latin typeface="Roboto"/>
                <a:ea typeface="Roboto"/>
                <a:cs typeface="Roboto"/>
                <a:sym typeface="Roboto"/>
              </a:rPr>
              <a:t> numbers less than </a:t>
            </a:r>
            <a:r>
              <a:rPr b="1" i="0" lang="en-US" sz="1600" u="none" cap="none" strike="noStrike">
                <a:solidFill>
                  <a:schemeClr val="dk1"/>
                </a:solidFill>
                <a:latin typeface="Roboto"/>
                <a:ea typeface="Roboto"/>
                <a:cs typeface="Roboto"/>
                <a:sym typeface="Roboto"/>
              </a:rPr>
              <a:t>7</a:t>
            </a:r>
            <a:r>
              <a:rPr b="0" i="0" lang="en-US" sz="1600" u="none" cap="none" strike="noStrike">
                <a:solidFill>
                  <a:schemeClr val="dk1"/>
                </a:solidFill>
                <a:latin typeface="Roboto"/>
                <a:ea typeface="Roboto"/>
                <a:cs typeface="Roboto"/>
                <a:sym typeface="Roboto"/>
              </a:rPr>
              <a:t> that are co-prime to it</a:t>
            </a:r>
            <a:endParaRPr b="0" i="0" sz="16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None/>
            </a:pPr>
            <a:r>
              <a:rPr b="0" i="0" lang="en-US" sz="1600" u="none" cap="none" strike="noStrike">
                <a:solidFill>
                  <a:schemeClr val="dk1"/>
                </a:solidFill>
                <a:latin typeface="Roboto"/>
                <a:ea typeface="Roboto"/>
                <a:cs typeface="Roboto"/>
                <a:sym typeface="Roboto"/>
              </a:rPr>
              <a:t>Therefore </a:t>
            </a:r>
            <a:r>
              <a:rPr b="0" i="0" lang="en-US" sz="1600" u="none" cap="none" strike="noStrike">
                <a:solidFill>
                  <a:srgbClr val="0C0C0C"/>
                </a:solidFill>
                <a:latin typeface="Roboto"/>
                <a:ea typeface="Roboto"/>
                <a:cs typeface="Roboto"/>
                <a:sym typeface="Roboto"/>
              </a:rPr>
              <a:t>Փ(7)=6</a:t>
            </a:r>
            <a:endParaRPr b="0" i="0" sz="1600" u="none" cap="none" strike="noStrike">
              <a:solidFill>
                <a:schemeClr val="dk1"/>
              </a:solidFill>
              <a:latin typeface="Roboto"/>
              <a:ea typeface="Roboto"/>
              <a:cs typeface="Roboto"/>
              <a:sym typeface="Roboto"/>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11"/>
          <p:cNvSpPr/>
          <p:nvPr/>
        </p:nvSpPr>
        <p:spPr>
          <a:xfrm>
            <a:off x="740160" y="1221120"/>
            <a:ext cx="10059840" cy="1107941"/>
          </a:xfrm>
          <a:prstGeom prst="rect">
            <a:avLst/>
          </a:prstGeom>
          <a:noFill/>
          <a:ln>
            <a:noFill/>
          </a:ln>
        </p:spPr>
        <p:txBody>
          <a:bodyPr anchorCtr="0" anchor="t" bIns="60925" lIns="121900" spcFirstLastPara="1" rIns="121900" wrap="square" tIns="60925">
            <a:spAutoFit/>
          </a:bodyPr>
          <a:lstStyle/>
          <a:p>
            <a:pPr indent="0" lvl="0" marL="0" marR="0" rtl="0" algn="l">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spcBef>
                <a:spcPts val="0"/>
              </a:spcBef>
              <a:spcAft>
                <a:spcPts val="0"/>
              </a:spcAft>
              <a:buNone/>
            </a:pPr>
            <a:r>
              <a:t/>
            </a:r>
            <a:endParaRPr b="0" i="0" sz="1600" u="none" cap="none" strike="noStrike">
              <a:solidFill>
                <a:srgbClr val="000000"/>
              </a:solidFill>
              <a:latin typeface="Roboto"/>
              <a:ea typeface="Roboto"/>
              <a:cs typeface="Roboto"/>
              <a:sym typeface="Roboto"/>
            </a:endParaRPr>
          </a:p>
        </p:txBody>
      </p:sp>
      <p:sp>
        <p:nvSpPr>
          <p:cNvPr id="207" name="Google Shape;207;p11"/>
          <p:cNvSpPr/>
          <p:nvPr/>
        </p:nvSpPr>
        <p:spPr>
          <a:xfrm>
            <a:off x="740160" y="1221120"/>
            <a:ext cx="10059840" cy="1107941"/>
          </a:xfrm>
          <a:prstGeom prst="rect">
            <a:avLst/>
          </a:prstGeom>
          <a:noFill/>
          <a:ln>
            <a:noFill/>
          </a:ln>
        </p:spPr>
        <p:txBody>
          <a:bodyPr anchorCtr="0" anchor="t" bIns="60925" lIns="121900" spcFirstLastPara="1" rIns="121900" wrap="square" tIns="60925">
            <a:spAutoFit/>
          </a:bodyPr>
          <a:lstStyle/>
          <a:p>
            <a:pPr indent="0" lvl="0" marL="0" marR="0" rtl="0" algn="l">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spcBef>
                <a:spcPts val="0"/>
              </a:spcBef>
              <a:spcAft>
                <a:spcPts val="0"/>
              </a:spcAft>
              <a:buNone/>
            </a:pPr>
            <a:r>
              <a:t/>
            </a:r>
            <a:endParaRPr b="0" i="0" sz="1600" u="none" cap="none" strike="noStrike">
              <a:solidFill>
                <a:srgbClr val="000000"/>
              </a:solidFill>
              <a:latin typeface="Roboto"/>
              <a:ea typeface="Roboto"/>
              <a:cs typeface="Roboto"/>
              <a:sym typeface="Roboto"/>
            </a:endParaRPr>
          </a:p>
        </p:txBody>
      </p:sp>
      <p:sp>
        <p:nvSpPr>
          <p:cNvPr id="208" name="Google Shape;208;p11"/>
          <p:cNvSpPr txBox="1"/>
          <p:nvPr/>
        </p:nvSpPr>
        <p:spPr>
          <a:xfrm>
            <a:off x="1972012" y="2619763"/>
            <a:ext cx="8391188" cy="4185707"/>
          </a:xfrm>
          <a:prstGeom prst="rect">
            <a:avLst/>
          </a:prstGeom>
          <a:noFill/>
          <a:ln>
            <a:noFill/>
          </a:ln>
        </p:spPr>
        <p:txBody>
          <a:bodyPr anchorCtr="0" anchor="t" bIns="60925" lIns="121900" spcFirstLastPara="1" rIns="121900" wrap="square" tIns="60925">
            <a:spAutoFit/>
          </a:bodyPr>
          <a:lstStyle/>
          <a:p>
            <a:pPr indent="0" lvl="0" marL="0" marR="0" rtl="0" algn="l">
              <a:lnSpc>
                <a:spcPct val="150000"/>
              </a:lnSpc>
              <a:spcBef>
                <a:spcPts val="0"/>
              </a:spcBef>
              <a:spcAft>
                <a:spcPts val="0"/>
              </a:spcAft>
              <a:buNone/>
            </a:pPr>
            <a:r>
              <a:rPr b="0" i="0" lang="en-US" sz="1600" u="none" cap="none" strike="noStrike">
                <a:solidFill>
                  <a:srgbClr val="000000"/>
                </a:solidFill>
                <a:latin typeface="Roboto"/>
                <a:ea typeface="Roboto"/>
                <a:cs typeface="Roboto"/>
                <a:sym typeface="Roboto"/>
              </a:rPr>
              <a:t>Proof</a:t>
            </a:r>
            <a:endParaRPr b="0" i="0" sz="16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None/>
            </a:pPr>
            <a:r>
              <a:rPr b="0" i="0" lang="en-US" sz="1600" u="none" cap="none" strike="noStrike">
                <a:solidFill>
                  <a:srgbClr val="000000"/>
                </a:solidFill>
                <a:latin typeface="Roboto"/>
                <a:ea typeface="Roboto"/>
                <a:cs typeface="Roboto"/>
                <a:sym typeface="Roboto"/>
              </a:rPr>
              <a:t>Find Φ(35)</a:t>
            </a:r>
            <a:endParaRPr b="0" i="0" sz="16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None/>
            </a:pPr>
            <a:r>
              <a:rPr b="0" i="0" lang="en-US" sz="1600" u="none" cap="none" strike="noStrike">
                <a:solidFill>
                  <a:srgbClr val="000000"/>
                </a:solidFill>
                <a:latin typeface="Roboto"/>
                <a:ea typeface="Roboto"/>
                <a:cs typeface="Roboto"/>
                <a:sym typeface="Roboto"/>
              </a:rPr>
              <a:t>Here n=35</a:t>
            </a:r>
            <a:endParaRPr b="0" i="0" sz="16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None/>
            </a:pPr>
            <a:r>
              <a:rPr b="0" i="0" lang="en-US" sz="1600" u="none" cap="none" strike="noStrike">
                <a:solidFill>
                  <a:srgbClr val="000000"/>
                </a:solidFill>
                <a:latin typeface="Roboto"/>
                <a:ea typeface="Roboto"/>
                <a:cs typeface="Roboto"/>
                <a:sym typeface="Roboto"/>
              </a:rPr>
              <a:t>‘n’ is a product of two prime numbers 5 and 7</a:t>
            </a:r>
            <a:endParaRPr b="0" i="0" sz="16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None/>
            </a:pPr>
            <a:r>
              <a:rPr b="0" i="0" lang="en-US" sz="1600" u="none" cap="none" strike="noStrike">
                <a:solidFill>
                  <a:srgbClr val="000000"/>
                </a:solidFill>
                <a:latin typeface="Roboto"/>
                <a:ea typeface="Roboto"/>
                <a:cs typeface="Roboto"/>
                <a:sym typeface="Roboto"/>
              </a:rPr>
              <a:t>Let us assign p=5 and q=7.</a:t>
            </a:r>
            <a:endParaRPr b="0" i="0" sz="16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None/>
            </a:pPr>
            <a:r>
              <a:rPr b="0" i="0" lang="en-US" sz="1600" u="none" cap="none" strike="noStrike">
                <a:solidFill>
                  <a:srgbClr val="000000"/>
                </a:solidFill>
                <a:latin typeface="Roboto"/>
                <a:ea typeface="Roboto"/>
                <a:cs typeface="Roboto"/>
                <a:sym typeface="Roboto"/>
              </a:rPr>
              <a:t>Φ(n)=(p-1) × (q-1)</a:t>
            </a:r>
            <a:endParaRPr b="0" i="0" sz="16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None/>
            </a:pPr>
            <a:r>
              <a:rPr b="0" i="0" lang="en-US" sz="1600" u="none" cap="none" strike="noStrike">
                <a:solidFill>
                  <a:srgbClr val="000000"/>
                </a:solidFill>
                <a:latin typeface="Roboto"/>
                <a:ea typeface="Roboto"/>
                <a:cs typeface="Roboto"/>
                <a:sym typeface="Roboto"/>
              </a:rPr>
              <a:t>Φ(35)=(5-1) × (7-1)</a:t>
            </a:r>
            <a:endParaRPr b="0" i="0" sz="16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None/>
            </a:pPr>
            <a:r>
              <a:rPr b="0" i="0" lang="en-US" sz="1600" u="none" cap="none" strike="noStrike">
                <a:solidFill>
                  <a:srgbClr val="000000"/>
                </a:solidFill>
                <a:latin typeface="Roboto"/>
                <a:ea typeface="Roboto"/>
                <a:cs typeface="Roboto"/>
                <a:sym typeface="Roboto"/>
              </a:rPr>
              <a:t>    = 4 x 6</a:t>
            </a:r>
            <a:endParaRPr b="0" i="0" sz="16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None/>
            </a:pPr>
            <a:r>
              <a:rPr b="0" i="0" lang="en-US" sz="1600" u="none" cap="none" strike="noStrike">
                <a:solidFill>
                  <a:srgbClr val="000000"/>
                </a:solidFill>
                <a:latin typeface="Roboto"/>
                <a:ea typeface="Roboto"/>
                <a:cs typeface="Roboto"/>
                <a:sym typeface="Roboto"/>
              </a:rPr>
              <a:t>    = 24</a:t>
            </a:r>
            <a:endParaRPr b="0" i="0" sz="16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None/>
            </a:pPr>
            <a:r>
              <a:rPr b="0" i="0" lang="en-US" sz="1600" u="none" cap="none" strike="noStrike">
                <a:solidFill>
                  <a:srgbClr val="000000"/>
                </a:solidFill>
                <a:latin typeface="Roboto"/>
                <a:ea typeface="Roboto"/>
                <a:cs typeface="Roboto"/>
                <a:sym typeface="Roboto"/>
              </a:rPr>
              <a:t>So, there are 24 numbers that are lesser than 35 and relatively prime to 35.</a:t>
            </a:r>
            <a:endParaRPr b="0" i="0" sz="16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None/>
            </a:pPr>
            <a:r>
              <a:rPr b="0" i="0" lang="en-US" sz="1600" u="none" cap="none" strike="noStrike">
                <a:solidFill>
                  <a:schemeClr val="dk1"/>
                </a:solidFill>
                <a:latin typeface="Roboto"/>
                <a:ea typeface="Roboto"/>
                <a:cs typeface="Roboto"/>
                <a:sym typeface="Roboto"/>
              </a:rPr>
              <a:t>Therefore </a:t>
            </a:r>
            <a:r>
              <a:rPr b="0" i="0" lang="en-US" sz="1600" u="none" cap="none" strike="noStrike">
                <a:solidFill>
                  <a:srgbClr val="0C0C0C"/>
                </a:solidFill>
                <a:latin typeface="Roboto"/>
                <a:ea typeface="Roboto"/>
                <a:cs typeface="Roboto"/>
                <a:sym typeface="Roboto"/>
              </a:rPr>
              <a:t>Փ(35)=24</a:t>
            </a:r>
            <a:endParaRPr b="0" i="0" sz="1600" u="none" cap="none" strike="noStrike">
              <a:solidFill>
                <a:schemeClr val="dk1"/>
              </a:solidFill>
              <a:latin typeface="Roboto"/>
              <a:ea typeface="Roboto"/>
              <a:cs typeface="Roboto"/>
              <a:sym typeface="Roboto"/>
            </a:endParaRPr>
          </a:p>
        </p:txBody>
      </p:sp>
      <p:graphicFrame>
        <p:nvGraphicFramePr>
          <p:cNvPr id="209" name="Google Shape;209;p11"/>
          <p:cNvGraphicFramePr/>
          <p:nvPr/>
        </p:nvGraphicFramePr>
        <p:xfrm>
          <a:off x="836194" y="1400537"/>
          <a:ext cx="3000000" cy="3000000"/>
        </p:xfrm>
        <a:graphic>
          <a:graphicData uri="http://schemas.openxmlformats.org/drawingml/2006/table">
            <a:tbl>
              <a:tblPr>
                <a:noFill/>
                <a:tableStyleId>{00AD5841-012E-4942-8C47-C39BE2EA15CC}</a:tableStyleId>
              </a:tblPr>
              <a:tblGrid>
                <a:gridCol w="1392700"/>
                <a:gridCol w="5132525"/>
                <a:gridCol w="4570125"/>
              </a:tblGrid>
              <a:tr h="447050">
                <a:tc>
                  <a:txBody>
                    <a:bodyPr/>
                    <a:lstStyle/>
                    <a:p>
                      <a:pPr indent="0" lvl="0" marL="0" marR="0" rtl="0" algn="l">
                        <a:lnSpc>
                          <a:spcPct val="100000"/>
                        </a:lnSpc>
                        <a:spcBef>
                          <a:spcPts val="0"/>
                        </a:spcBef>
                        <a:spcAft>
                          <a:spcPts val="0"/>
                        </a:spcAft>
                        <a:buClr>
                          <a:srgbClr val="000000"/>
                        </a:buClr>
                        <a:buSzPts val="1600"/>
                        <a:buFont typeface="Arial"/>
                        <a:buNone/>
                      </a:pPr>
                      <a:r>
                        <a:t/>
                      </a:r>
                      <a:endParaRPr sz="2100" u="none" cap="none" strike="noStrike">
                        <a:latin typeface="Roboto"/>
                        <a:ea typeface="Roboto"/>
                        <a:cs typeface="Roboto"/>
                        <a:sym typeface="Roboto"/>
                      </a:endParaRPr>
                    </a:p>
                  </a:txBody>
                  <a:tcPr marT="60975" marB="60975" marR="121925" marL="121925">
                    <a:lnL cap="flat" cmpd="sng" w="1270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latin typeface="Roboto"/>
                          <a:ea typeface="Roboto"/>
                          <a:cs typeface="Roboto"/>
                          <a:sym typeface="Roboto"/>
                        </a:rPr>
                        <a:t>Criteria of 'n'</a:t>
                      </a:r>
                      <a:endParaRPr sz="1600" u="none" cap="none" strike="noStrike">
                        <a:latin typeface="Roboto"/>
                        <a:ea typeface="Roboto"/>
                        <a:cs typeface="Roboto"/>
                        <a:sym typeface="Roboto"/>
                      </a:endParaRPr>
                    </a:p>
                  </a:txBody>
                  <a:tcPr marT="60975" marB="60975" marR="121925" marL="121925">
                    <a:lnL cap="flat" cmpd="sng" w="19050">
                      <a:solidFill>
                        <a:schemeClr val="dk1"/>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212529"/>
                          </a:solidFill>
                          <a:latin typeface="Roboto"/>
                          <a:ea typeface="Roboto"/>
                          <a:cs typeface="Roboto"/>
                          <a:sym typeface="Roboto"/>
                        </a:rPr>
                        <a:t>Formula</a:t>
                      </a:r>
                      <a:endParaRPr sz="1600" u="none" cap="none" strike="noStrike">
                        <a:latin typeface="Roboto"/>
                        <a:ea typeface="Roboto"/>
                        <a:cs typeface="Roboto"/>
                        <a:sym typeface="Roboto"/>
                      </a:endParaRPr>
                    </a:p>
                  </a:txBody>
                  <a:tcPr marT="60975" marB="60975" marR="121925" marL="1219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772175">
                <a:tc>
                  <a:txBody>
                    <a:bodyPr/>
                    <a:lstStyle/>
                    <a:p>
                      <a:pPr indent="0" lvl="0" marL="0" marR="0" rtl="0" algn="l">
                        <a:lnSpc>
                          <a:spcPct val="100000"/>
                        </a:lnSpc>
                        <a:spcBef>
                          <a:spcPts val="0"/>
                        </a:spcBef>
                        <a:spcAft>
                          <a:spcPts val="0"/>
                        </a:spcAft>
                        <a:buClr>
                          <a:srgbClr val="000000"/>
                        </a:buClr>
                        <a:buSzPts val="1600"/>
                        <a:buFont typeface="Arial"/>
                        <a:buNone/>
                      </a:pPr>
                      <a:r>
                        <a:rPr lang="en-US" sz="1800" u="none" cap="none" strike="noStrike">
                          <a:latin typeface="Roboto"/>
                          <a:ea typeface="Roboto"/>
                          <a:cs typeface="Roboto"/>
                          <a:sym typeface="Roboto"/>
                        </a:rPr>
                        <a:t>Φ(n) </a:t>
                      </a:r>
                      <a:endParaRPr sz="1600" u="none" cap="none" strike="noStrike">
                        <a:latin typeface="Roboto"/>
                        <a:ea typeface="Roboto"/>
                        <a:cs typeface="Roboto"/>
                        <a:sym typeface="Roboto"/>
                      </a:endParaRPr>
                    </a:p>
                    <a:p>
                      <a:pPr indent="0" lvl="0" marL="0" marR="0" rtl="0" algn="l">
                        <a:lnSpc>
                          <a:spcPct val="100000"/>
                        </a:lnSpc>
                        <a:spcBef>
                          <a:spcPts val="0"/>
                        </a:spcBef>
                        <a:spcAft>
                          <a:spcPts val="0"/>
                        </a:spcAft>
                        <a:buClr>
                          <a:srgbClr val="000000"/>
                        </a:buClr>
                        <a:buSzPts val="1600"/>
                        <a:buFont typeface="Arial"/>
                        <a:buNone/>
                      </a:pPr>
                      <a:r>
                        <a:t/>
                      </a:r>
                      <a:endParaRPr sz="2100" u="none" cap="none" strike="noStrike">
                        <a:latin typeface="Roboto"/>
                        <a:ea typeface="Roboto"/>
                        <a:cs typeface="Roboto"/>
                        <a:sym typeface="Roboto"/>
                      </a:endParaRPr>
                    </a:p>
                  </a:txBody>
                  <a:tcPr marT="60975" marB="60975" marR="121925" marL="121925">
                    <a:lnL cap="flat" cmpd="sng" w="1270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600"/>
                        <a:buFont typeface="Arial"/>
                        <a:buNone/>
                      </a:pPr>
                      <a:r>
                        <a:rPr lang="en-US" sz="1600" u="none" cap="none" strike="noStrike">
                          <a:latin typeface="Roboto"/>
                          <a:ea typeface="Roboto"/>
                          <a:cs typeface="Roboto"/>
                          <a:sym typeface="Roboto"/>
                        </a:rPr>
                        <a:t> n = p x q</a:t>
                      </a:r>
                      <a:endParaRPr sz="1600" u="none" cap="none" strike="noStrike">
                        <a:latin typeface="Roboto"/>
                        <a:ea typeface="Roboto"/>
                        <a:cs typeface="Roboto"/>
                        <a:sym typeface="Roboto"/>
                      </a:endParaRPr>
                    </a:p>
                    <a:p>
                      <a:pPr indent="0" lvl="0" marL="0" marR="0" rtl="0" algn="l">
                        <a:lnSpc>
                          <a:spcPct val="100000"/>
                        </a:lnSpc>
                        <a:spcBef>
                          <a:spcPts val="0"/>
                        </a:spcBef>
                        <a:spcAft>
                          <a:spcPts val="0"/>
                        </a:spcAft>
                        <a:buClr>
                          <a:srgbClr val="000000"/>
                        </a:buClr>
                        <a:buSzPts val="1600"/>
                        <a:buFont typeface="Arial"/>
                        <a:buNone/>
                      </a:pPr>
                      <a:r>
                        <a:rPr lang="en-US" sz="1600" u="none" cap="none" strike="noStrike">
                          <a:latin typeface="Roboto"/>
                          <a:ea typeface="Roboto"/>
                          <a:cs typeface="Roboto"/>
                          <a:sym typeface="Roboto"/>
                        </a:rPr>
                        <a:t>'p' and 'q' are primes.</a:t>
                      </a:r>
                      <a:endParaRPr sz="1600" u="none" cap="none" strike="noStrike">
                        <a:latin typeface="Roboto"/>
                        <a:ea typeface="Roboto"/>
                        <a:cs typeface="Roboto"/>
                        <a:sym typeface="Roboto"/>
                      </a:endParaRPr>
                    </a:p>
                  </a:txBody>
                  <a:tcPr marT="60975" marB="60975" marR="121925" marL="121925">
                    <a:lnL cap="flat" cmpd="sng" w="19050">
                      <a:solidFill>
                        <a:schemeClr val="dk1"/>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600"/>
                        <a:buFont typeface="Arial"/>
                        <a:buNone/>
                      </a:pPr>
                      <a:r>
                        <a:rPr lang="en-US" sz="1600" u="none" cap="none" strike="noStrike">
                          <a:latin typeface="Roboto"/>
                          <a:ea typeface="Roboto"/>
                          <a:cs typeface="Roboto"/>
                          <a:sym typeface="Roboto"/>
                        </a:rPr>
                        <a:t>Φ</a:t>
                      </a:r>
                      <a:r>
                        <a:rPr b="0" i="0" lang="en-US" sz="1600" u="none" cap="none" strike="noStrike">
                          <a:solidFill>
                            <a:srgbClr val="212529"/>
                          </a:solidFill>
                          <a:latin typeface="Roboto"/>
                          <a:ea typeface="Roboto"/>
                          <a:cs typeface="Roboto"/>
                          <a:sym typeface="Roboto"/>
                        </a:rPr>
                        <a:t>(n) = (p-1) × (q-1) </a:t>
                      </a:r>
                      <a:endParaRPr sz="1600" u="none" cap="none" strike="noStrike">
                        <a:latin typeface="Roboto"/>
                        <a:ea typeface="Roboto"/>
                        <a:cs typeface="Roboto"/>
                        <a:sym typeface="Roboto"/>
                      </a:endParaRPr>
                    </a:p>
                  </a:txBody>
                  <a:tcPr marT="60975" marB="60975" marR="121925" marL="1219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sp>
        <p:nvSpPr>
          <p:cNvPr id="210" name="Google Shape;210;p11"/>
          <p:cNvSpPr txBox="1"/>
          <p:nvPr/>
        </p:nvSpPr>
        <p:spPr>
          <a:xfrm>
            <a:off x="229655" y="867043"/>
            <a:ext cx="1742357" cy="400055"/>
          </a:xfrm>
          <a:prstGeom prst="rect">
            <a:avLst/>
          </a:prstGeom>
          <a:noFill/>
          <a:ln>
            <a:noFill/>
          </a:ln>
        </p:spPr>
        <p:txBody>
          <a:bodyPr anchorCtr="0" anchor="t" bIns="60925" lIns="121900" spcFirstLastPara="1" rIns="121900" wrap="square" tIns="60925">
            <a:spAutoFit/>
          </a:bodyPr>
          <a:lstStyle/>
          <a:p>
            <a:pPr indent="0" lvl="0" marL="0" marR="0" rtl="0" algn="l">
              <a:spcBef>
                <a:spcPts val="0"/>
              </a:spcBef>
              <a:spcAft>
                <a:spcPts val="0"/>
              </a:spcAft>
              <a:buNone/>
            </a:pPr>
            <a:r>
              <a:rPr b="1" i="0" lang="en-US" sz="1800" u="none" cap="none" strike="noStrike">
                <a:solidFill>
                  <a:srgbClr val="0C0C0C"/>
                </a:solidFill>
                <a:latin typeface="Roboto"/>
                <a:ea typeface="Roboto"/>
                <a:cs typeface="Roboto"/>
                <a:sym typeface="Roboto"/>
              </a:rPr>
              <a:t>Property 2</a:t>
            </a:r>
            <a:endParaRPr b="1" i="0" sz="1800" u="none" cap="none" strike="noStrike">
              <a:solidFill>
                <a:srgbClr val="000000"/>
              </a:solidFill>
              <a:latin typeface="Roboto"/>
              <a:ea typeface="Roboto"/>
              <a:cs typeface="Roboto"/>
              <a:sym typeface="Roboto"/>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12"/>
          <p:cNvSpPr/>
          <p:nvPr/>
        </p:nvSpPr>
        <p:spPr>
          <a:xfrm>
            <a:off x="740160" y="1221120"/>
            <a:ext cx="10059840" cy="1107941"/>
          </a:xfrm>
          <a:prstGeom prst="rect">
            <a:avLst/>
          </a:prstGeom>
          <a:noFill/>
          <a:ln>
            <a:noFill/>
          </a:ln>
        </p:spPr>
        <p:txBody>
          <a:bodyPr anchorCtr="0" anchor="t" bIns="60925" lIns="121900" spcFirstLastPara="1" rIns="121900" wrap="square" tIns="60925">
            <a:spAutoFit/>
          </a:bodyPr>
          <a:lstStyle/>
          <a:p>
            <a:pPr indent="0" lvl="0" marL="0" marR="0" rtl="0" algn="l">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spcBef>
                <a:spcPts val="0"/>
              </a:spcBef>
              <a:spcAft>
                <a:spcPts val="0"/>
              </a:spcAft>
              <a:buNone/>
            </a:pPr>
            <a:r>
              <a:t/>
            </a:r>
            <a:endParaRPr b="0" i="0" sz="1600" u="none" cap="none" strike="noStrike">
              <a:solidFill>
                <a:srgbClr val="000000"/>
              </a:solidFill>
              <a:latin typeface="Roboto"/>
              <a:ea typeface="Roboto"/>
              <a:cs typeface="Roboto"/>
              <a:sym typeface="Roboto"/>
            </a:endParaRPr>
          </a:p>
        </p:txBody>
      </p:sp>
      <p:sp>
        <p:nvSpPr>
          <p:cNvPr id="216" name="Google Shape;216;p12"/>
          <p:cNvSpPr/>
          <p:nvPr/>
        </p:nvSpPr>
        <p:spPr>
          <a:xfrm>
            <a:off x="740160" y="1221120"/>
            <a:ext cx="10059840" cy="1107941"/>
          </a:xfrm>
          <a:prstGeom prst="rect">
            <a:avLst/>
          </a:prstGeom>
          <a:noFill/>
          <a:ln>
            <a:noFill/>
          </a:ln>
        </p:spPr>
        <p:txBody>
          <a:bodyPr anchorCtr="0" anchor="t" bIns="60925" lIns="121900" spcFirstLastPara="1" rIns="121900" wrap="square" tIns="60925">
            <a:spAutoFit/>
          </a:bodyPr>
          <a:lstStyle/>
          <a:p>
            <a:pPr indent="0" lvl="0" marL="0" marR="0" rtl="0" algn="l">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spcBef>
                <a:spcPts val="0"/>
              </a:spcBef>
              <a:spcAft>
                <a:spcPts val="0"/>
              </a:spcAft>
              <a:buNone/>
            </a:pPr>
            <a:r>
              <a:t/>
            </a:r>
            <a:endParaRPr b="0" i="0" sz="1600" u="none" cap="none" strike="noStrike">
              <a:solidFill>
                <a:srgbClr val="000000"/>
              </a:solidFill>
              <a:latin typeface="Roboto"/>
              <a:ea typeface="Roboto"/>
              <a:cs typeface="Roboto"/>
              <a:sym typeface="Roboto"/>
            </a:endParaRPr>
          </a:p>
        </p:txBody>
      </p:sp>
      <p:sp>
        <p:nvSpPr>
          <p:cNvPr id="217" name="Google Shape;217;p12"/>
          <p:cNvSpPr txBox="1"/>
          <p:nvPr/>
        </p:nvSpPr>
        <p:spPr>
          <a:xfrm>
            <a:off x="3185652" y="2789781"/>
            <a:ext cx="7079225" cy="3984800"/>
          </a:xfrm>
          <a:prstGeom prst="rect">
            <a:avLst/>
          </a:prstGeom>
          <a:blipFill rotWithShape="1">
            <a:blip r:embed="rId3">
              <a:alphaModFix/>
            </a:blip>
            <a:stretch>
              <a:fillRect b="0" l="-445" r="0" t="-812"/>
            </a:stretch>
          </a:blipFill>
          <a:ln>
            <a:noFill/>
          </a:ln>
        </p:spPr>
        <p:txBody>
          <a:bodyPr anchorCtr="0" anchor="t" bIns="60925" lIns="121900" spcFirstLastPara="1" rIns="121900" wrap="square" tIns="60925">
            <a:noAutofit/>
          </a:bodyPr>
          <a:lstStyle/>
          <a:p>
            <a:pPr indent="0" lvl="0" marL="0" marR="0" rtl="0" algn="l">
              <a:spcBef>
                <a:spcPts val="0"/>
              </a:spcBef>
              <a:spcAft>
                <a:spcPts val="0"/>
              </a:spcAft>
              <a:buNone/>
            </a:pPr>
            <a:r>
              <a:rPr b="0" i="0" lang="en-US" sz="1867" u="none" cap="none" strike="noStrike">
                <a:solidFill>
                  <a:srgbClr val="000000"/>
                </a:solidFill>
                <a:latin typeface="Roboto"/>
                <a:ea typeface="Roboto"/>
                <a:cs typeface="Roboto"/>
                <a:sym typeface="Roboto"/>
              </a:rPr>
              <a:t> </a:t>
            </a:r>
            <a:endParaRPr b="0" i="0" sz="1867" u="none" cap="none" strike="noStrike">
              <a:solidFill>
                <a:srgbClr val="000000"/>
              </a:solidFill>
              <a:latin typeface="Roboto"/>
              <a:ea typeface="Roboto"/>
              <a:cs typeface="Roboto"/>
              <a:sym typeface="Roboto"/>
            </a:endParaRPr>
          </a:p>
        </p:txBody>
      </p:sp>
      <p:graphicFrame>
        <p:nvGraphicFramePr>
          <p:cNvPr id="218" name="Google Shape;218;p12"/>
          <p:cNvGraphicFramePr/>
          <p:nvPr/>
        </p:nvGraphicFramePr>
        <p:xfrm>
          <a:off x="667899" y="1073247"/>
          <a:ext cx="3000000" cy="3000000"/>
        </p:xfrm>
        <a:graphic>
          <a:graphicData uri="http://schemas.openxmlformats.org/drawingml/2006/table">
            <a:tbl>
              <a:tblPr>
                <a:noFill/>
                <a:tableStyleId>{00AD5841-012E-4942-8C47-C39BE2EA15CC}</a:tableStyleId>
              </a:tblPr>
              <a:tblGrid>
                <a:gridCol w="1573825"/>
                <a:gridCol w="5140200"/>
                <a:gridCol w="4576975"/>
              </a:tblGrid>
              <a:tr h="406425">
                <a:tc>
                  <a:txBody>
                    <a:bodyPr/>
                    <a:lstStyle/>
                    <a:p>
                      <a:pPr indent="0" lvl="0" marL="0" marR="0" rtl="0" algn="l">
                        <a:lnSpc>
                          <a:spcPct val="100000"/>
                        </a:lnSpc>
                        <a:spcBef>
                          <a:spcPts val="0"/>
                        </a:spcBef>
                        <a:spcAft>
                          <a:spcPts val="0"/>
                        </a:spcAft>
                        <a:buClr>
                          <a:srgbClr val="000000"/>
                        </a:buClr>
                        <a:buSzPts val="1400"/>
                        <a:buFont typeface="Arial"/>
                        <a:buNone/>
                      </a:pPr>
                      <a:r>
                        <a:t/>
                      </a:r>
                      <a:endParaRPr sz="1900" u="none" cap="none" strike="noStrike">
                        <a:latin typeface="Roboto"/>
                        <a:ea typeface="Roboto"/>
                        <a:cs typeface="Roboto"/>
                        <a:sym typeface="Roboto"/>
                      </a:endParaRPr>
                    </a:p>
                  </a:txBody>
                  <a:tcPr marT="60975" marB="60975" marR="121925" marL="121925">
                    <a:lnL cap="flat" cmpd="sng" w="1270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lang="en-US" sz="1800" u="none" cap="none" strike="noStrike">
                          <a:latin typeface="Roboto"/>
                          <a:ea typeface="Roboto"/>
                          <a:cs typeface="Roboto"/>
                          <a:sym typeface="Roboto"/>
                        </a:rPr>
                        <a:t>Criteria of 'n'</a:t>
                      </a:r>
                      <a:endParaRPr sz="1800" u="none" cap="none" strike="noStrike">
                        <a:latin typeface="Roboto"/>
                        <a:ea typeface="Roboto"/>
                        <a:cs typeface="Roboto"/>
                        <a:sym typeface="Roboto"/>
                      </a:endParaRPr>
                    </a:p>
                  </a:txBody>
                  <a:tcPr marT="60975" marB="60975" marR="121925" marL="121925">
                    <a:lnL cap="flat" cmpd="sng" w="19050">
                      <a:solidFill>
                        <a:schemeClr val="dk1"/>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0" i="0" lang="en-US" sz="1800" u="none" cap="none" strike="noStrike">
                          <a:solidFill>
                            <a:srgbClr val="212529"/>
                          </a:solidFill>
                          <a:latin typeface="Roboto"/>
                          <a:ea typeface="Roboto"/>
                          <a:cs typeface="Roboto"/>
                          <a:sym typeface="Roboto"/>
                        </a:rPr>
                        <a:t>Formula</a:t>
                      </a:r>
                      <a:endParaRPr sz="1800" u="none" cap="none" strike="noStrike">
                        <a:latin typeface="Roboto"/>
                        <a:ea typeface="Roboto"/>
                        <a:cs typeface="Roboto"/>
                        <a:sym typeface="Roboto"/>
                      </a:endParaRPr>
                    </a:p>
                  </a:txBody>
                  <a:tcPr marT="60975" marB="60975" marR="121925" marL="1219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1246300">
                <a:tc>
                  <a:txBody>
                    <a:bodyPr/>
                    <a:lstStyle/>
                    <a:p>
                      <a:pPr indent="0" lvl="0" marL="0" marR="0" rtl="0" algn="l">
                        <a:lnSpc>
                          <a:spcPct val="100000"/>
                        </a:lnSpc>
                        <a:spcBef>
                          <a:spcPts val="0"/>
                        </a:spcBef>
                        <a:spcAft>
                          <a:spcPts val="0"/>
                        </a:spcAft>
                        <a:buClr>
                          <a:srgbClr val="000000"/>
                        </a:buClr>
                        <a:buSzPts val="1400"/>
                        <a:buFont typeface="Arial"/>
                        <a:buNone/>
                      </a:pPr>
                      <a:r>
                        <a:rPr lang="en-US" sz="1900" u="none" cap="none" strike="noStrike">
                          <a:latin typeface="Roboto"/>
                          <a:ea typeface="Roboto"/>
                          <a:cs typeface="Roboto"/>
                          <a:sym typeface="Roboto"/>
                        </a:rPr>
                        <a:t>Φ(n) </a:t>
                      </a:r>
                      <a:endParaRPr sz="1900" u="none" cap="none" strike="noStrike">
                        <a:latin typeface="Roboto"/>
                        <a:ea typeface="Roboto"/>
                        <a:cs typeface="Roboto"/>
                        <a:sym typeface="Roboto"/>
                      </a:endParaRPr>
                    </a:p>
                  </a:txBody>
                  <a:tcPr marT="60975" marB="60975" marR="121925" marL="121925">
                    <a:lnL cap="flat" cmpd="sng" w="1270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800" u="none" cap="none" strike="noStrike">
                          <a:latin typeface="Roboto"/>
                          <a:ea typeface="Roboto"/>
                          <a:cs typeface="Roboto"/>
                          <a:sym typeface="Roboto"/>
                        </a:rPr>
                        <a:t>n = a x b.</a:t>
                      </a:r>
                      <a:endParaRPr sz="1800" u="none" cap="none" strike="noStrike">
                        <a:latin typeface="Roboto"/>
                        <a:ea typeface="Roboto"/>
                        <a:cs typeface="Roboto"/>
                        <a:sym typeface="Roboto"/>
                      </a:endParaRPr>
                    </a:p>
                    <a:p>
                      <a:pPr indent="0" lvl="0" marL="0" marR="0" rtl="0" algn="l">
                        <a:lnSpc>
                          <a:spcPct val="100000"/>
                        </a:lnSpc>
                        <a:spcBef>
                          <a:spcPts val="800"/>
                        </a:spcBef>
                        <a:spcAft>
                          <a:spcPts val="0"/>
                        </a:spcAft>
                        <a:buClr>
                          <a:srgbClr val="000000"/>
                        </a:buClr>
                        <a:buSzPts val="1400"/>
                        <a:buFont typeface="Arial"/>
                        <a:buNone/>
                      </a:pPr>
                      <a:r>
                        <a:rPr lang="en-US" sz="1800" u="none" cap="none" strike="noStrike">
                          <a:latin typeface="Roboto"/>
                          <a:ea typeface="Roboto"/>
                          <a:cs typeface="Roboto"/>
                          <a:sym typeface="Roboto"/>
                        </a:rPr>
                        <a:t>Either 'a' or 'b’ is composite.</a:t>
                      </a:r>
                      <a:endParaRPr sz="1800" u="none" cap="none" strike="noStrike">
                        <a:latin typeface="Roboto"/>
                        <a:ea typeface="Roboto"/>
                        <a:cs typeface="Roboto"/>
                        <a:sym typeface="Roboto"/>
                      </a:endParaRPr>
                    </a:p>
                    <a:p>
                      <a:pPr indent="0" lvl="0" marL="0" marR="0" rtl="0" algn="l">
                        <a:lnSpc>
                          <a:spcPct val="100000"/>
                        </a:lnSpc>
                        <a:spcBef>
                          <a:spcPts val="800"/>
                        </a:spcBef>
                        <a:spcAft>
                          <a:spcPts val="0"/>
                        </a:spcAft>
                        <a:buClr>
                          <a:srgbClr val="000000"/>
                        </a:buClr>
                        <a:buSzPts val="1400"/>
                        <a:buFont typeface="Arial"/>
                        <a:buNone/>
                      </a:pPr>
                      <a:r>
                        <a:rPr lang="en-US" sz="1800" u="none" cap="none" strike="noStrike">
                          <a:latin typeface="Roboto"/>
                          <a:ea typeface="Roboto"/>
                          <a:cs typeface="Roboto"/>
                          <a:sym typeface="Roboto"/>
                        </a:rPr>
                        <a:t>Both 'a' and 'b' are composite.</a:t>
                      </a:r>
                      <a:endParaRPr sz="1800" u="none" cap="none" strike="noStrike">
                        <a:latin typeface="Roboto"/>
                        <a:ea typeface="Roboto"/>
                        <a:cs typeface="Roboto"/>
                        <a:sym typeface="Roboto"/>
                      </a:endParaRPr>
                    </a:p>
                  </a:txBody>
                  <a:tcPr marT="60975" marB="60975" marR="121925" marL="121925">
                    <a:lnL cap="flat" cmpd="sng" w="19050">
                      <a:solidFill>
                        <a:schemeClr val="dk1"/>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800" u="none" cap="none" strike="noStrike">
                        <a:latin typeface="Roboto"/>
                        <a:ea typeface="Roboto"/>
                        <a:cs typeface="Roboto"/>
                        <a:sym typeface="Roboto"/>
                      </a:endParaRPr>
                    </a:p>
                  </a:txBody>
                  <a:tcPr marT="60975" marB="60975" marR="121925" marL="1219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sp>
        <p:nvSpPr>
          <p:cNvPr id="219" name="Google Shape;219;p12"/>
          <p:cNvSpPr txBox="1"/>
          <p:nvPr/>
        </p:nvSpPr>
        <p:spPr>
          <a:xfrm>
            <a:off x="241338" y="504639"/>
            <a:ext cx="1742357" cy="400055"/>
          </a:xfrm>
          <a:prstGeom prst="rect">
            <a:avLst/>
          </a:prstGeom>
          <a:noFill/>
          <a:ln>
            <a:noFill/>
          </a:ln>
        </p:spPr>
        <p:txBody>
          <a:bodyPr anchorCtr="0" anchor="t" bIns="60925" lIns="121900" spcFirstLastPara="1" rIns="121900" wrap="square" tIns="60925">
            <a:spAutoFit/>
          </a:bodyPr>
          <a:lstStyle/>
          <a:p>
            <a:pPr indent="0" lvl="0" marL="0" marR="0" rtl="0" algn="l">
              <a:spcBef>
                <a:spcPts val="0"/>
              </a:spcBef>
              <a:spcAft>
                <a:spcPts val="0"/>
              </a:spcAft>
              <a:buNone/>
            </a:pPr>
            <a:r>
              <a:rPr b="1" i="0" lang="en-US" sz="1800" u="none" cap="none" strike="noStrike">
                <a:solidFill>
                  <a:srgbClr val="0C0C0C"/>
                </a:solidFill>
                <a:latin typeface="Roboto"/>
                <a:ea typeface="Roboto"/>
                <a:cs typeface="Roboto"/>
                <a:sym typeface="Roboto"/>
              </a:rPr>
              <a:t>Property 3</a:t>
            </a:r>
            <a:endParaRPr b="1" i="0" sz="1800" u="none" cap="none" strike="noStrike">
              <a:solidFill>
                <a:srgbClr val="000000"/>
              </a:solidFill>
              <a:latin typeface="Roboto"/>
              <a:ea typeface="Roboto"/>
              <a:cs typeface="Roboto"/>
              <a:sym typeface="Roboto"/>
            </a:endParaRPr>
          </a:p>
        </p:txBody>
      </p:sp>
      <p:pic>
        <p:nvPicPr>
          <p:cNvPr id="220" name="Google Shape;220;p12"/>
          <p:cNvPicPr preferRelativeResize="0"/>
          <p:nvPr/>
        </p:nvPicPr>
        <p:blipFill rotWithShape="1">
          <a:blip r:embed="rId4">
            <a:alphaModFix/>
          </a:blip>
          <a:srcRect b="0" l="0" r="0" t="0"/>
          <a:stretch/>
        </p:blipFill>
        <p:spPr>
          <a:xfrm>
            <a:off x="7657967" y="1799833"/>
            <a:ext cx="3937000" cy="6604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13"/>
          <p:cNvSpPr/>
          <p:nvPr/>
        </p:nvSpPr>
        <p:spPr>
          <a:xfrm>
            <a:off x="740160" y="1221120"/>
            <a:ext cx="10059840" cy="1107941"/>
          </a:xfrm>
          <a:prstGeom prst="rect">
            <a:avLst/>
          </a:prstGeom>
          <a:noFill/>
          <a:ln>
            <a:noFill/>
          </a:ln>
        </p:spPr>
        <p:txBody>
          <a:bodyPr anchorCtr="0" anchor="t" bIns="60925" lIns="121900" spcFirstLastPara="1" rIns="121900" wrap="square" tIns="60925">
            <a:spAutoFit/>
          </a:bodyPr>
          <a:lstStyle/>
          <a:p>
            <a:pPr indent="0" lvl="0" marL="0" marR="0" rtl="0" algn="l">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spcBef>
                <a:spcPts val="0"/>
              </a:spcBef>
              <a:spcAft>
                <a:spcPts val="0"/>
              </a:spcAft>
              <a:buNone/>
            </a:pPr>
            <a:r>
              <a:t/>
            </a:r>
            <a:endParaRPr b="0" i="0" sz="1600" u="none" cap="none" strike="noStrike">
              <a:solidFill>
                <a:srgbClr val="000000"/>
              </a:solidFill>
              <a:latin typeface="Roboto"/>
              <a:ea typeface="Roboto"/>
              <a:cs typeface="Roboto"/>
              <a:sym typeface="Roboto"/>
            </a:endParaRPr>
          </a:p>
        </p:txBody>
      </p:sp>
      <p:sp>
        <p:nvSpPr>
          <p:cNvPr id="226" name="Google Shape;226;p13"/>
          <p:cNvSpPr/>
          <p:nvPr/>
        </p:nvSpPr>
        <p:spPr>
          <a:xfrm>
            <a:off x="740160" y="1221120"/>
            <a:ext cx="10059840" cy="1107941"/>
          </a:xfrm>
          <a:prstGeom prst="rect">
            <a:avLst/>
          </a:prstGeom>
          <a:noFill/>
          <a:ln>
            <a:noFill/>
          </a:ln>
        </p:spPr>
        <p:txBody>
          <a:bodyPr anchorCtr="0" anchor="t" bIns="60925" lIns="121900" spcFirstLastPara="1" rIns="121900" wrap="square" tIns="60925">
            <a:spAutoFit/>
          </a:bodyPr>
          <a:lstStyle/>
          <a:p>
            <a:pPr indent="0" lvl="0" marL="0" marR="0" rtl="0" algn="l">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spcBef>
                <a:spcPts val="0"/>
              </a:spcBef>
              <a:spcAft>
                <a:spcPts val="0"/>
              </a:spcAft>
              <a:buNone/>
            </a:pPr>
            <a:r>
              <a:t/>
            </a:r>
            <a:endParaRPr b="0" i="0" sz="1600" u="none" cap="none" strike="noStrike">
              <a:solidFill>
                <a:srgbClr val="000000"/>
              </a:solidFill>
              <a:latin typeface="Roboto"/>
              <a:ea typeface="Roboto"/>
              <a:cs typeface="Roboto"/>
              <a:sym typeface="Roboto"/>
            </a:endParaRPr>
          </a:p>
        </p:txBody>
      </p:sp>
      <p:sp>
        <p:nvSpPr>
          <p:cNvPr id="227" name="Google Shape;227;p13"/>
          <p:cNvSpPr txBox="1"/>
          <p:nvPr/>
        </p:nvSpPr>
        <p:spPr>
          <a:xfrm>
            <a:off x="740160" y="636437"/>
            <a:ext cx="10600225" cy="1600384"/>
          </a:xfrm>
          <a:prstGeom prst="rect">
            <a:avLst/>
          </a:prstGeom>
          <a:noFill/>
          <a:ln>
            <a:noFill/>
          </a:ln>
        </p:spPr>
        <p:txBody>
          <a:bodyPr anchorCtr="0" anchor="t" bIns="60925" lIns="121900" spcFirstLastPara="1" rIns="121900" wrap="square" tIns="60925">
            <a:spAutoFit/>
          </a:bodyPr>
          <a:lstStyle/>
          <a:p>
            <a:pPr indent="0" lvl="0" marL="0" marR="0" rtl="0" algn="l">
              <a:lnSpc>
                <a:spcPct val="200000"/>
              </a:lnSpc>
              <a:spcBef>
                <a:spcPts val="0"/>
              </a:spcBef>
              <a:spcAft>
                <a:spcPts val="0"/>
              </a:spcAft>
              <a:buNone/>
            </a:pPr>
            <a:r>
              <a:rPr b="0" i="0" lang="en-US" sz="1600" u="none" cap="none" strike="noStrike">
                <a:solidFill>
                  <a:srgbClr val="000000"/>
                </a:solidFill>
                <a:latin typeface="Roboto"/>
                <a:ea typeface="Roboto"/>
                <a:cs typeface="Roboto"/>
                <a:sym typeface="Roboto"/>
              </a:rPr>
              <a:t>Basic Algorithm</a:t>
            </a:r>
            <a:endParaRPr b="0" i="0" sz="1600" u="none" cap="none" strike="noStrike">
              <a:solidFill>
                <a:srgbClr val="000000"/>
              </a:solidFill>
              <a:latin typeface="Roboto"/>
              <a:ea typeface="Roboto"/>
              <a:cs typeface="Roboto"/>
              <a:sym typeface="Roboto"/>
            </a:endParaRPr>
          </a:p>
          <a:p>
            <a:pPr indent="0" lvl="0" marL="0" marR="0" rtl="0" algn="l">
              <a:lnSpc>
                <a:spcPct val="200000"/>
              </a:lnSpc>
              <a:spcBef>
                <a:spcPts val="0"/>
              </a:spcBef>
              <a:spcAft>
                <a:spcPts val="0"/>
              </a:spcAft>
              <a:buNone/>
            </a:pPr>
            <a:r>
              <a:rPr b="0" i="0" lang="en-US" sz="1600" u="none" cap="none" strike="noStrike">
                <a:solidFill>
                  <a:srgbClr val="000000"/>
                </a:solidFill>
                <a:latin typeface="Roboto"/>
                <a:ea typeface="Roboto"/>
                <a:cs typeface="Roboto"/>
                <a:sym typeface="Roboto"/>
              </a:rPr>
              <a:t>A simple solution is to iterate through all numbers from 1 to n-1 and count numbers with gcd with n</a:t>
            </a:r>
            <a:endParaRPr b="0" i="0" sz="1600" u="none" cap="none" strike="noStrike">
              <a:solidFill>
                <a:srgbClr val="000000"/>
              </a:solidFill>
              <a:latin typeface="Roboto"/>
              <a:ea typeface="Roboto"/>
              <a:cs typeface="Roboto"/>
              <a:sym typeface="Roboto"/>
            </a:endParaRPr>
          </a:p>
          <a:p>
            <a:pPr indent="0" lvl="0" marL="0" marR="0" rtl="0" algn="l">
              <a:lnSpc>
                <a:spcPct val="2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p:txBody>
      </p:sp>
      <p:graphicFrame>
        <p:nvGraphicFramePr>
          <p:cNvPr id="228" name="Google Shape;228;p13"/>
          <p:cNvGraphicFramePr/>
          <p:nvPr/>
        </p:nvGraphicFramePr>
        <p:xfrm>
          <a:off x="851615" y="1849612"/>
          <a:ext cx="3000000" cy="3000000"/>
        </p:xfrm>
        <a:graphic>
          <a:graphicData uri="http://schemas.openxmlformats.org/drawingml/2006/table">
            <a:tbl>
              <a:tblPr>
                <a:noFill/>
                <a:tableStyleId>{00AD5841-012E-4942-8C47-C39BE2EA15CC}</a:tableStyleId>
              </a:tblPr>
              <a:tblGrid>
                <a:gridCol w="5300125"/>
                <a:gridCol w="5300125"/>
              </a:tblGrid>
              <a:tr h="3946775">
                <a:tc>
                  <a:txBody>
                    <a:bodyPr/>
                    <a:lstStyle/>
                    <a:p>
                      <a:pPr indent="0" lvl="0" marL="0" marR="0" rtl="0" algn="l">
                        <a:lnSpc>
                          <a:spcPct val="100000"/>
                        </a:lnSpc>
                        <a:spcBef>
                          <a:spcPts val="0"/>
                        </a:spcBef>
                        <a:spcAft>
                          <a:spcPts val="0"/>
                        </a:spcAft>
                        <a:buClr>
                          <a:srgbClr val="000000"/>
                        </a:buClr>
                        <a:buSzPts val="1400"/>
                        <a:buFont typeface="Arial"/>
                        <a:buNone/>
                      </a:pPr>
                      <a:r>
                        <a:rPr b="0" i="0" lang="en-US" sz="1800" u="none" cap="none" strike="noStrike">
                          <a:solidFill>
                            <a:srgbClr val="000000"/>
                          </a:solidFill>
                          <a:latin typeface="Roboto"/>
                          <a:ea typeface="Roboto"/>
                          <a:cs typeface="Roboto"/>
                          <a:sym typeface="Roboto"/>
                        </a:rPr>
                        <a:t>import java.io.*;</a:t>
                      </a:r>
                      <a:endParaRPr sz="1800" u="none" cap="none" strike="noStrike">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rPr b="0" i="0" lang="en-US" sz="1800" u="none" cap="none" strike="noStrike">
                          <a:solidFill>
                            <a:srgbClr val="000000"/>
                          </a:solidFill>
                          <a:latin typeface="Roboto"/>
                          <a:ea typeface="Roboto"/>
                          <a:cs typeface="Roboto"/>
                          <a:sym typeface="Roboto"/>
                        </a:rPr>
                        <a:t>class </a:t>
                      </a:r>
                      <a:r>
                        <a:rPr lang="en-US" sz="1800" u="none" cap="none" strike="noStrike">
                          <a:latin typeface="Roboto"/>
                          <a:ea typeface="Roboto"/>
                          <a:cs typeface="Roboto"/>
                          <a:sym typeface="Roboto"/>
                        </a:rPr>
                        <a:t>Main</a:t>
                      </a:r>
                      <a:r>
                        <a:rPr b="0" i="0" lang="en-US" sz="1800" u="none" cap="none" strike="noStrike">
                          <a:solidFill>
                            <a:srgbClr val="000000"/>
                          </a:solidFill>
                          <a:latin typeface="Roboto"/>
                          <a:ea typeface="Roboto"/>
                          <a:cs typeface="Roboto"/>
                          <a:sym typeface="Roboto"/>
                        </a:rPr>
                        <a:t> {</a:t>
                      </a:r>
                      <a:endParaRPr sz="1800" u="none" cap="none" strike="noStrike">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rPr b="0" i="0" lang="en-US" sz="1800" u="none" cap="none" strike="noStrike">
                          <a:solidFill>
                            <a:srgbClr val="000000"/>
                          </a:solidFill>
                          <a:latin typeface="Roboto"/>
                          <a:ea typeface="Roboto"/>
                          <a:cs typeface="Roboto"/>
                          <a:sym typeface="Roboto"/>
                        </a:rPr>
                        <a:t>    // Function to return GCD of a and b</a:t>
                      </a:r>
                      <a:endParaRPr sz="1800" u="none" cap="none" strike="noStrike">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rPr b="0" i="0" lang="en-US" sz="1800" u="none" cap="none" strike="noStrike">
                          <a:solidFill>
                            <a:srgbClr val="000000"/>
                          </a:solidFill>
                          <a:latin typeface="Roboto"/>
                          <a:ea typeface="Roboto"/>
                          <a:cs typeface="Roboto"/>
                          <a:sym typeface="Roboto"/>
                        </a:rPr>
                        <a:t>    static int gcd(int a, int b)</a:t>
                      </a:r>
                      <a:endParaRPr sz="1800" u="none" cap="none" strike="noStrike">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rPr b="0" i="0" lang="en-US" sz="1800" u="none" cap="none" strike="noStrike">
                          <a:solidFill>
                            <a:srgbClr val="000000"/>
                          </a:solidFill>
                          <a:latin typeface="Roboto"/>
                          <a:ea typeface="Roboto"/>
                          <a:cs typeface="Roboto"/>
                          <a:sym typeface="Roboto"/>
                        </a:rPr>
                        <a:t>    {</a:t>
                      </a:r>
                      <a:endParaRPr sz="1800" u="none" cap="none" strike="noStrike">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rPr b="0" i="0" lang="en-US" sz="1800" u="none" cap="none" strike="noStrike">
                          <a:solidFill>
                            <a:srgbClr val="000000"/>
                          </a:solidFill>
                          <a:latin typeface="Roboto"/>
                          <a:ea typeface="Roboto"/>
                          <a:cs typeface="Roboto"/>
                          <a:sym typeface="Roboto"/>
                        </a:rPr>
                        <a:t>        if (a == 0)</a:t>
                      </a:r>
                      <a:endParaRPr sz="1800" u="none" cap="none" strike="noStrike">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rPr b="0" i="0" lang="en-US" sz="1800" u="none" cap="none" strike="noStrike">
                          <a:solidFill>
                            <a:srgbClr val="000000"/>
                          </a:solidFill>
                          <a:latin typeface="Roboto"/>
                          <a:ea typeface="Roboto"/>
                          <a:cs typeface="Roboto"/>
                          <a:sym typeface="Roboto"/>
                        </a:rPr>
                        <a:t>            return b;</a:t>
                      </a:r>
                      <a:endParaRPr sz="1800" u="none" cap="none" strike="noStrike">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rPr b="0" i="0" lang="en-US" sz="1800" u="none" cap="none" strike="noStrike">
                          <a:solidFill>
                            <a:srgbClr val="000000"/>
                          </a:solidFill>
                          <a:latin typeface="Roboto"/>
                          <a:ea typeface="Roboto"/>
                          <a:cs typeface="Roboto"/>
                          <a:sym typeface="Roboto"/>
                        </a:rPr>
                        <a:t>        return gcd(b % a, a);</a:t>
                      </a:r>
                      <a:endParaRPr sz="1800" u="none" cap="none" strike="noStrike">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rPr b="0" i="0" lang="en-US" sz="1800" u="none" cap="none" strike="noStrike">
                          <a:solidFill>
                            <a:srgbClr val="000000"/>
                          </a:solidFill>
                          <a:latin typeface="Roboto"/>
                          <a:ea typeface="Roboto"/>
                          <a:cs typeface="Roboto"/>
                          <a:sym typeface="Roboto"/>
                        </a:rPr>
                        <a:t>    }</a:t>
                      </a:r>
                      <a:endParaRPr sz="1800" u="none" cap="none" strike="noStrike">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rPr b="0" i="0" lang="en-US" sz="1800" u="none" cap="none" strike="noStrike">
                          <a:solidFill>
                            <a:srgbClr val="000000"/>
                          </a:solidFill>
                          <a:latin typeface="Roboto"/>
                          <a:ea typeface="Roboto"/>
                          <a:cs typeface="Roboto"/>
                          <a:sym typeface="Roboto"/>
                        </a:rPr>
                        <a:t>static int phi(int n)</a:t>
                      </a:r>
                      <a:endParaRPr sz="1800" u="none" cap="none" strike="noStrike">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rPr b="0" i="0" lang="en-US" sz="1800" u="none" cap="none" strike="noStrike">
                          <a:solidFill>
                            <a:srgbClr val="000000"/>
                          </a:solidFill>
                          <a:latin typeface="Roboto"/>
                          <a:ea typeface="Roboto"/>
                          <a:cs typeface="Roboto"/>
                          <a:sym typeface="Roboto"/>
                        </a:rPr>
                        <a:t>    {</a:t>
                      </a:r>
                      <a:endParaRPr sz="1800" u="none" cap="none" strike="noStrike">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rPr b="0" i="0" lang="en-US" sz="1800" u="none" cap="none" strike="noStrike">
                          <a:solidFill>
                            <a:srgbClr val="000000"/>
                          </a:solidFill>
                          <a:latin typeface="Roboto"/>
                          <a:ea typeface="Roboto"/>
                          <a:cs typeface="Roboto"/>
                          <a:sym typeface="Roboto"/>
                        </a:rPr>
                        <a:t>        int result = 1;</a:t>
                      </a:r>
                      <a:endParaRPr sz="1800" u="none" cap="none" strike="noStrike">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rPr b="0" i="0" lang="en-US" sz="1800" u="none" cap="none" strike="noStrike">
                          <a:solidFill>
                            <a:srgbClr val="000000"/>
                          </a:solidFill>
                          <a:latin typeface="Roboto"/>
                          <a:ea typeface="Roboto"/>
                          <a:cs typeface="Roboto"/>
                          <a:sym typeface="Roboto"/>
                        </a:rPr>
                        <a:t>        for (int i = 2; i &lt; n; i++)</a:t>
                      </a:r>
                      <a:endParaRPr sz="1800" u="none" cap="none" strike="noStrike">
                        <a:latin typeface="Roboto"/>
                        <a:ea typeface="Roboto"/>
                        <a:cs typeface="Roboto"/>
                        <a:sym typeface="Roboto"/>
                      </a:endParaRPr>
                    </a:p>
                  </a:txBody>
                  <a:tcPr marT="60975" marB="60975" marR="121925" marL="1219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b="0" i="0" lang="en-US" sz="1800" u="none" cap="none" strike="noStrike">
                          <a:solidFill>
                            <a:srgbClr val="000000"/>
                          </a:solidFill>
                          <a:latin typeface="Roboto"/>
                          <a:ea typeface="Roboto"/>
                          <a:cs typeface="Roboto"/>
                          <a:sym typeface="Roboto"/>
                        </a:rPr>
                        <a:t>                if (gcd(i, n) == 1) </a:t>
                      </a:r>
                      <a:endParaRPr sz="1800" u="none" cap="none" strike="noStrike">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rPr b="0" i="0" lang="en-US" sz="1800" u="none" cap="none" strike="noStrike">
                          <a:solidFill>
                            <a:srgbClr val="000000"/>
                          </a:solidFill>
                          <a:latin typeface="Roboto"/>
                          <a:ea typeface="Roboto"/>
                          <a:cs typeface="Roboto"/>
                          <a:sym typeface="Roboto"/>
                        </a:rPr>
                        <a:t>                result++;</a:t>
                      </a:r>
                      <a:endParaRPr sz="1800" u="none" cap="none" strike="noStrike">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rPr b="0" i="0" lang="en-US" sz="1800" u="none" cap="none" strike="noStrike">
                          <a:solidFill>
                            <a:srgbClr val="000000"/>
                          </a:solidFill>
                          <a:latin typeface="Roboto"/>
                          <a:ea typeface="Roboto"/>
                          <a:cs typeface="Roboto"/>
                          <a:sym typeface="Roboto"/>
                        </a:rPr>
                        <a:t>                return result;</a:t>
                      </a:r>
                      <a:endParaRPr sz="1800" u="none" cap="none" strike="noStrike">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rPr b="0" i="0" lang="en-US" sz="1800" u="none" cap="none" strike="noStrike">
                          <a:solidFill>
                            <a:srgbClr val="000000"/>
                          </a:solidFill>
                          <a:latin typeface="Roboto"/>
                          <a:ea typeface="Roboto"/>
                          <a:cs typeface="Roboto"/>
                          <a:sym typeface="Roboto"/>
                        </a:rPr>
                        <a:t>    }</a:t>
                      </a:r>
                      <a:endParaRPr sz="1800" u="none" cap="none" strike="noStrike">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rPr b="0" i="0" lang="en-US" sz="1800" u="none" cap="none" strike="noStrike">
                          <a:solidFill>
                            <a:srgbClr val="000000"/>
                          </a:solidFill>
                          <a:latin typeface="Roboto"/>
                          <a:ea typeface="Roboto"/>
                          <a:cs typeface="Roboto"/>
                          <a:sym typeface="Roboto"/>
                        </a:rPr>
                        <a:t>public static void main(String[] args)</a:t>
                      </a:r>
                      <a:endParaRPr sz="1800" u="none" cap="none" strike="noStrike">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rPr b="0" i="0" lang="en-US" sz="1800" u="none" cap="none" strike="noStrike">
                          <a:solidFill>
                            <a:srgbClr val="000000"/>
                          </a:solidFill>
                          <a:latin typeface="Roboto"/>
                          <a:ea typeface="Roboto"/>
                          <a:cs typeface="Roboto"/>
                          <a:sym typeface="Roboto"/>
                        </a:rPr>
                        <a:t>    {</a:t>
                      </a:r>
                      <a:endParaRPr sz="1800" u="none" cap="none" strike="noStrike">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rPr b="0" i="0" lang="en-US" sz="1800" u="none" cap="none" strike="noStrike">
                          <a:solidFill>
                            <a:srgbClr val="000000"/>
                          </a:solidFill>
                          <a:latin typeface="Roboto"/>
                          <a:ea typeface="Roboto"/>
                          <a:cs typeface="Roboto"/>
                          <a:sym typeface="Roboto"/>
                        </a:rPr>
                        <a:t>        int n=5;</a:t>
                      </a:r>
                      <a:endParaRPr sz="1800" u="none" cap="none" strike="noStrike">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rPr b="0" i="0" lang="en-US" sz="1800" u="none" cap="none" strike="noStrike">
                          <a:solidFill>
                            <a:srgbClr val="000000"/>
                          </a:solidFill>
                          <a:latin typeface="Roboto"/>
                          <a:ea typeface="Roboto"/>
                          <a:cs typeface="Roboto"/>
                          <a:sym typeface="Roboto"/>
                        </a:rPr>
                        <a:t>    //Finding Phi for input n</a:t>
                      </a:r>
                      <a:endParaRPr sz="1800" u="none" cap="none" strike="noStrike">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rPr b="0" i="0" lang="en-US" sz="1800" u="none" cap="none" strike="noStrike">
                          <a:solidFill>
                            <a:srgbClr val="000000"/>
                          </a:solidFill>
                          <a:latin typeface="Roboto"/>
                          <a:ea typeface="Roboto"/>
                          <a:cs typeface="Roboto"/>
                          <a:sym typeface="Roboto"/>
                        </a:rPr>
                        <a:t>       </a:t>
                      </a:r>
                      <a:endParaRPr sz="1800" u="none" cap="none" strike="noStrike">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rPr b="0" i="0" lang="en-US" sz="1800" u="none" cap="none" strike="noStrike">
                          <a:solidFill>
                            <a:srgbClr val="000000"/>
                          </a:solidFill>
                          <a:latin typeface="Roboto"/>
                          <a:ea typeface="Roboto"/>
                          <a:cs typeface="Roboto"/>
                          <a:sym typeface="Roboto"/>
                        </a:rPr>
                        <a:t>            System.out.println(phi(n));</a:t>
                      </a:r>
                      <a:endParaRPr sz="1800" u="none" cap="none" strike="noStrike">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rPr b="0" i="0" lang="en-US" sz="1800" u="none" cap="none" strike="noStrike">
                          <a:solidFill>
                            <a:srgbClr val="000000"/>
                          </a:solidFill>
                          <a:latin typeface="Roboto"/>
                          <a:ea typeface="Roboto"/>
                          <a:cs typeface="Roboto"/>
                          <a:sym typeface="Roboto"/>
                        </a:rPr>
                        <a:t>    }</a:t>
                      </a:r>
                      <a:endParaRPr sz="1800" u="none" cap="none" strike="noStrike">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rPr b="0" i="0" lang="en-US" sz="1800" u="none" cap="none" strike="noStrike">
                          <a:solidFill>
                            <a:srgbClr val="000000"/>
                          </a:solidFill>
                          <a:latin typeface="Roboto"/>
                          <a:ea typeface="Roboto"/>
                          <a:cs typeface="Roboto"/>
                          <a:sym typeface="Roboto"/>
                        </a:rPr>
                        <a:t>}</a:t>
                      </a:r>
                      <a:endParaRPr sz="1800" u="none" cap="none" strike="noStrike">
                        <a:latin typeface="Roboto"/>
                        <a:ea typeface="Roboto"/>
                        <a:cs typeface="Roboto"/>
                        <a:sym typeface="Roboto"/>
                      </a:endParaRPr>
                    </a:p>
                  </a:txBody>
                  <a:tcPr marT="60975" marB="60975" marR="121925" marL="1219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sp>
        <p:nvSpPr>
          <p:cNvPr id="229" name="Google Shape;229;p13"/>
          <p:cNvSpPr txBox="1"/>
          <p:nvPr/>
        </p:nvSpPr>
        <p:spPr>
          <a:xfrm>
            <a:off x="4028051" y="6269488"/>
            <a:ext cx="6142891" cy="410379"/>
          </a:xfrm>
          <a:prstGeom prst="rect">
            <a:avLst/>
          </a:prstGeom>
          <a:noFill/>
          <a:ln>
            <a:noFill/>
          </a:ln>
        </p:spPr>
        <p:txBody>
          <a:bodyPr anchorCtr="0" anchor="t" bIns="60925" lIns="121900" spcFirstLastPara="1" rIns="121900" wrap="square" tIns="60925">
            <a:spAutoFit/>
          </a:bodyPr>
          <a:lstStyle/>
          <a:p>
            <a:pPr indent="0" lvl="0" marL="0" marR="0" rtl="0" algn="l">
              <a:spcBef>
                <a:spcPts val="0"/>
              </a:spcBef>
              <a:spcAft>
                <a:spcPts val="0"/>
              </a:spcAft>
              <a:buNone/>
            </a:pPr>
            <a:r>
              <a:rPr b="0" i="0" lang="en-US" sz="1800" u="none" cap="none" strike="noStrike">
                <a:solidFill>
                  <a:srgbClr val="000000"/>
                </a:solidFill>
                <a:latin typeface="Roboto"/>
                <a:ea typeface="Roboto"/>
                <a:cs typeface="Roboto"/>
                <a:sym typeface="Roboto"/>
              </a:rPr>
              <a:t>Time Complexity: O(N log N)</a:t>
            </a:r>
            <a:endParaRPr b="0" i="0" sz="1800" u="none" cap="none" strike="noStrike">
              <a:solidFill>
                <a:srgbClr val="000000"/>
              </a:solidFill>
              <a:latin typeface="Roboto"/>
              <a:ea typeface="Roboto"/>
              <a:cs typeface="Roboto"/>
              <a:sym typeface="Roboto"/>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14"/>
          <p:cNvSpPr/>
          <p:nvPr/>
        </p:nvSpPr>
        <p:spPr>
          <a:xfrm>
            <a:off x="740160" y="1221120"/>
            <a:ext cx="10059840" cy="1107941"/>
          </a:xfrm>
          <a:prstGeom prst="rect">
            <a:avLst/>
          </a:prstGeom>
          <a:noFill/>
          <a:ln>
            <a:noFill/>
          </a:ln>
        </p:spPr>
        <p:txBody>
          <a:bodyPr anchorCtr="0" anchor="t" bIns="60925" lIns="121900" spcFirstLastPara="1" rIns="121900" wrap="square" tIns="60925">
            <a:spAutoFit/>
          </a:bodyPr>
          <a:lstStyle/>
          <a:p>
            <a:pPr indent="0" lvl="0" marL="0" marR="0" rtl="0" algn="l">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spcBef>
                <a:spcPts val="0"/>
              </a:spcBef>
              <a:spcAft>
                <a:spcPts val="0"/>
              </a:spcAft>
              <a:buNone/>
            </a:pPr>
            <a:r>
              <a:t/>
            </a:r>
            <a:endParaRPr b="0" i="0" sz="1600" u="none" cap="none" strike="noStrike">
              <a:solidFill>
                <a:srgbClr val="000000"/>
              </a:solidFill>
              <a:latin typeface="Roboto"/>
              <a:ea typeface="Roboto"/>
              <a:cs typeface="Roboto"/>
              <a:sym typeface="Roboto"/>
            </a:endParaRPr>
          </a:p>
        </p:txBody>
      </p:sp>
      <p:sp>
        <p:nvSpPr>
          <p:cNvPr id="235" name="Google Shape;235;p14"/>
          <p:cNvSpPr/>
          <p:nvPr/>
        </p:nvSpPr>
        <p:spPr>
          <a:xfrm>
            <a:off x="740160" y="1221120"/>
            <a:ext cx="10059840" cy="1107941"/>
          </a:xfrm>
          <a:prstGeom prst="rect">
            <a:avLst/>
          </a:prstGeom>
          <a:noFill/>
          <a:ln>
            <a:noFill/>
          </a:ln>
        </p:spPr>
        <p:txBody>
          <a:bodyPr anchorCtr="0" anchor="t" bIns="60925" lIns="121900" spcFirstLastPara="1" rIns="121900" wrap="square" tIns="60925">
            <a:spAutoFit/>
          </a:bodyPr>
          <a:lstStyle/>
          <a:p>
            <a:pPr indent="0" lvl="0" marL="0" marR="0" rtl="0" algn="l">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spcBef>
                <a:spcPts val="0"/>
              </a:spcBef>
              <a:spcAft>
                <a:spcPts val="0"/>
              </a:spcAft>
              <a:buNone/>
            </a:pPr>
            <a:r>
              <a:t/>
            </a:r>
            <a:endParaRPr b="0" i="0" sz="1600" u="none" cap="none" strike="noStrike">
              <a:solidFill>
                <a:srgbClr val="000000"/>
              </a:solidFill>
              <a:latin typeface="Roboto"/>
              <a:ea typeface="Roboto"/>
              <a:cs typeface="Roboto"/>
              <a:sym typeface="Roboto"/>
            </a:endParaRPr>
          </a:p>
        </p:txBody>
      </p:sp>
      <p:sp>
        <p:nvSpPr>
          <p:cNvPr id="236" name="Google Shape;236;p14"/>
          <p:cNvSpPr txBox="1"/>
          <p:nvPr/>
        </p:nvSpPr>
        <p:spPr>
          <a:xfrm>
            <a:off x="880966" y="2054264"/>
            <a:ext cx="10430068" cy="3077711"/>
          </a:xfrm>
          <a:prstGeom prst="rect">
            <a:avLst/>
          </a:prstGeom>
          <a:noFill/>
          <a:ln>
            <a:noFill/>
          </a:ln>
        </p:spPr>
        <p:txBody>
          <a:bodyPr anchorCtr="0" anchor="t" bIns="60925" lIns="121900" spcFirstLastPara="1" rIns="121900" wrap="square" tIns="60925">
            <a:spAutoFit/>
          </a:bodyPr>
          <a:lstStyle/>
          <a:p>
            <a:pPr indent="0" lvl="0" marL="0" marR="0" rtl="0" algn="l">
              <a:lnSpc>
                <a:spcPct val="150000"/>
              </a:lnSpc>
              <a:spcBef>
                <a:spcPts val="0"/>
              </a:spcBef>
              <a:spcAft>
                <a:spcPts val="0"/>
              </a:spcAft>
              <a:buNone/>
            </a:pPr>
            <a:r>
              <a:rPr b="0" i="0" lang="en-US" sz="1600" u="none" cap="none" strike="noStrike">
                <a:solidFill>
                  <a:srgbClr val="000000"/>
                </a:solidFill>
                <a:latin typeface="Roboto"/>
                <a:ea typeface="Roboto"/>
                <a:cs typeface="Roboto"/>
                <a:sym typeface="Roboto"/>
              </a:rPr>
              <a:t>Algorithm</a:t>
            </a:r>
            <a:endParaRPr b="0" i="0" sz="16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None/>
            </a:pPr>
            <a:r>
              <a:rPr b="0" i="0" lang="en-US" sz="1600" u="none" cap="none" strike="noStrike">
                <a:solidFill>
                  <a:srgbClr val="000000"/>
                </a:solidFill>
                <a:latin typeface="Roboto"/>
                <a:ea typeface="Roboto"/>
                <a:cs typeface="Roboto"/>
                <a:sym typeface="Roboto"/>
              </a:rPr>
              <a:t>1) Initialize: result = n</a:t>
            </a:r>
            <a:endParaRPr b="0" i="0" sz="16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None/>
            </a:pPr>
            <a:r>
              <a:rPr b="0" i="0" lang="en-US" sz="1600" u="none" cap="none" strike="noStrike">
                <a:solidFill>
                  <a:srgbClr val="000000"/>
                </a:solidFill>
                <a:latin typeface="Roboto"/>
                <a:ea typeface="Roboto"/>
                <a:cs typeface="Roboto"/>
                <a:sym typeface="Roboto"/>
              </a:rPr>
              <a:t>2) Run a loop from 'p' = 2 to sqrt(n), do following for every 'p'.</a:t>
            </a:r>
            <a:endParaRPr b="0" i="0" sz="16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None/>
            </a:pPr>
            <a:r>
              <a:rPr b="0" i="0" lang="en-US" sz="1600" u="none" cap="none" strike="noStrike">
                <a:solidFill>
                  <a:srgbClr val="000000"/>
                </a:solidFill>
                <a:latin typeface="Roboto"/>
                <a:ea typeface="Roboto"/>
                <a:cs typeface="Roboto"/>
                <a:sym typeface="Roboto"/>
              </a:rPr>
              <a:t>     a) If p divides n, then </a:t>
            </a:r>
            <a:endParaRPr b="0" i="0" sz="16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None/>
            </a:pPr>
            <a:r>
              <a:rPr b="0" i="0" lang="en-US" sz="1600" u="none" cap="none" strike="noStrike">
                <a:solidFill>
                  <a:srgbClr val="000000"/>
                </a:solidFill>
                <a:latin typeface="Roboto"/>
                <a:ea typeface="Roboto"/>
                <a:cs typeface="Roboto"/>
                <a:sym typeface="Roboto"/>
              </a:rPr>
              <a:t>           Set: result = result * (1.0 - (1.0 / (float) p));</a:t>
            </a:r>
            <a:endParaRPr b="0" i="0" sz="16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None/>
            </a:pPr>
            <a:r>
              <a:rPr b="0" i="0" lang="en-US" sz="1600" u="none" cap="none" strike="noStrike">
                <a:solidFill>
                  <a:srgbClr val="000000"/>
                </a:solidFill>
                <a:latin typeface="Roboto"/>
                <a:ea typeface="Roboto"/>
                <a:cs typeface="Roboto"/>
                <a:sym typeface="Roboto"/>
              </a:rPr>
              <a:t>           Divide all occurrences of p in n.</a:t>
            </a:r>
            <a:endParaRPr b="0" i="0" sz="16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None/>
            </a:pPr>
            <a:r>
              <a:rPr b="0" i="0" lang="en-US" sz="1600" u="none" cap="none" strike="noStrike">
                <a:solidFill>
                  <a:srgbClr val="000000"/>
                </a:solidFill>
                <a:latin typeface="Roboto"/>
                <a:ea typeface="Roboto"/>
                <a:cs typeface="Roboto"/>
                <a:sym typeface="Roboto"/>
              </a:rPr>
              <a:t>3) Return the result  </a:t>
            </a:r>
            <a:endParaRPr b="0" i="0" sz="16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p:txBody>
      </p:sp>
      <p:sp>
        <p:nvSpPr>
          <p:cNvPr id="237" name="Google Shape;237;p14"/>
          <p:cNvSpPr txBox="1"/>
          <p:nvPr/>
        </p:nvSpPr>
        <p:spPr>
          <a:xfrm>
            <a:off x="756549" y="1221120"/>
            <a:ext cx="6096000" cy="451287"/>
          </a:xfrm>
          <a:prstGeom prst="rect">
            <a:avLst/>
          </a:prstGeom>
          <a:noFill/>
          <a:ln>
            <a:noFill/>
          </a:ln>
        </p:spPr>
        <p:txBody>
          <a:bodyPr anchorCtr="0" anchor="t" bIns="60925" lIns="121900" spcFirstLastPara="1" rIns="121900" wrap="square" tIns="60925">
            <a:spAutoFit/>
          </a:bodyPr>
          <a:lstStyle/>
          <a:p>
            <a:pPr indent="0" lvl="0" marL="0" marR="0" rtl="0" algn="l">
              <a:spcBef>
                <a:spcPts val="0"/>
              </a:spcBef>
              <a:spcAft>
                <a:spcPts val="0"/>
              </a:spcAft>
              <a:buNone/>
            </a:pPr>
            <a:r>
              <a:rPr b="1" i="0" lang="en-US" sz="2133" u="none" cap="none" strike="noStrike">
                <a:solidFill>
                  <a:srgbClr val="000000"/>
                </a:solidFill>
                <a:latin typeface="Roboto"/>
                <a:ea typeface="Roboto"/>
                <a:cs typeface="Roboto"/>
                <a:sym typeface="Roboto"/>
              </a:rPr>
              <a:t>Better Solution</a:t>
            </a:r>
            <a:endParaRPr b="1" i="0" sz="1867" u="none" cap="none" strike="noStrike">
              <a:solidFill>
                <a:srgbClr val="000000"/>
              </a:solidFill>
              <a:latin typeface="Roboto"/>
              <a:ea typeface="Roboto"/>
              <a:cs typeface="Roboto"/>
              <a:sym typeface="Roboto"/>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15"/>
          <p:cNvSpPr/>
          <p:nvPr/>
        </p:nvSpPr>
        <p:spPr>
          <a:xfrm>
            <a:off x="740160" y="1245739"/>
            <a:ext cx="10059840" cy="1107941"/>
          </a:xfrm>
          <a:prstGeom prst="rect">
            <a:avLst/>
          </a:prstGeom>
          <a:noFill/>
          <a:ln>
            <a:noFill/>
          </a:ln>
        </p:spPr>
        <p:txBody>
          <a:bodyPr anchorCtr="0" anchor="t" bIns="60925" lIns="121900" spcFirstLastPara="1" rIns="121900" wrap="square" tIns="60925">
            <a:spAutoFit/>
          </a:bodyPr>
          <a:lstStyle/>
          <a:p>
            <a:pPr indent="0" lvl="0" marL="0" marR="0" rtl="0" algn="l">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spcBef>
                <a:spcPts val="0"/>
              </a:spcBef>
              <a:spcAft>
                <a:spcPts val="0"/>
              </a:spcAft>
              <a:buNone/>
            </a:pPr>
            <a:r>
              <a:t/>
            </a:r>
            <a:endParaRPr b="0" i="0" sz="1600" u="none" cap="none" strike="noStrike">
              <a:solidFill>
                <a:srgbClr val="000000"/>
              </a:solidFill>
              <a:latin typeface="Roboto"/>
              <a:ea typeface="Roboto"/>
              <a:cs typeface="Roboto"/>
              <a:sym typeface="Roboto"/>
            </a:endParaRPr>
          </a:p>
        </p:txBody>
      </p:sp>
      <p:sp>
        <p:nvSpPr>
          <p:cNvPr id="243" name="Google Shape;243;p15"/>
          <p:cNvSpPr/>
          <p:nvPr/>
        </p:nvSpPr>
        <p:spPr>
          <a:xfrm>
            <a:off x="740160" y="1245739"/>
            <a:ext cx="10059840" cy="1107941"/>
          </a:xfrm>
          <a:prstGeom prst="rect">
            <a:avLst/>
          </a:prstGeom>
          <a:noFill/>
          <a:ln>
            <a:noFill/>
          </a:ln>
        </p:spPr>
        <p:txBody>
          <a:bodyPr anchorCtr="0" anchor="t" bIns="60925" lIns="121900" spcFirstLastPara="1" rIns="121900" wrap="square" tIns="60925">
            <a:spAutoFit/>
          </a:bodyPr>
          <a:lstStyle/>
          <a:p>
            <a:pPr indent="0" lvl="0" marL="0" marR="0" rtl="0" algn="l">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spcBef>
                <a:spcPts val="0"/>
              </a:spcBef>
              <a:spcAft>
                <a:spcPts val="0"/>
              </a:spcAft>
              <a:buNone/>
            </a:pPr>
            <a:r>
              <a:t/>
            </a:r>
            <a:endParaRPr b="0" i="0" sz="1600" u="none" cap="none" strike="noStrike">
              <a:solidFill>
                <a:srgbClr val="000000"/>
              </a:solidFill>
              <a:latin typeface="Roboto"/>
              <a:ea typeface="Roboto"/>
              <a:cs typeface="Roboto"/>
              <a:sym typeface="Roboto"/>
            </a:endParaRPr>
          </a:p>
        </p:txBody>
      </p:sp>
      <p:sp>
        <p:nvSpPr>
          <p:cNvPr id="244" name="Google Shape;244;p15"/>
          <p:cNvSpPr txBox="1"/>
          <p:nvPr/>
        </p:nvSpPr>
        <p:spPr>
          <a:xfrm>
            <a:off x="3048000" y="615303"/>
            <a:ext cx="6096000" cy="563231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chemeClr val="dk1"/>
                </a:solidFill>
                <a:latin typeface="Calibri"/>
                <a:ea typeface="Calibri"/>
                <a:cs typeface="Calibri"/>
                <a:sym typeface="Calibri"/>
              </a:rPr>
              <a:t>import java.io.*;</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class Main {</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static int phi(int n) {</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float result = n;</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for (int p = 2; p * p &lt;= n; ++p) {</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if (n % p == 0) {</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while (n % p == 0)</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n /= p;</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result *= (1.0 - (1.0 / (float) p));</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if (n &gt; 1)</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result -= result / n;</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return (int) result;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public static void main(String args[]) {</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int n = 35;</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System.out.println("phi(" + n + ") = " + phi(n));</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16"/>
          <p:cNvSpPr/>
          <p:nvPr/>
        </p:nvSpPr>
        <p:spPr>
          <a:xfrm>
            <a:off x="740160" y="1221120"/>
            <a:ext cx="10059840" cy="1107941"/>
          </a:xfrm>
          <a:prstGeom prst="rect">
            <a:avLst/>
          </a:prstGeom>
          <a:noFill/>
          <a:ln>
            <a:noFill/>
          </a:ln>
        </p:spPr>
        <p:txBody>
          <a:bodyPr anchorCtr="0" anchor="t" bIns="60925" lIns="121900" spcFirstLastPara="1" rIns="121900" wrap="square" tIns="60925">
            <a:spAutoFit/>
          </a:bodyPr>
          <a:lstStyle/>
          <a:p>
            <a:pPr indent="0" lvl="0" marL="0" marR="0" rtl="0" algn="l">
              <a:spcBef>
                <a:spcPts val="0"/>
              </a:spcBef>
              <a:spcAft>
                <a:spcPts val="0"/>
              </a:spcAft>
              <a:buNone/>
            </a:pPr>
            <a:r>
              <a:t/>
            </a:r>
            <a:endParaRPr sz="1600">
              <a:solidFill>
                <a:srgbClr val="000000"/>
              </a:solidFill>
              <a:latin typeface="Roboto"/>
              <a:ea typeface="Roboto"/>
              <a:cs typeface="Roboto"/>
              <a:sym typeface="Roboto"/>
            </a:endParaRPr>
          </a:p>
          <a:p>
            <a:pPr indent="0" lvl="0" marL="0" marR="0" rtl="0" algn="l">
              <a:spcBef>
                <a:spcPts val="0"/>
              </a:spcBef>
              <a:spcAft>
                <a:spcPts val="0"/>
              </a:spcAft>
              <a:buNone/>
            </a:pPr>
            <a:r>
              <a:t/>
            </a:r>
            <a:endParaRPr sz="1600">
              <a:solidFill>
                <a:srgbClr val="000000"/>
              </a:solidFill>
              <a:latin typeface="Roboto"/>
              <a:ea typeface="Roboto"/>
              <a:cs typeface="Roboto"/>
              <a:sym typeface="Roboto"/>
            </a:endParaRPr>
          </a:p>
          <a:p>
            <a:pPr indent="0" lvl="0" marL="0" marR="0" rtl="0" algn="l">
              <a:spcBef>
                <a:spcPts val="0"/>
              </a:spcBef>
              <a:spcAft>
                <a:spcPts val="0"/>
              </a:spcAft>
              <a:buNone/>
            </a:pPr>
            <a:r>
              <a:t/>
            </a:r>
            <a:endParaRPr sz="1600">
              <a:solidFill>
                <a:srgbClr val="000000"/>
              </a:solidFill>
              <a:latin typeface="Roboto"/>
              <a:ea typeface="Roboto"/>
              <a:cs typeface="Roboto"/>
              <a:sym typeface="Roboto"/>
            </a:endParaRPr>
          </a:p>
          <a:p>
            <a:pPr indent="0" lvl="0" marL="0" marR="0" rtl="0" algn="l">
              <a:spcBef>
                <a:spcPts val="0"/>
              </a:spcBef>
              <a:spcAft>
                <a:spcPts val="0"/>
              </a:spcAft>
              <a:buNone/>
            </a:pPr>
            <a:r>
              <a:t/>
            </a:r>
            <a:endParaRPr sz="1600">
              <a:solidFill>
                <a:srgbClr val="000000"/>
              </a:solidFill>
              <a:latin typeface="Roboto"/>
              <a:ea typeface="Roboto"/>
              <a:cs typeface="Roboto"/>
              <a:sym typeface="Roboto"/>
            </a:endParaRPr>
          </a:p>
        </p:txBody>
      </p:sp>
      <p:sp>
        <p:nvSpPr>
          <p:cNvPr id="250" name="Google Shape;250;p16"/>
          <p:cNvSpPr/>
          <p:nvPr/>
        </p:nvSpPr>
        <p:spPr>
          <a:xfrm>
            <a:off x="740160" y="1221120"/>
            <a:ext cx="10059840" cy="1107941"/>
          </a:xfrm>
          <a:prstGeom prst="rect">
            <a:avLst/>
          </a:prstGeom>
          <a:noFill/>
          <a:ln>
            <a:noFill/>
          </a:ln>
        </p:spPr>
        <p:txBody>
          <a:bodyPr anchorCtr="0" anchor="t" bIns="60925" lIns="121900" spcFirstLastPara="1" rIns="121900" wrap="square" tIns="60925">
            <a:spAutoFit/>
          </a:bodyPr>
          <a:lstStyle/>
          <a:p>
            <a:pPr indent="0" lvl="0" marL="0" marR="0" rtl="0" algn="l">
              <a:spcBef>
                <a:spcPts val="0"/>
              </a:spcBef>
              <a:spcAft>
                <a:spcPts val="0"/>
              </a:spcAft>
              <a:buNone/>
            </a:pPr>
            <a:r>
              <a:t/>
            </a:r>
            <a:endParaRPr sz="1600">
              <a:solidFill>
                <a:srgbClr val="000000"/>
              </a:solidFill>
              <a:latin typeface="Roboto"/>
              <a:ea typeface="Roboto"/>
              <a:cs typeface="Roboto"/>
              <a:sym typeface="Roboto"/>
            </a:endParaRPr>
          </a:p>
          <a:p>
            <a:pPr indent="0" lvl="0" marL="0" marR="0" rtl="0" algn="l">
              <a:spcBef>
                <a:spcPts val="0"/>
              </a:spcBef>
              <a:spcAft>
                <a:spcPts val="0"/>
              </a:spcAft>
              <a:buNone/>
            </a:pPr>
            <a:r>
              <a:t/>
            </a:r>
            <a:endParaRPr sz="1600">
              <a:solidFill>
                <a:srgbClr val="000000"/>
              </a:solidFill>
              <a:latin typeface="Roboto"/>
              <a:ea typeface="Roboto"/>
              <a:cs typeface="Roboto"/>
              <a:sym typeface="Roboto"/>
            </a:endParaRPr>
          </a:p>
          <a:p>
            <a:pPr indent="0" lvl="0" marL="0" marR="0" rtl="0" algn="l">
              <a:spcBef>
                <a:spcPts val="0"/>
              </a:spcBef>
              <a:spcAft>
                <a:spcPts val="0"/>
              </a:spcAft>
              <a:buNone/>
            </a:pPr>
            <a:r>
              <a:t/>
            </a:r>
            <a:endParaRPr sz="1600">
              <a:solidFill>
                <a:srgbClr val="000000"/>
              </a:solidFill>
              <a:latin typeface="Roboto"/>
              <a:ea typeface="Roboto"/>
              <a:cs typeface="Roboto"/>
              <a:sym typeface="Roboto"/>
            </a:endParaRPr>
          </a:p>
          <a:p>
            <a:pPr indent="0" lvl="0" marL="0" marR="0" rtl="0" algn="l">
              <a:spcBef>
                <a:spcPts val="0"/>
              </a:spcBef>
              <a:spcAft>
                <a:spcPts val="0"/>
              </a:spcAft>
              <a:buNone/>
            </a:pPr>
            <a:r>
              <a:t/>
            </a:r>
            <a:endParaRPr sz="1600">
              <a:solidFill>
                <a:srgbClr val="000000"/>
              </a:solidFill>
              <a:latin typeface="Roboto"/>
              <a:ea typeface="Roboto"/>
              <a:cs typeface="Roboto"/>
              <a:sym typeface="Roboto"/>
            </a:endParaRPr>
          </a:p>
        </p:txBody>
      </p:sp>
      <p:sp>
        <p:nvSpPr>
          <p:cNvPr id="251" name="Google Shape;251;p16"/>
          <p:cNvSpPr/>
          <p:nvPr/>
        </p:nvSpPr>
        <p:spPr>
          <a:xfrm>
            <a:off x="740167" y="1221134"/>
            <a:ext cx="10456800" cy="3323932"/>
          </a:xfrm>
          <a:prstGeom prst="rect">
            <a:avLst/>
          </a:prstGeom>
          <a:noFill/>
          <a:ln>
            <a:noFill/>
          </a:ln>
        </p:spPr>
        <p:txBody>
          <a:bodyPr anchorCtr="0" anchor="t" bIns="60925" lIns="121900" spcFirstLastPara="1" rIns="121900" wrap="square" tIns="60925">
            <a:spAutoFit/>
          </a:bodyPr>
          <a:lstStyle/>
          <a:p>
            <a:pPr indent="0" lvl="0" marL="0" marR="0" rtl="0" algn="l">
              <a:spcBef>
                <a:spcPts val="0"/>
              </a:spcBef>
              <a:spcAft>
                <a:spcPts val="0"/>
              </a:spcAft>
              <a:buNone/>
            </a:pPr>
            <a:r>
              <a:rPr b="1" lang="en-US" sz="1600">
                <a:solidFill>
                  <a:srgbClr val="000000"/>
                </a:solidFill>
                <a:latin typeface="Roboto"/>
                <a:ea typeface="Roboto"/>
                <a:cs typeface="Roboto"/>
                <a:sym typeface="Roboto"/>
              </a:rPr>
              <a:t>Better Solution </a:t>
            </a:r>
            <a:r>
              <a:rPr lang="en-US" sz="1600">
                <a:solidFill>
                  <a:srgbClr val="000000"/>
                </a:solidFill>
                <a:latin typeface="Roboto"/>
                <a:ea typeface="Roboto"/>
                <a:cs typeface="Roboto"/>
                <a:sym typeface="Roboto"/>
              </a:rPr>
              <a:t>- 2</a:t>
            </a:r>
            <a:endParaRPr sz="1600">
              <a:solidFill>
                <a:srgbClr val="000000"/>
              </a:solidFill>
              <a:latin typeface="Roboto"/>
              <a:ea typeface="Roboto"/>
              <a:cs typeface="Roboto"/>
              <a:sym typeface="Roboto"/>
            </a:endParaRPr>
          </a:p>
          <a:p>
            <a:pPr indent="0" lvl="0" marL="0" marR="0" rtl="0" algn="l">
              <a:spcBef>
                <a:spcPts val="0"/>
              </a:spcBef>
              <a:spcAft>
                <a:spcPts val="0"/>
              </a:spcAft>
              <a:buNone/>
            </a:pPr>
            <a:r>
              <a:t/>
            </a:r>
            <a:endParaRPr sz="1600">
              <a:solidFill>
                <a:srgbClr val="000000"/>
              </a:solidFill>
              <a:latin typeface="Roboto"/>
              <a:ea typeface="Roboto"/>
              <a:cs typeface="Roboto"/>
              <a:sym typeface="Roboto"/>
            </a:endParaRPr>
          </a:p>
          <a:p>
            <a:pPr indent="0" lvl="0" marL="0" marR="0" rtl="0" algn="l">
              <a:spcBef>
                <a:spcPts val="0"/>
              </a:spcBef>
              <a:spcAft>
                <a:spcPts val="0"/>
              </a:spcAft>
              <a:buNone/>
            </a:pPr>
            <a:r>
              <a:rPr lang="en-US" sz="1600">
                <a:solidFill>
                  <a:srgbClr val="000000"/>
                </a:solidFill>
                <a:latin typeface="Roboto"/>
                <a:ea typeface="Roboto"/>
                <a:cs typeface="Roboto"/>
                <a:sym typeface="Roboto"/>
              </a:rPr>
              <a:t>We can avoid floating-point calculations in the above method. The idea is to count all prime factors and their multiples and subtract this count from n to get the totient function value (Prime factors and multiples of prime factors won’t have GCD as 1) </a:t>
            </a:r>
            <a:endParaRPr sz="1600">
              <a:solidFill>
                <a:srgbClr val="000000"/>
              </a:solidFill>
              <a:latin typeface="Roboto"/>
              <a:ea typeface="Roboto"/>
              <a:cs typeface="Roboto"/>
              <a:sym typeface="Roboto"/>
            </a:endParaRPr>
          </a:p>
          <a:p>
            <a:pPr indent="0" lvl="0" marL="0" marR="0" rtl="0" algn="l">
              <a:spcBef>
                <a:spcPts val="0"/>
              </a:spcBef>
              <a:spcAft>
                <a:spcPts val="0"/>
              </a:spcAft>
              <a:buNone/>
            </a:pPr>
            <a:r>
              <a:t/>
            </a:r>
            <a:endParaRPr sz="1600">
              <a:solidFill>
                <a:srgbClr val="000000"/>
              </a:solidFill>
              <a:latin typeface="Roboto"/>
              <a:ea typeface="Roboto"/>
              <a:cs typeface="Roboto"/>
              <a:sym typeface="Roboto"/>
            </a:endParaRPr>
          </a:p>
          <a:p>
            <a:pPr indent="0" lvl="0" marL="0" marR="0" rtl="0" algn="l">
              <a:spcBef>
                <a:spcPts val="0"/>
              </a:spcBef>
              <a:spcAft>
                <a:spcPts val="0"/>
              </a:spcAft>
              <a:buNone/>
            </a:pPr>
            <a:r>
              <a:rPr lang="en-US" sz="1600">
                <a:solidFill>
                  <a:srgbClr val="000000"/>
                </a:solidFill>
                <a:latin typeface="Roboto"/>
                <a:ea typeface="Roboto"/>
                <a:cs typeface="Roboto"/>
                <a:sym typeface="Roboto"/>
              </a:rPr>
              <a:t>Algorithm</a:t>
            </a:r>
            <a:endParaRPr sz="1600">
              <a:solidFill>
                <a:srgbClr val="000000"/>
              </a:solidFill>
              <a:latin typeface="Roboto"/>
              <a:ea typeface="Roboto"/>
              <a:cs typeface="Roboto"/>
              <a:sym typeface="Roboto"/>
            </a:endParaRPr>
          </a:p>
          <a:p>
            <a:pPr indent="0" lvl="0" marL="0" marR="0" rtl="0" algn="l">
              <a:spcBef>
                <a:spcPts val="0"/>
              </a:spcBef>
              <a:spcAft>
                <a:spcPts val="0"/>
              </a:spcAft>
              <a:buNone/>
            </a:pPr>
            <a:r>
              <a:rPr lang="en-US" sz="1600">
                <a:solidFill>
                  <a:srgbClr val="000000"/>
                </a:solidFill>
                <a:latin typeface="Roboto"/>
                <a:ea typeface="Roboto"/>
                <a:cs typeface="Roboto"/>
                <a:sym typeface="Roboto"/>
              </a:rPr>
              <a:t>1) Initialize result as n</a:t>
            </a:r>
            <a:endParaRPr sz="1600">
              <a:solidFill>
                <a:srgbClr val="000000"/>
              </a:solidFill>
              <a:latin typeface="Roboto"/>
              <a:ea typeface="Roboto"/>
              <a:cs typeface="Roboto"/>
              <a:sym typeface="Roboto"/>
            </a:endParaRPr>
          </a:p>
          <a:p>
            <a:pPr indent="0" lvl="0" marL="0" marR="0" rtl="0" algn="l">
              <a:spcBef>
                <a:spcPts val="0"/>
              </a:spcBef>
              <a:spcAft>
                <a:spcPts val="0"/>
              </a:spcAft>
              <a:buNone/>
            </a:pPr>
            <a:r>
              <a:rPr lang="en-US" sz="1600">
                <a:solidFill>
                  <a:srgbClr val="000000"/>
                </a:solidFill>
                <a:latin typeface="Roboto"/>
                <a:ea typeface="Roboto"/>
                <a:cs typeface="Roboto"/>
                <a:sym typeface="Roboto"/>
              </a:rPr>
              <a:t>2) Consider every number 'p' (where 'p' varies from 2 to Φn). </a:t>
            </a:r>
            <a:endParaRPr sz="1600">
              <a:solidFill>
                <a:srgbClr val="000000"/>
              </a:solidFill>
              <a:latin typeface="Roboto"/>
              <a:ea typeface="Roboto"/>
              <a:cs typeface="Roboto"/>
              <a:sym typeface="Roboto"/>
            </a:endParaRPr>
          </a:p>
          <a:p>
            <a:pPr indent="0" lvl="0" marL="0" marR="0" rtl="0" algn="l">
              <a:spcBef>
                <a:spcPts val="0"/>
              </a:spcBef>
              <a:spcAft>
                <a:spcPts val="0"/>
              </a:spcAft>
              <a:buNone/>
            </a:pPr>
            <a:r>
              <a:rPr lang="en-US" sz="1600">
                <a:solidFill>
                  <a:srgbClr val="000000"/>
                </a:solidFill>
                <a:latin typeface="Roboto"/>
                <a:ea typeface="Roboto"/>
                <a:cs typeface="Roboto"/>
                <a:sym typeface="Roboto"/>
              </a:rPr>
              <a:t>   If p divides n, then do following</a:t>
            </a:r>
            <a:endParaRPr sz="1600">
              <a:solidFill>
                <a:srgbClr val="000000"/>
              </a:solidFill>
              <a:latin typeface="Roboto"/>
              <a:ea typeface="Roboto"/>
              <a:cs typeface="Roboto"/>
              <a:sym typeface="Roboto"/>
            </a:endParaRPr>
          </a:p>
          <a:p>
            <a:pPr indent="0" lvl="0" marL="0" marR="0" rtl="0" algn="l">
              <a:spcBef>
                <a:spcPts val="0"/>
              </a:spcBef>
              <a:spcAft>
                <a:spcPts val="0"/>
              </a:spcAft>
              <a:buNone/>
            </a:pPr>
            <a:r>
              <a:rPr lang="en-US" sz="1600">
                <a:solidFill>
                  <a:srgbClr val="000000"/>
                </a:solidFill>
                <a:latin typeface="Roboto"/>
                <a:ea typeface="Roboto"/>
                <a:cs typeface="Roboto"/>
                <a:sym typeface="Roboto"/>
              </a:rPr>
              <a:t>   a) Subtract all multiples of p from 1 to n [all multiples of p will have gcd more than 1 (at least p) with n]</a:t>
            </a:r>
            <a:endParaRPr sz="1600">
              <a:solidFill>
                <a:srgbClr val="000000"/>
              </a:solidFill>
              <a:latin typeface="Roboto"/>
              <a:ea typeface="Roboto"/>
              <a:cs typeface="Roboto"/>
              <a:sym typeface="Roboto"/>
            </a:endParaRPr>
          </a:p>
          <a:p>
            <a:pPr indent="0" lvl="0" marL="0" marR="0" rtl="0" algn="l">
              <a:spcBef>
                <a:spcPts val="0"/>
              </a:spcBef>
              <a:spcAft>
                <a:spcPts val="0"/>
              </a:spcAft>
              <a:buNone/>
            </a:pPr>
            <a:r>
              <a:rPr lang="en-US" sz="1600">
                <a:solidFill>
                  <a:srgbClr val="000000"/>
                </a:solidFill>
                <a:latin typeface="Roboto"/>
                <a:ea typeface="Roboto"/>
                <a:cs typeface="Roboto"/>
                <a:sym typeface="Roboto"/>
              </a:rPr>
              <a:t>   b) Update n by repeatedly dividing it by p.</a:t>
            </a:r>
            <a:endParaRPr sz="1600">
              <a:solidFill>
                <a:srgbClr val="000000"/>
              </a:solidFill>
              <a:latin typeface="Roboto"/>
              <a:ea typeface="Roboto"/>
              <a:cs typeface="Roboto"/>
              <a:sym typeface="Roboto"/>
            </a:endParaRPr>
          </a:p>
          <a:p>
            <a:pPr indent="0" lvl="0" marL="0" marR="0" rtl="0" algn="l">
              <a:spcBef>
                <a:spcPts val="0"/>
              </a:spcBef>
              <a:spcAft>
                <a:spcPts val="0"/>
              </a:spcAft>
              <a:buNone/>
            </a:pPr>
            <a:r>
              <a:rPr lang="en-US" sz="1600">
                <a:solidFill>
                  <a:srgbClr val="000000"/>
                </a:solidFill>
                <a:latin typeface="Roboto"/>
                <a:ea typeface="Roboto"/>
                <a:cs typeface="Roboto"/>
                <a:sym typeface="Roboto"/>
              </a:rPr>
              <a:t>3) If the reduced n is more than 1, then remove all multiples of n from result.</a:t>
            </a:r>
            <a:endParaRPr sz="1600">
              <a:solidFill>
                <a:srgbClr val="000000"/>
              </a:solidFill>
              <a:latin typeface="Roboto"/>
              <a:ea typeface="Roboto"/>
              <a:cs typeface="Roboto"/>
              <a:sym typeface="Roboto"/>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17"/>
          <p:cNvSpPr/>
          <p:nvPr/>
        </p:nvSpPr>
        <p:spPr>
          <a:xfrm>
            <a:off x="740160" y="1221120"/>
            <a:ext cx="10059840" cy="1107941"/>
          </a:xfrm>
          <a:prstGeom prst="rect">
            <a:avLst/>
          </a:prstGeom>
          <a:noFill/>
          <a:ln>
            <a:noFill/>
          </a:ln>
        </p:spPr>
        <p:txBody>
          <a:bodyPr anchorCtr="0" anchor="t" bIns="60925" lIns="121900" spcFirstLastPara="1" rIns="121900" wrap="square" tIns="60925">
            <a:spAutoFit/>
          </a:bodyPr>
          <a:lstStyle/>
          <a:p>
            <a:pPr indent="0" lvl="0" marL="0" marR="0" rtl="0" algn="l">
              <a:spcBef>
                <a:spcPts val="0"/>
              </a:spcBef>
              <a:spcAft>
                <a:spcPts val="0"/>
              </a:spcAft>
              <a:buNone/>
            </a:pPr>
            <a:r>
              <a:t/>
            </a:r>
            <a:endParaRPr sz="1600">
              <a:solidFill>
                <a:srgbClr val="000000"/>
              </a:solidFill>
              <a:latin typeface="Roboto"/>
              <a:ea typeface="Roboto"/>
              <a:cs typeface="Roboto"/>
              <a:sym typeface="Roboto"/>
            </a:endParaRPr>
          </a:p>
          <a:p>
            <a:pPr indent="0" lvl="0" marL="0" marR="0" rtl="0" algn="l">
              <a:spcBef>
                <a:spcPts val="0"/>
              </a:spcBef>
              <a:spcAft>
                <a:spcPts val="0"/>
              </a:spcAft>
              <a:buNone/>
            </a:pPr>
            <a:r>
              <a:t/>
            </a:r>
            <a:endParaRPr sz="1600">
              <a:solidFill>
                <a:srgbClr val="000000"/>
              </a:solidFill>
              <a:latin typeface="Roboto"/>
              <a:ea typeface="Roboto"/>
              <a:cs typeface="Roboto"/>
              <a:sym typeface="Roboto"/>
            </a:endParaRPr>
          </a:p>
          <a:p>
            <a:pPr indent="0" lvl="0" marL="0" marR="0" rtl="0" algn="l">
              <a:spcBef>
                <a:spcPts val="0"/>
              </a:spcBef>
              <a:spcAft>
                <a:spcPts val="0"/>
              </a:spcAft>
              <a:buNone/>
            </a:pPr>
            <a:r>
              <a:t/>
            </a:r>
            <a:endParaRPr sz="1600">
              <a:solidFill>
                <a:srgbClr val="000000"/>
              </a:solidFill>
              <a:latin typeface="Roboto"/>
              <a:ea typeface="Roboto"/>
              <a:cs typeface="Roboto"/>
              <a:sym typeface="Roboto"/>
            </a:endParaRPr>
          </a:p>
          <a:p>
            <a:pPr indent="0" lvl="0" marL="0" marR="0" rtl="0" algn="l">
              <a:spcBef>
                <a:spcPts val="0"/>
              </a:spcBef>
              <a:spcAft>
                <a:spcPts val="0"/>
              </a:spcAft>
              <a:buNone/>
            </a:pPr>
            <a:r>
              <a:t/>
            </a:r>
            <a:endParaRPr sz="1600">
              <a:solidFill>
                <a:srgbClr val="000000"/>
              </a:solidFill>
              <a:latin typeface="Roboto"/>
              <a:ea typeface="Roboto"/>
              <a:cs typeface="Roboto"/>
              <a:sym typeface="Roboto"/>
            </a:endParaRPr>
          </a:p>
        </p:txBody>
      </p:sp>
      <p:sp>
        <p:nvSpPr>
          <p:cNvPr id="257" name="Google Shape;257;p17"/>
          <p:cNvSpPr/>
          <p:nvPr/>
        </p:nvSpPr>
        <p:spPr>
          <a:xfrm>
            <a:off x="740160" y="1221120"/>
            <a:ext cx="10059840" cy="1107941"/>
          </a:xfrm>
          <a:prstGeom prst="rect">
            <a:avLst/>
          </a:prstGeom>
          <a:noFill/>
          <a:ln>
            <a:noFill/>
          </a:ln>
        </p:spPr>
        <p:txBody>
          <a:bodyPr anchorCtr="0" anchor="t" bIns="60925" lIns="121900" spcFirstLastPara="1" rIns="121900" wrap="square" tIns="60925">
            <a:spAutoFit/>
          </a:bodyPr>
          <a:lstStyle/>
          <a:p>
            <a:pPr indent="0" lvl="0" marL="0" marR="0" rtl="0" algn="l">
              <a:spcBef>
                <a:spcPts val="0"/>
              </a:spcBef>
              <a:spcAft>
                <a:spcPts val="0"/>
              </a:spcAft>
              <a:buNone/>
            </a:pPr>
            <a:r>
              <a:t/>
            </a:r>
            <a:endParaRPr sz="1600">
              <a:solidFill>
                <a:srgbClr val="000000"/>
              </a:solidFill>
              <a:latin typeface="Roboto"/>
              <a:ea typeface="Roboto"/>
              <a:cs typeface="Roboto"/>
              <a:sym typeface="Roboto"/>
            </a:endParaRPr>
          </a:p>
          <a:p>
            <a:pPr indent="0" lvl="0" marL="0" marR="0" rtl="0" algn="l">
              <a:spcBef>
                <a:spcPts val="0"/>
              </a:spcBef>
              <a:spcAft>
                <a:spcPts val="0"/>
              </a:spcAft>
              <a:buNone/>
            </a:pPr>
            <a:r>
              <a:t/>
            </a:r>
            <a:endParaRPr sz="1600">
              <a:solidFill>
                <a:srgbClr val="000000"/>
              </a:solidFill>
              <a:latin typeface="Roboto"/>
              <a:ea typeface="Roboto"/>
              <a:cs typeface="Roboto"/>
              <a:sym typeface="Roboto"/>
            </a:endParaRPr>
          </a:p>
          <a:p>
            <a:pPr indent="0" lvl="0" marL="0" marR="0" rtl="0" algn="l">
              <a:spcBef>
                <a:spcPts val="0"/>
              </a:spcBef>
              <a:spcAft>
                <a:spcPts val="0"/>
              </a:spcAft>
              <a:buNone/>
            </a:pPr>
            <a:r>
              <a:t/>
            </a:r>
            <a:endParaRPr sz="1600">
              <a:solidFill>
                <a:srgbClr val="000000"/>
              </a:solidFill>
              <a:latin typeface="Roboto"/>
              <a:ea typeface="Roboto"/>
              <a:cs typeface="Roboto"/>
              <a:sym typeface="Roboto"/>
            </a:endParaRPr>
          </a:p>
          <a:p>
            <a:pPr indent="0" lvl="0" marL="0" marR="0" rtl="0" algn="l">
              <a:spcBef>
                <a:spcPts val="0"/>
              </a:spcBef>
              <a:spcAft>
                <a:spcPts val="0"/>
              </a:spcAft>
              <a:buNone/>
            </a:pPr>
            <a:r>
              <a:t/>
            </a:r>
            <a:endParaRPr sz="1600">
              <a:solidFill>
                <a:srgbClr val="000000"/>
              </a:solidFill>
              <a:latin typeface="Roboto"/>
              <a:ea typeface="Roboto"/>
              <a:cs typeface="Roboto"/>
              <a:sym typeface="Roboto"/>
            </a:endParaRPr>
          </a:p>
        </p:txBody>
      </p:sp>
      <p:sp>
        <p:nvSpPr>
          <p:cNvPr id="258" name="Google Shape;258;p17"/>
          <p:cNvSpPr txBox="1"/>
          <p:nvPr/>
        </p:nvSpPr>
        <p:spPr>
          <a:xfrm>
            <a:off x="3048000" y="610136"/>
            <a:ext cx="6096000" cy="600164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Roboto"/>
                <a:ea typeface="Roboto"/>
                <a:cs typeface="Roboto"/>
                <a:sym typeface="Roboto"/>
              </a:rPr>
              <a:t>import java.io.*;</a:t>
            </a:r>
            <a:endParaRPr sz="16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Roboto"/>
                <a:ea typeface="Roboto"/>
                <a:cs typeface="Roboto"/>
                <a:sym typeface="Roboto"/>
              </a:rPr>
              <a:t>class </a:t>
            </a:r>
            <a:r>
              <a:rPr lang="en-US" sz="1600" u="none" cap="none" strike="noStrike">
                <a:solidFill>
                  <a:schemeClr val="dk1"/>
                </a:solidFill>
                <a:latin typeface="Roboto"/>
                <a:ea typeface="Roboto"/>
                <a:cs typeface="Roboto"/>
                <a:sym typeface="Roboto"/>
              </a:rPr>
              <a:t>Main</a:t>
            </a:r>
            <a:endParaRPr b="0" i="0" sz="16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Roboto"/>
                <a:ea typeface="Roboto"/>
                <a:cs typeface="Roboto"/>
                <a:sym typeface="Roboto"/>
              </a:rPr>
              <a:t>{</a:t>
            </a:r>
            <a:endParaRPr sz="16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Roboto"/>
                <a:ea typeface="Roboto"/>
                <a:cs typeface="Roboto"/>
                <a:sym typeface="Roboto"/>
              </a:rPr>
              <a:t>static int phi(int n)</a:t>
            </a:r>
            <a:endParaRPr sz="16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Roboto"/>
                <a:ea typeface="Roboto"/>
                <a:cs typeface="Roboto"/>
                <a:sym typeface="Roboto"/>
              </a:rPr>
              <a:t>{</a:t>
            </a:r>
            <a:endParaRPr sz="16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Roboto"/>
                <a:ea typeface="Roboto"/>
                <a:cs typeface="Roboto"/>
                <a:sym typeface="Roboto"/>
              </a:rPr>
              <a:t>    int result = n;</a:t>
            </a:r>
            <a:endParaRPr sz="16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Roboto"/>
                <a:ea typeface="Roboto"/>
                <a:cs typeface="Roboto"/>
                <a:sym typeface="Roboto"/>
              </a:rPr>
              <a:t>    for (int p = 2; p * p &lt;= n; ++p)</a:t>
            </a:r>
            <a:endParaRPr sz="16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Roboto"/>
                <a:ea typeface="Roboto"/>
                <a:cs typeface="Roboto"/>
                <a:sym typeface="Roboto"/>
              </a:rPr>
              <a:t>    {    </a:t>
            </a:r>
            <a:endParaRPr sz="16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Roboto"/>
                <a:ea typeface="Roboto"/>
                <a:cs typeface="Roboto"/>
                <a:sym typeface="Roboto"/>
              </a:rPr>
              <a:t>        if (n % p == 0)</a:t>
            </a:r>
            <a:endParaRPr sz="16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Roboto"/>
                <a:ea typeface="Roboto"/>
                <a:cs typeface="Roboto"/>
                <a:sym typeface="Roboto"/>
              </a:rPr>
              <a:t>        {</a:t>
            </a:r>
            <a:endParaRPr sz="16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Roboto"/>
                <a:ea typeface="Roboto"/>
                <a:cs typeface="Roboto"/>
                <a:sym typeface="Roboto"/>
              </a:rPr>
              <a:t>            while (n % p == 0)</a:t>
            </a:r>
            <a:endParaRPr sz="16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Roboto"/>
                <a:ea typeface="Roboto"/>
                <a:cs typeface="Roboto"/>
                <a:sym typeface="Roboto"/>
              </a:rPr>
              <a:t>                n /= p;</a:t>
            </a:r>
            <a:endParaRPr sz="16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Roboto"/>
                <a:ea typeface="Roboto"/>
                <a:cs typeface="Roboto"/>
                <a:sym typeface="Roboto"/>
              </a:rPr>
              <a:t>            result -= result / p;</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Roboto"/>
                <a:ea typeface="Roboto"/>
                <a:cs typeface="Roboto"/>
                <a:sym typeface="Roboto"/>
              </a:rPr>
              <a:t>}}</a:t>
            </a:r>
            <a:endParaRPr sz="16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Roboto"/>
                <a:ea typeface="Roboto"/>
                <a:cs typeface="Roboto"/>
                <a:sym typeface="Roboto"/>
              </a:rPr>
              <a:t>    if (n &gt; 1)</a:t>
            </a:r>
            <a:endParaRPr sz="16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Roboto"/>
                <a:ea typeface="Roboto"/>
                <a:cs typeface="Roboto"/>
                <a:sym typeface="Roboto"/>
              </a:rPr>
              <a:t>        result -= result / n;</a:t>
            </a:r>
            <a:endParaRPr sz="16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Roboto"/>
                <a:ea typeface="Roboto"/>
                <a:cs typeface="Roboto"/>
                <a:sym typeface="Roboto"/>
              </a:rPr>
              <a:t>    return result;</a:t>
            </a:r>
            <a:endParaRPr sz="16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Roboto"/>
                <a:ea typeface="Roboto"/>
                <a:cs typeface="Roboto"/>
                <a:sym typeface="Roboto"/>
              </a:rPr>
              <a:t>}</a:t>
            </a:r>
            <a:endParaRPr sz="16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Roboto"/>
                <a:ea typeface="Roboto"/>
                <a:cs typeface="Roboto"/>
                <a:sym typeface="Roboto"/>
              </a:rPr>
              <a:t>public static void main (String[] args)</a:t>
            </a:r>
            <a:endParaRPr sz="16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Roboto"/>
                <a:ea typeface="Roboto"/>
                <a:cs typeface="Roboto"/>
                <a:sym typeface="Roboto"/>
              </a:rPr>
              <a:t>{</a:t>
            </a:r>
            <a:endParaRPr sz="16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Roboto"/>
                <a:ea typeface="Roboto"/>
                <a:cs typeface="Roboto"/>
                <a:sym typeface="Roboto"/>
              </a:rPr>
              <a:t>    int n=1000;</a:t>
            </a:r>
            <a:endParaRPr sz="16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Roboto"/>
                <a:ea typeface="Roboto"/>
                <a:cs typeface="Roboto"/>
                <a:sym typeface="Roboto"/>
              </a:rPr>
              <a:t>    System.out.println(phi(n));</a:t>
            </a:r>
            <a:endParaRPr sz="16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Roboto"/>
                <a:ea typeface="Roboto"/>
                <a:cs typeface="Roboto"/>
                <a:sym typeface="Roboto"/>
              </a:rPr>
              <a:t>}</a:t>
            </a:r>
            <a:endParaRPr sz="16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Roboto"/>
                <a:ea typeface="Roboto"/>
                <a:cs typeface="Roboto"/>
                <a:sym typeface="Roboto"/>
              </a:rPr>
              <a:t>}</a:t>
            </a:r>
            <a:endParaRPr sz="1600" u="none" cap="none" strike="noStrike">
              <a:solidFill>
                <a:schemeClr val="dk1"/>
              </a:solidFill>
              <a:latin typeface="Roboto"/>
              <a:ea typeface="Roboto"/>
              <a:cs typeface="Roboto"/>
              <a:sym typeface="Roboto"/>
            </a:endParaRPr>
          </a:p>
        </p:txBody>
      </p:sp>
      <p:sp>
        <p:nvSpPr>
          <p:cNvPr id="259" name="Google Shape;259;p17"/>
          <p:cNvSpPr txBox="1"/>
          <p:nvPr/>
        </p:nvSpPr>
        <p:spPr>
          <a:xfrm>
            <a:off x="324464" y="425470"/>
            <a:ext cx="6096000"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lang="en-US" sz="1800" u="none" cap="none" strike="noStrike">
                <a:solidFill>
                  <a:schemeClr val="dk1"/>
                </a:solidFill>
                <a:latin typeface="Roboto"/>
                <a:ea typeface="Roboto"/>
                <a:cs typeface="Roboto"/>
                <a:sym typeface="Roboto"/>
              </a:rPr>
              <a:t>Program</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g2e22fa3ebca_0_0"/>
          <p:cNvSpPr txBox="1"/>
          <p:nvPr>
            <p:ph type="title"/>
          </p:nvPr>
        </p:nvSpPr>
        <p:spPr>
          <a:xfrm>
            <a:off x="554133" y="791156"/>
            <a:ext cx="15147600" cy="1017900"/>
          </a:xfrm>
          <a:prstGeom prst="rect">
            <a:avLst/>
          </a:prstGeom>
          <a:noFill/>
          <a:ln>
            <a:noFill/>
          </a:ln>
        </p:spPr>
        <p:txBody>
          <a:bodyPr anchorCtr="0" anchor="t" bIns="121900" lIns="121900" spcFirstLastPara="1" rIns="121900" wrap="square" tIns="121900">
            <a:normAutofit/>
          </a:bodyPr>
          <a:lstStyle/>
          <a:p>
            <a:pPr indent="0" lvl="0" marL="0" rtl="0" algn="l">
              <a:lnSpc>
                <a:spcPct val="100000"/>
              </a:lnSpc>
              <a:spcBef>
                <a:spcPts val="0"/>
              </a:spcBef>
              <a:spcAft>
                <a:spcPts val="0"/>
              </a:spcAft>
              <a:buSzPts val="4100"/>
              <a:buNone/>
            </a:pPr>
            <a:r>
              <a:t/>
            </a:r>
            <a:endParaRPr/>
          </a:p>
        </p:txBody>
      </p:sp>
      <p:sp>
        <p:nvSpPr>
          <p:cNvPr id="265" name="Google Shape;265;g2e22fa3ebca_0_0"/>
          <p:cNvSpPr txBox="1"/>
          <p:nvPr>
            <p:ph idx="1" type="body"/>
          </p:nvPr>
        </p:nvSpPr>
        <p:spPr>
          <a:xfrm>
            <a:off x="554133" y="2048844"/>
            <a:ext cx="15147600" cy="6073500"/>
          </a:xfrm>
          <a:prstGeom prst="rect">
            <a:avLst/>
          </a:prstGeom>
          <a:noFill/>
          <a:ln>
            <a:noFill/>
          </a:ln>
        </p:spPr>
        <p:txBody>
          <a:bodyPr anchorCtr="0" anchor="t" bIns="121900" lIns="121900" spcFirstLastPara="1" rIns="121900" wrap="square" tIns="121900">
            <a:normAutofit/>
          </a:bodyPr>
          <a:lstStyle/>
          <a:p>
            <a:pPr indent="0" lvl="0" marL="0" rtl="0" algn="l">
              <a:lnSpc>
                <a:spcPct val="115000"/>
              </a:lnSpc>
              <a:spcBef>
                <a:spcPts val="0"/>
              </a:spcBef>
              <a:spcAft>
                <a:spcPts val="1600"/>
              </a:spcAft>
              <a:buSzPts val="2400"/>
              <a:buNone/>
            </a:pPr>
            <a:r>
              <a:t/>
            </a:r>
            <a:endParaRPr/>
          </a:p>
        </p:txBody>
      </p:sp>
      <p:pic>
        <p:nvPicPr>
          <p:cNvPr id="266" name="Google Shape;266;g2e22fa3ebca_0_0"/>
          <p:cNvPicPr preferRelativeResize="0"/>
          <p:nvPr/>
        </p:nvPicPr>
        <p:blipFill rotWithShape="1">
          <a:blip r:embed="rId3">
            <a:alphaModFix/>
          </a:blip>
          <a:srcRect b="0" l="0" r="0" t="0"/>
          <a:stretch/>
        </p:blipFill>
        <p:spPr>
          <a:xfrm>
            <a:off x="0" y="0"/>
            <a:ext cx="12192005" cy="6858003"/>
          </a:xfrm>
          <a:prstGeom prst="rect">
            <a:avLst/>
          </a:prstGeom>
          <a:noFill/>
          <a:ln>
            <a:noFill/>
          </a:ln>
        </p:spPr>
      </p:pic>
      <p:pic>
        <p:nvPicPr>
          <p:cNvPr id="267" name="Google Shape;267;g2e22fa3ebca_0_0"/>
          <p:cNvPicPr preferRelativeResize="0"/>
          <p:nvPr/>
        </p:nvPicPr>
        <p:blipFill rotWithShape="1">
          <a:blip r:embed="rId4">
            <a:alphaModFix/>
          </a:blip>
          <a:srcRect b="0" l="0" r="0" t="0"/>
          <a:stretch/>
        </p:blipFill>
        <p:spPr>
          <a:xfrm>
            <a:off x="0" y="0"/>
            <a:ext cx="12192005" cy="6858003"/>
          </a:xfrm>
          <a:prstGeom prst="rect">
            <a:avLst/>
          </a:prstGeom>
          <a:noFill/>
          <a:ln>
            <a:noFill/>
          </a:ln>
        </p:spPr>
      </p:pic>
      <p:sp>
        <p:nvSpPr>
          <p:cNvPr id="268" name="Google Shape;268;g2e22fa3ebca_0_0"/>
          <p:cNvSpPr txBox="1"/>
          <p:nvPr/>
        </p:nvSpPr>
        <p:spPr>
          <a:xfrm>
            <a:off x="168149" y="2812973"/>
            <a:ext cx="6711300" cy="908100"/>
          </a:xfrm>
          <a:prstGeom prst="rect">
            <a:avLst/>
          </a:prstGeom>
          <a:noFill/>
          <a:ln>
            <a:noFill/>
          </a:ln>
        </p:spPr>
        <p:txBody>
          <a:bodyPr anchorCtr="0" anchor="t" bIns="121900" lIns="121900" spcFirstLastPara="1" rIns="121900" wrap="square" tIns="121900">
            <a:spAutoFit/>
          </a:bodyPr>
          <a:lstStyle/>
          <a:p>
            <a:pPr indent="0" lvl="0" marL="0" marR="0" rtl="0" algn="l">
              <a:lnSpc>
                <a:spcPct val="115000"/>
              </a:lnSpc>
              <a:spcBef>
                <a:spcPts val="0"/>
              </a:spcBef>
              <a:spcAft>
                <a:spcPts val="0"/>
              </a:spcAft>
              <a:buClr>
                <a:srgbClr val="000000"/>
              </a:buClr>
              <a:buSzPts val="4300"/>
              <a:buFont typeface="Arial"/>
              <a:buNone/>
            </a:pPr>
            <a:r>
              <a:rPr b="1" i="0" lang="en-US" sz="4300" u="none" cap="none" strike="noStrike">
                <a:solidFill>
                  <a:srgbClr val="00B0F0"/>
                </a:solidFill>
                <a:latin typeface="Roboto Black"/>
                <a:ea typeface="Roboto Black"/>
                <a:cs typeface="Roboto Black"/>
                <a:sym typeface="Roboto Black"/>
              </a:rPr>
              <a:t>INTERVIEW QUESTIONS</a:t>
            </a:r>
            <a:endParaRPr sz="1900"/>
          </a:p>
        </p:txBody>
      </p:sp>
      <p:sp>
        <p:nvSpPr>
          <p:cNvPr id="269" name="Google Shape;269;g2e22fa3ebca_0_0"/>
          <p:cNvSpPr txBox="1"/>
          <p:nvPr/>
        </p:nvSpPr>
        <p:spPr>
          <a:xfrm>
            <a:off x="1387707" y="1811532"/>
            <a:ext cx="4272000" cy="415500"/>
          </a:xfrm>
          <a:prstGeom prst="rect">
            <a:avLst/>
          </a:prstGeom>
          <a:noFill/>
          <a:ln>
            <a:noFill/>
          </a:ln>
        </p:spPr>
        <p:txBody>
          <a:bodyPr anchorCtr="0" anchor="t" bIns="60925" lIns="121900" spcFirstLastPara="1" rIns="121900" wrap="square" tIns="60925">
            <a:spAutoFit/>
          </a:bodyPr>
          <a:lstStyle/>
          <a:p>
            <a:pPr indent="-266700" lvl="0" marL="381000" marR="0" rtl="0" algn="l">
              <a:lnSpc>
                <a:spcPct val="150000"/>
              </a:lnSpc>
              <a:spcBef>
                <a:spcPts val="0"/>
              </a:spcBef>
              <a:spcAft>
                <a:spcPts val="0"/>
              </a:spcAft>
              <a:buClr>
                <a:srgbClr val="000000"/>
              </a:buClr>
              <a:buSzPts val="1900"/>
              <a:buFont typeface="Noto Sans Symbols"/>
              <a:buNone/>
            </a:pPr>
            <a:r>
              <a:t/>
            </a:r>
            <a:endParaRPr b="0" i="0" sz="1900" u="none" cap="none" strike="noStrike">
              <a:solidFill>
                <a:srgbClr val="000000"/>
              </a:solidFill>
              <a:latin typeface="Roboto"/>
              <a:ea typeface="Roboto"/>
              <a:cs typeface="Roboto"/>
              <a:sym typeface="Roboto"/>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18"/>
          <p:cNvSpPr/>
          <p:nvPr/>
        </p:nvSpPr>
        <p:spPr>
          <a:xfrm>
            <a:off x="1343469" y="1327169"/>
            <a:ext cx="8444400" cy="5868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50000"/>
              </a:lnSpc>
              <a:spcBef>
                <a:spcPts val="0"/>
              </a:spcBef>
              <a:spcAft>
                <a:spcPts val="0"/>
              </a:spcAft>
              <a:buNone/>
            </a:pPr>
            <a:r>
              <a:t/>
            </a:r>
            <a:endParaRPr sz="2400">
              <a:solidFill>
                <a:srgbClr val="0C0C0C"/>
              </a:solidFill>
              <a:latin typeface="Roboto"/>
              <a:ea typeface="Roboto"/>
              <a:cs typeface="Roboto"/>
              <a:sym typeface="Roboto"/>
            </a:endParaRPr>
          </a:p>
        </p:txBody>
      </p:sp>
      <p:sp>
        <p:nvSpPr>
          <p:cNvPr id="275" name="Google Shape;275;p18"/>
          <p:cNvSpPr txBox="1"/>
          <p:nvPr/>
        </p:nvSpPr>
        <p:spPr>
          <a:xfrm>
            <a:off x="808000" y="1709514"/>
            <a:ext cx="10822800" cy="1025867"/>
          </a:xfrm>
          <a:prstGeom prst="rect">
            <a:avLst/>
          </a:prstGeom>
          <a:noFill/>
          <a:ln>
            <a:noFill/>
          </a:ln>
        </p:spPr>
        <p:txBody>
          <a:bodyPr anchorCtr="0" anchor="t" bIns="60925" lIns="121900" spcFirstLastPara="1" rIns="121900" wrap="square" tIns="60925">
            <a:spAutoFit/>
          </a:bodyPr>
          <a:lstStyle/>
          <a:p>
            <a:pPr indent="0" lvl="0" marL="0" marR="0" rtl="0" algn="l">
              <a:lnSpc>
                <a:spcPct val="200000"/>
              </a:lnSpc>
              <a:spcBef>
                <a:spcPts val="1600"/>
              </a:spcBef>
              <a:spcAft>
                <a:spcPts val="1600"/>
              </a:spcAft>
              <a:buNone/>
            </a:pPr>
            <a:r>
              <a:rPr lang="en-US" sz="1600">
                <a:solidFill>
                  <a:schemeClr val="dk1"/>
                </a:solidFill>
                <a:latin typeface="Roboto"/>
                <a:ea typeface="Roboto"/>
                <a:cs typeface="Roboto"/>
                <a:sym typeface="Roboto"/>
              </a:rPr>
              <a:t> What is Euler's Phi algorithm?</a:t>
            </a:r>
            <a:endParaRPr sz="1600">
              <a:solidFill>
                <a:schemeClr val="dk1"/>
              </a:solidFill>
              <a:latin typeface="Roboto"/>
              <a:ea typeface="Roboto"/>
              <a:cs typeface="Roboto"/>
              <a:sym typeface="Roboto"/>
            </a:endParaRPr>
          </a:p>
        </p:txBody>
      </p:sp>
      <p:sp>
        <p:nvSpPr>
          <p:cNvPr id="276" name="Google Shape;276;p18"/>
          <p:cNvSpPr txBox="1"/>
          <p:nvPr/>
        </p:nvSpPr>
        <p:spPr>
          <a:xfrm>
            <a:off x="1418800" y="2861201"/>
            <a:ext cx="9601200" cy="2133877"/>
          </a:xfrm>
          <a:prstGeom prst="rect">
            <a:avLst/>
          </a:prstGeom>
          <a:noFill/>
          <a:ln>
            <a:noFill/>
          </a:ln>
        </p:spPr>
        <p:txBody>
          <a:bodyPr anchorCtr="0" anchor="t" bIns="121900" lIns="121900" spcFirstLastPara="1" rIns="121900" wrap="square" tIns="121900">
            <a:spAutoFit/>
          </a:bodyPr>
          <a:lstStyle/>
          <a:p>
            <a:pPr indent="0" lvl="0" marL="0" marR="0" rtl="0" algn="l">
              <a:lnSpc>
                <a:spcPct val="200000"/>
              </a:lnSpc>
              <a:spcBef>
                <a:spcPts val="1600"/>
              </a:spcBef>
              <a:spcAft>
                <a:spcPts val="1600"/>
              </a:spcAft>
              <a:buNone/>
            </a:pPr>
            <a:r>
              <a:rPr lang="en-US" sz="1600">
                <a:solidFill>
                  <a:schemeClr val="dk1"/>
                </a:solidFill>
                <a:latin typeface="Roboto"/>
                <a:ea typeface="Roboto"/>
                <a:cs typeface="Roboto"/>
                <a:sym typeface="Roboto"/>
              </a:rPr>
              <a:t>Answer: Euler's Phi algorithm is a mathematical algorithm used to calculate the totient function of a given number. The totient function (φ(n)) is the number of positive integers less than or equal to n that are relatively prime to n.</a:t>
            </a:r>
            <a:endParaRPr sz="1600">
              <a:solidFill>
                <a:schemeClr val="dk1"/>
              </a:solidFill>
              <a:latin typeface="Roboto"/>
              <a:ea typeface="Roboto"/>
              <a:cs typeface="Roboto"/>
              <a:sym typeface="Roboto"/>
            </a:endParaRPr>
          </a:p>
        </p:txBody>
      </p:sp>
      <p:sp>
        <p:nvSpPr>
          <p:cNvPr id="277" name="Google Shape;277;p18"/>
          <p:cNvSpPr txBox="1"/>
          <p:nvPr/>
        </p:nvSpPr>
        <p:spPr>
          <a:xfrm>
            <a:off x="122130" y="445025"/>
            <a:ext cx="6341565" cy="821733"/>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None/>
            </a:pPr>
            <a:r>
              <a:rPr lang="en-US" sz="3600">
                <a:solidFill>
                  <a:srgbClr val="00B0F0"/>
                </a:solidFill>
                <a:latin typeface="Roboto Black"/>
                <a:ea typeface="Roboto Black"/>
                <a:cs typeface="Roboto Black"/>
                <a:sym typeface="Roboto Black"/>
              </a:rPr>
              <a:t>Interview questions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19"/>
          <p:cNvSpPr/>
          <p:nvPr/>
        </p:nvSpPr>
        <p:spPr>
          <a:xfrm>
            <a:off x="1343469" y="1327169"/>
            <a:ext cx="8444400" cy="5868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50000"/>
              </a:lnSpc>
              <a:spcBef>
                <a:spcPts val="0"/>
              </a:spcBef>
              <a:spcAft>
                <a:spcPts val="0"/>
              </a:spcAft>
              <a:buNone/>
            </a:pPr>
            <a:r>
              <a:t/>
            </a:r>
            <a:endParaRPr sz="2400">
              <a:solidFill>
                <a:srgbClr val="0C0C0C"/>
              </a:solidFill>
              <a:latin typeface="Roboto"/>
              <a:ea typeface="Roboto"/>
              <a:cs typeface="Roboto"/>
              <a:sym typeface="Roboto"/>
            </a:endParaRPr>
          </a:p>
        </p:txBody>
      </p:sp>
      <p:sp>
        <p:nvSpPr>
          <p:cNvPr id="283" name="Google Shape;283;p19"/>
          <p:cNvSpPr txBox="1"/>
          <p:nvPr/>
        </p:nvSpPr>
        <p:spPr>
          <a:xfrm>
            <a:off x="808000" y="1709514"/>
            <a:ext cx="10822800" cy="816579"/>
          </a:xfrm>
          <a:prstGeom prst="rect">
            <a:avLst/>
          </a:prstGeom>
          <a:noFill/>
          <a:ln>
            <a:noFill/>
          </a:ln>
        </p:spPr>
        <p:txBody>
          <a:bodyPr anchorCtr="0" anchor="t" bIns="60925" lIns="121900" spcFirstLastPara="1" rIns="121900" wrap="square" tIns="60925">
            <a:spAutoFit/>
          </a:bodyPr>
          <a:lstStyle/>
          <a:p>
            <a:pPr indent="0" lvl="0" marL="0" marR="0" rtl="0" algn="l">
              <a:lnSpc>
                <a:spcPct val="115000"/>
              </a:lnSpc>
              <a:spcBef>
                <a:spcPts val="1600"/>
              </a:spcBef>
              <a:spcAft>
                <a:spcPts val="1600"/>
              </a:spcAft>
              <a:buNone/>
            </a:pPr>
            <a:r>
              <a:rPr lang="en-US" sz="1600">
                <a:solidFill>
                  <a:schemeClr val="dk1"/>
                </a:solidFill>
                <a:latin typeface="Roboto"/>
                <a:ea typeface="Roboto"/>
                <a:cs typeface="Roboto"/>
                <a:sym typeface="Roboto"/>
              </a:rPr>
              <a:t> What is the time complexity of Euler's Phi algorithm?</a:t>
            </a:r>
            <a:endParaRPr sz="1600">
              <a:solidFill>
                <a:schemeClr val="dk1"/>
              </a:solidFill>
              <a:latin typeface="Roboto"/>
              <a:ea typeface="Roboto"/>
              <a:cs typeface="Roboto"/>
              <a:sym typeface="Roboto"/>
            </a:endParaRPr>
          </a:p>
        </p:txBody>
      </p:sp>
      <p:sp>
        <p:nvSpPr>
          <p:cNvPr id="284" name="Google Shape;284;p19"/>
          <p:cNvSpPr txBox="1"/>
          <p:nvPr/>
        </p:nvSpPr>
        <p:spPr>
          <a:xfrm>
            <a:off x="1418800" y="2861200"/>
            <a:ext cx="9601200" cy="939704"/>
          </a:xfrm>
          <a:prstGeom prst="rect">
            <a:avLst/>
          </a:prstGeom>
          <a:noFill/>
          <a:ln>
            <a:noFill/>
          </a:ln>
        </p:spPr>
        <p:txBody>
          <a:bodyPr anchorCtr="0" anchor="t" bIns="121900" lIns="121900" spcFirstLastPara="1" rIns="121900" wrap="square" tIns="121900">
            <a:spAutoFit/>
          </a:bodyPr>
          <a:lstStyle/>
          <a:p>
            <a:pPr indent="0" lvl="0" marL="0" marR="0" rtl="0" algn="l">
              <a:lnSpc>
                <a:spcPct val="115000"/>
              </a:lnSpc>
              <a:spcBef>
                <a:spcPts val="1600"/>
              </a:spcBef>
              <a:spcAft>
                <a:spcPts val="1600"/>
              </a:spcAft>
              <a:buNone/>
            </a:pPr>
            <a:r>
              <a:rPr lang="en-US" sz="1600">
                <a:solidFill>
                  <a:schemeClr val="dk1"/>
                </a:solidFill>
                <a:latin typeface="Roboto"/>
                <a:ea typeface="Roboto"/>
                <a:cs typeface="Roboto"/>
                <a:sym typeface="Roboto"/>
              </a:rPr>
              <a:t>Answer: The time complexity of Euler's Phi algorithm is O(sqrt(n)), where n is the input number.</a:t>
            </a:r>
            <a:endParaRPr sz="1600">
              <a:solidFill>
                <a:schemeClr val="dk1"/>
              </a:solidFill>
              <a:latin typeface="Roboto"/>
              <a:ea typeface="Roboto"/>
              <a:cs typeface="Roboto"/>
              <a:sym typeface="Roboto"/>
            </a:endParaRPr>
          </a:p>
        </p:txBody>
      </p:sp>
      <p:sp>
        <p:nvSpPr>
          <p:cNvPr id="285" name="Google Shape;285;p19"/>
          <p:cNvSpPr txBox="1"/>
          <p:nvPr/>
        </p:nvSpPr>
        <p:spPr>
          <a:xfrm>
            <a:off x="122130" y="445025"/>
            <a:ext cx="6341565" cy="821733"/>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None/>
            </a:pPr>
            <a:r>
              <a:rPr lang="en-US" sz="3600">
                <a:solidFill>
                  <a:srgbClr val="00B0F0"/>
                </a:solidFill>
                <a:latin typeface="Roboto Black"/>
                <a:ea typeface="Roboto Black"/>
                <a:cs typeface="Roboto Black"/>
                <a:sym typeface="Roboto Black"/>
              </a:rPr>
              <a:t>Interview questions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20"/>
          <p:cNvSpPr/>
          <p:nvPr/>
        </p:nvSpPr>
        <p:spPr>
          <a:xfrm>
            <a:off x="1343469" y="1327169"/>
            <a:ext cx="8444400" cy="5868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50000"/>
              </a:lnSpc>
              <a:spcBef>
                <a:spcPts val="0"/>
              </a:spcBef>
              <a:spcAft>
                <a:spcPts val="0"/>
              </a:spcAft>
              <a:buNone/>
            </a:pPr>
            <a:r>
              <a:t/>
            </a:r>
            <a:endParaRPr sz="2400">
              <a:solidFill>
                <a:srgbClr val="0C0C0C"/>
              </a:solidFill>
              <a:latin typeface="Roboto"/>
              <a:ea typeface="Roboto"/>
              <a:cs typeface="Roboto"/>
              <a:sym typeface="Roboto"/>
            </a:endParaRPr>
          </a:p>
        </p:txBody>
      </p:sp>
      <p:sp>
        <p:nvSpPr>
          <p:cNvPr id="291" name="Google Shape;291;p20"/>
          <p:cNvSpPr txBox="1"/>
          <p:nvPr/>
        </p:nvSpPr>
        <p:spPr>
          <a:xfrm>
            <a:off x="808000" y="1929763"/>
            <a:ext cx="10822800" cy="902757"/>
          </a:xfrm>
          <a:prstGeom prst="rect">
            <a:avLst/>
          </a:prstGeom>
          <a:noFill/>
          <a:ln>
            <a:noFill/>
          </a:ln>
        </p:spPr>
        <p:txBody>
          <a:bodyPr anchorCtr="0" anchor="t" bIns="60925" lIns="121900" spcFirstLastPara="1" rIns="121900" wrap="square" tIns="60925">
            <a:spAutoFit/>
          </a:bodyPr>
          <a:lstStyle/>
          <a:p>
            <a:pPr indent="0" lvl="0" marL="0" marR="0" rtl="0" algn="l">
              <a:lnSpc>
                <a:spcPct val="150000"/>
              </a:lnSpc>
              <a:spcBef>
                <a:spcPts val="1600"/>
              </a:spcBef>
              <a:spcAft>
                <a:spcPts val="1600"/>
              </a:spcAft>
              <a:buNone/>
            </a:pPr>
            <a:r>
              <a:rPr lang="en-US" sz="1600">
                <a:solidFill>
                  <a:schemeClr val="dk1"/>
                </a:solidFill>
                <a:latin typeface="Roboto"/>
                <a:ea typeface="Roboto"/>
                <a:cs typeface="Roboto"/>
                <a:sym typeface="Roboto"/>
              </a:rPr>
              <a:t>What are some applications of Euler's Phi algorithm?</a:t>
            </a:r>
            <a:endParaRPr sz="1600">
              <a:solidFill>
                <a:schemeClr val="dk1"/>
              </a:solidFill>
              <a:latin typeface="Roboto"/>
              <a:ea typeface="Roboto"/>
              <a:cs typeface="Roboto"/>
              <a:sym typeface="Roboto"/>
            </a:endParaRPr>
          </a:p>
        </p:txBody>
      </p:sp>
      <p:sp>
        <p:nvSpPr>
          <p:cNvPr id="292" name="Google Shape;292;p20"/>
          <p:cNvSpPr txBox="1"/>
          <p:nvPr/>
        </p:nvSpPr>
        <p:spPr>
          <a:xfrm>
            <a:off x="1418800" y="2861200"/>
            <a:ext cx="9601200" cy="2708393"/>
          </a:xfrm>
          <a:prstGeom prst="rect">
            <a:avLst/>
          </a:prstGeom>
          <a:noFill/>
          <a:ln>
            <a:noFill/>
          </a:ln>
        </p:spPr>
        <p:txBody>
          <a:bodyPr anchorCtr="0" anchor="t" bIns="121900" lIns="121900" spcFirstLastPara="1" rIns="121900" wrap="square" tIns="121900">
            <a:spAutoFit/>
          </a:bodyPr>
          <a:lstStyle/>
          <a:p>
            <a:pPr indent="0" lvl="0" marL="0" marR="0" rtl="0" algn="l">
              <a:lnSpc>
                <a:spcPct val="150000"/>
              </a:lnSpc>
              <a:spcBef>
                <a:spcPts val="1600"/>
              </a:spcBef>
              <a:spcAft>
                <a:spcPts val="0"/>
              </a:spcAft>
              <a:buNone/>
            </a:pPr>
            <a:r>
              <a:rPr lang="en-US" sz="1600">
                <a:solidFill>
                  <a:schemeClr val="dk1"/>
                </a:solidFill>
                <a:latin typeface="Roboto"/>
                <a:ea typeface="Roboto"/>
                <a:cs typeface="Roboto"/>
                <a:sym typeface="Roboto"/>
              </a:rPr>
              <a:t>Answer: Euler's Phi algorithm has several applications in number theory and cryptography. It is used in RSA encryption and decryption, as well as in the generation of keys for public key cryptography. It is also used in determining the order of an element in a group, and in solving the discrete logarithm problem.</a:t>
            </a:r>
            <a:endParaRPr sz="1600">
              <a:solidFill>
                <a:schemeClr val="dk1"/>
              </a:solidFill>
              <a:latin typeface="Roboto"/>
              <a:ea typeface="Roboto"/>
              <a:cs typeface="Roboto"/>
              <a:sym typeface="Roboto"/>
            </a:endParaRPr>
          </a:p>
          <a:p>
            <a:pPr indent="0" lvl="0" marL="0" marR="0" rtl="0" algn="l">
              <a:lnSpc>
                <a:spcPct val="150000"/>
              </a:lnSpc>
              <a:spcBef>
                <a:spcPts val="1600"/>
              </a:spcBef>
              <a:spcAft>
                <a:spcPts val="1600"/>
              </a:spcAft>
              <a:buNone/>
            </a:pPr>
            <a:r>
              <a:t/>
            </a:r>
            <a:endParaRPr sz="1600">
              <a:solidFill>
                <a:schemeClr val="dk1"/>
              </a:solidFill>
              <a:latin typeface="Roboto"/>
              <a:ea typeface="Roboto"/>
              <a:cs typeface="Roboto"/>
              <a:sym typeface="Roboto"/>
            </a:endParaRPr>
          </a:p>
        </p:txBody>
      </p:sp>
      <p:sp>
        <p:nvSpPr>
          <p:cNvPr id="293" name="Google Shape;293;p20"/>
          <p:cNvSpPr txBox="1"/>
          <p:nvPr/>
        </p:nvSpPr>
        <p:spPr>
          <a:xfrm>
            <a:off x="122130" y="445025"/>
            <a:ext cx="6341565" cy="821733"/>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None/>
            </a:pPr>
            <a:r>
              <a:rPr lang="en-US" sz="3600">
                <a:solidFill>
                  <a:srgbClr val="00B0F0"/>
                </a:solidFill>
                <a:latin typeface="Roboto Black"/>
                <a:ea typeface="Roboto Black"/>
                <a:cs typeface="Roboto Black"/>
                <a:sym typeface="Roboto Black"/>
              </a:rPr>
              <a:t>Interview questions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21"/>
          <p:cNvSpPr/>
          <p:nvPr/>
        </p:nvSpPr>
        <p:spPr>
          <a:xfrm>
            <a:off x="1343469" y="1327169"/>
            <a:ext cx="8444400" cy="5868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50000"/>
              </a:lnSpc>
              <a:spcBef>
                <a:spcPts val="0"/>
              </a:spcBef>
              <a:spcAft>
                <a:spcPts val="0"/>
              </a:spcAft>
              <a:buNone/>
            </a:pPr>
            <a:r>
              <a:t/>
            </a:r>
            <a:endParaRPr sz="2400">
              <a:solidFill>
                <a:srgbClr val="0C0C0C"/>
              </a:solidFill>
              <a:latin typeface="Roboto"/>
              <a:ea typeface="Roboto"/>
              <a:cs typeface="Roboto"/>
              <a:sym typeface="Roboto"/>
            </a:endParaRPr>
          </a:p>
        </p:txBody>
      </p:sp>
      <p:sp>
        <p:nvSpPr>
          <p:cNvPr id="299" name="Google Shape;299;p21"/>
          <p:cNvSpPr txBox="1"/>
          <p:nvPr/>
        </p:nvSpPr>
        <p:spPr>
          <a:xfrm>
            <a:off x="808000" y="1929763"/>
            <a:ext cx="10822800" cy="1025867"/>
          </a:xfrm>
          <a:prstGeom prst="rect">
            <a:avLst/>
          </a:prstGeom>
          <a:noFill/>
          <a:ln>
            <a:noFill/>
          </a:ln>
        </p:spPr>
        <p:txBody>
          <a:bodyPr anchorCtr="0" anchor="t" bIns="60925" lIns="121900" spcFirstLastPara="1" rIns="121900" wrap="square" tIns="60925">
            <a:spAutoFit/>
          </a:bodyPr>
          <a:lstStyle/>
          <a:p>
            <a:pPr indent="0" lvl="0" marL="0" marR="0" rtl="0" algn="l">
              <a:lnSpc>
                <a:spcPct val="200000"/>
              </a:lnSpc>
              <a:spcBef>
                <a:spcPts val="1600"/>
              </a:spcBef>
              <a:spcAft>
                <a:spcPts val="1600"/>
              </a:spcAft>
              <a:buNone/>
            </a:pPr>
            <a:r>
              <a:rPr lang="en-US" sz="1600">
                <a:solidFill>
                  <a:schemeClr val="dk1"/>
                </a:solidFill>
                <a:latin typeface="Roboto"/>
                <a:ea typeface="Roboto"/>
                <a:cs typeface="Roboto"/>
                <a:sym typeface="Roboto"/>
              </a:rPr>
              <a:t>Can Euler's Phi algorithm be used for large numbers?</a:t>
            </a:r>
            <a:endParaRPr sz="1600">
              <a:solidFill>
                <a:schemeClr val="dk1"/>
              </a:solidFill>
              <a:latin typeface="Roboto"/>
              <a:ea typeface="Roboto"/>
              <a:cs typeface="Roboto"/>
              <a:sym typeface="Roboto"/>
            </a:endParaRPr>
          </a:p>
        </p:txBody>
      </p:sp>
      <p:sp>
        <p:nvSpPr>
          <p:cNvPr id="300" name="Google Shape;300;p21"/>
          <p:cNvSpPr txBox="1"/>
          <p:nvPr/>
        </p:nvSpPr>
        <p:spPr>
          <a:xfrm>
            <a:off x="1418800" y="2595733"/>
            <a:ext cx="9601200" cy="2831504"/>
          </a:xfrm>
          <a:prstGeom prst="rect">
            <a:avLst/>
          </a:prstGeom>
          <a:noFill/>
          <a:ln>
            <a:noFill/>
          </a:ln>
        </p:spPr>
        <p:txBody>
          <a:bodyPr anchorCtr="0" anchor="t" bIns="121900" lIns="121900" spcFirstLastPara="1" rIns="121900" wrap="square" tIns="121900">
            <a:spAutoFit/>
          </a:bodyPr>
          <a:lstStyle/>
          <a:p>
            <a:pPr indent="0" lvl="0" marL="0" marR="0" rtl="0" algn="l">
              <a:lnSpc>
                <a:spcPct val="200000"/>
              </a:lnSpc>
              <a:spcBef>
                <a:spcPts val="1600"/>
              </a:spcBef>
              <a:spcAft>
                <a:spcPts val="0"/>
              </a:spcAft>
              <a:buNone/>
            </a:pPr>
            <a:r>
              <a:rPr lang="en-US" sz="1600">
                <a:solidFill>
                  <a:schemeClr val="dk1"/>
                </a:solidFill>
                <a:latin typeface="Roboto"/>
                <a:ea typeface="Roboto"/>
                <a:cs typeface="Roboto"/>
                <a:sym typeface="Roboto"/>
              </a:rPr>
              <a:t>Answer: Euler's Phi algorithm can be used for large numbers, but it may become computationally expensive due to the prime factorization step. In some cases, it may be necessary to use more advanced algorithms for calculating the totient function of very large numbers.</a:t>
            </a:r>
            <a:endParaRPr sz="1600">
              <a:solidFill>
                <a:schemeClr val="dk1"/>
              </a:solidFill>
              <a:latin typeface="Roboto"/>
              <a:ea typeface="Roboto"/>
              <a:cs typeface="Roboto"/>
              <a:sym typeface="Roboto"/>
            </a:endParaRPr>
          </a:p>
          <a:p>
            <a:pPr indent="0" lvl="0" marL="0" marR="0" rtl="0" algn="l">
              <a:lnSpc>
                <a:spcPct val="200000"/>
              </a:lnSpc>
              <a:spcBef>
                <a:spcPts val="1600"/>
              </a:spcBef>
              <a:spcAft>
                <a:spcPts val="1600"/>
              </a:spcAft>
              <a:buNone/>
            </a:pPr>
            <a:r>
              <a:t/>
            </a:r>
            <a:endParaRPr sz="1600">
              <a:solidFill>
                <a:schemeClr val="dk1"/>
              </a:solidFill>
              <a:latin typeface="Roboto"/>
              <a:ea typeface="Roboto"/>
              <a:cs typeface="Roboto"/>
              <a:sym typeface="Roboto"/>
            </a:endParaRPr>
          </a:p>
        </p:txBody>
      </p:sp>
      <p:sp>
        <p:nvSpPr>
          <p:cNvPr id="301" name="Google Shape;301;p21"/>
          <p:cNvSpPr txBox="1"/>
          <p:nvPr/>
        </p:nvSpPr>
        <p:spPr>
          <a:xfrm>
            <a:off x="122130" y="445025"/>
            <a:ext cx="6341565" cy="821733"/>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None/>
            </a:pPr>
            <a:r>
              <a:rPr lang="en-US" sz="3600">
                <a:solidFill>
                  <a:srgbClr val="00B0F0"/>
                </a:solidFill>
                <a:latin typeface="Roboto Black"/>
                <a:ea typeface="Roboto Black"/>
                <a:cs typeface="Roboto Black"/>
                <a:sym typeface="Roboto Black"/>
              </a:rPr>
              <a:t>Interview questions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22"/>
          <p:cNvSpPr/>
          <p:nvPr/>
        </p:nvSpPr>
        <p:spPr>
          <a:xfrm>
            <a:off x="1343469" y="1327169"/>
            <a:ext cx="8444400" cy="5868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50000"/>
              </a:lnSpc>
              <a:spcBef>
                <a:spcPts val="0"/>
              </a:spcBef>
              <a:spcAft>
                <a:spcPts val="0"/>
              </a:spcAft>
              <a:buNone/>
            </a:pPr>
            <a:r>
              <a:t/>
            </a:r>
            <a:endParaRPr sz="2400">
              <a:solidFill>
                <a:srgbClr val="0C0C0C"/>
              </a:solidFill>
              <a:latin typeface="Roboto"/>
              <a:ea typeface="Roboto"/>
              <a:cs typeface="Roboto"/>
              <a:sym typeface="Roboto"/>
            </a:endParaRPr>
          </a:p>
        </p:txBody>
      </p:sp>
      <p:sp>
        <p:nvSpPr>
          <p:cNvPr id="307" name="Google Shape;307;p22"/>
          <p:cNvSpPr txBox="1"/>
          <p:nvPr/>
        </p:nvSpPr>
        <p:spPr>
          <a:xfrm>
            <a:off x="808000" y="1929763"/>
            <a:ext cx="10822800" cy="1025867"/>
          </a:xfrm>
          <a:prstGeom prst="rect">
            <a:avLst/>
          </a:prstGeom>
          <a:noFill/>
          <a:ln>
            <a:noFill/>
          </a:ln>
        </p:spPr>
        <p:txBody>
          <a:bodyPr anchorCtr="0" anchor="t" bIns="60925" lIns="121900" spcFirstLastPara="1" rIns="121900" wrap="square" tIns="60925">
            <a:spAutoFit/>
          </a:bodyPr>
          <a:lstStyle/>
          <a:p>
            <a:pPr indent="0" lvl="0" marL="0" marR="0" rtl="0" algn="l">
              <a:lnSpc>
                <a:spcPct val="200000"/>
              </a:lnSpc>
              <a:spcBef>
                <a:spcPts val="1600"/>
              </a:spcBef>
              <a:spcAft>
                <a:spcPts val="1600"/>
              </a:spcAft>
              <a:buNone/>
            </a:pPr>
            <a:r>
              <a:rPr lang="en-US" sz="1600">
                <a:solidFill>
                  <a:schemeClr val="dk1"/>
                </a:solidFill>
                <a:latin typeface="Roboto"/>
                <a:ea typeface="Roboto"/>
                <a:cs typeface="Roboto"/>
                <a:sym typeface="Roboto"/>
              </a:rPr>
              <a:t>What is the significance of Euler's Phi function?</a:t>
            </a:r>
            <a:endParaRPr sz="1600">
              <a:solidFill>
                <a:schemeClr val="dk1"/>
              </a:solidFill>
              <a:latin typeface="Roboto"/>
              <a:ea typeface="Roboto"/>
              <a:cs typeface="Roboto"/>
              <a:sym typeface="Roboto"/>
            </a:endParaRPr>
          </a:p>
        </p:txBody>
      </p:sp>
      <p:sp>
        <p:nvSpPr>
          <p:cNvPr id="308" name="Google Shape;308;p22"/>
          <p:cNvSpPr txBox="1"/>
          <p:nvPr/>
        </p:nvSpPr>
        <p:spPr>
          <a:xfrm>
            <a:off x="1418800" y="2566233"/>
            <a:ext cx="9601200" cy="2831504"/>
          </a:xfrm>
          <a:prstGeom prst="rect">
            <a:avLst/>
          </a:prstGeom>
          <a:noFill/>
          <a:ln>
            <a:noFill/>
          </a:ln>
        </p:spPr>
        <p:txBody>
          <a:bodyPr anchorCtr="0" anchor="t" bIns="121900" lIns="121900" spcFirstLastPara="1" rIns="121900" wrap="square" tIns="121900">
            <a:spAutoFit/>
          </a:bodyPr>
          <a:lstStyle/>
          <a:p>
            <a:pPr indent="0" lvl="0" marL="0" marR="0" rtl="0" algn="l">
              <a:lnSpc>
                <a:spcPct val="200000"/>
              </a:lnSpc>
              <a:spcBef>
                <a:spcPts val="1600"/>
              </a:spcBef>
              <a:spcAft>
                <a:spcPts val="0"/>
              </a:spcAft>
              <a:buNone/>
            </a:pPr>
            <a:r>
              <a:t/>
            </a:r>
            <a:endParaRPr sz="1600">
              <a:solidFill>
                <a:schemeClr val="dk1"/>
              </a:solidFill>
              <a:latin typeface="Roboto"/>
              <a:ea typeface="Roboto"/>
              <a:cs typeface="Roboto"/>
              <a:sym typeface="Roboto"/>
            </a:endParaRPr>
          </a:p>
          <a:p>
            <a:pPr indent="0" lvl="0" marL="0" marR="0" rtl="0" algn="l">
              <a:lnSpc>
                <a:spcPct val="200000"/>
              </a:lnSpc>
              <a:spcBef>
                <a:spcPts val="1600"/>
              </a:spcBef>
              <a:spcAft>
                <a:spcPts val="1600"/>
              </a:spcAft>
              <a:buNone/>
            </a:pPr>
            <a:r>
              <a:rPr lang="en-US" sz="1600">
                <a:solidFill>
                  <a:schemeClr val="dk1"/>
                </a:solidFill>
                <a:latin typeface="Roboto"/>
                <a:ea typeface="Roboto"/>
                <a:cs typeface="Roboto"/>
                <a:sym typeface="Roboto"/>
              </a:rPr>
              <a:t>Answer: Euler's Phi function is significant in number theory and cryptography as it is used in many mathematical proofs and algorithms. It has applications in determining the relative primality of two numbers, generating RSA keys, and solving the discrete logarithm problem, among other things.</a:t>
            </a:r>
            <a:endParaRPr sz="1600">
              <a:solidFill>
                <a:schemeClr val="dk1"/>
              </a:solidFill>
              <a:latin typeface="Roboto"/>
              <a:ea typeface="Roboto"/>
              <a:cs typeface="Roboto"/>
              <a:sym typeface="Roboto"/>
            </a:endParaRPr>
          </a:p>
        </p:txBody>
      </p:sp>
      <p:sp>
        <p:nvSpPr>
          <p:cNvPr id="309" name="Google Shape;309;p22"/>
          <p:cNvSpPr txBox="1"/>
          <p:nvPr/>
        </p:nvSpPr>
        <p:spPr>
          <a:xfrm>
            <a:off x="122130" y="445025"/>
            <a:ext cx="6341565" cy="821733"/>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None/>
            </a:pPr>
            <a:r>
              <a:rPr lang="en-US" sz="3600">
                <a:solidFill>
                  <a:srgbClr val="00B0F0"/>
                </a:solidFill>
                <a:latin typeface="Roboto Black"/>
                <a:ea typeface="Roboto Black"/>
                <a:cs typeface="Roboto Black"/>
                <a:sym typeface="Roboto Black"/>
              </a:rPr>
              <a:t>Interview questions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23"/>
          <p:cNvSpPr/>
          <p:nvPr/>
        </p:nvSpPr>
        <p:spPr>
          <a:xfrm>
            <a:off x="1343469" y="1327169"/>
            <a:ext cx="8444400" cy="5868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50000"/>
              </a:lnSpc>
              <a:spcBef>
                <a:spcPts val="0"/>
              </a:spcBef>
              <a:spcAft>
                <a:spcPts val="0"/>
              </a:spcAft>
              <a:buNone/>
            </a:pPr>
            <a:r>
              <a:t/>
            </a:r>
            <a:endParaRPr sz="2400">
              <a:solidFill>
                <a:srgbClr val="0C0C0C"/>
              </a:solidFill>
              <a:latin typeface="Roboto"/>
              <a:ea typeface="Roboto"/>
              <a:cs typeface="Roboto"/>
              <a:sym typeface="Roboto"/>
            </a:endParaRPr>
          </a:p>
        </p:txBody>
      </p:sp>
      <p:sp>
        <p:nvSpPr>
          <p:cNvPr id="315" name="Google Shape;315;p23"/>
          <p:cNvSpPr txBox="1"/>
          <p:nvPr/>
        </p:nvSpPr>
        <p:spPr>
          <a:xfrm>
            <a:off x="808000" y="1463929"/>
            <a:ext cx="10822800" cy="816579"/>
          </a:xfrm>
          <a:prstGeom prst="rect">
            <a:avLst/>
          </a:prstGeom>
          <a:noFill/>
          <a:ln>
            <a:noFill/>
          </a:ln>
        </p:spPr>
        <p:txBody>
          <a:bodyPr anchorCtr="0" anchor="t" bIns="60925" lIns="121900" spcFirstLastPara="1" rIns="121900" wrap="square" tIns="60925">
            <a:spAutoFit/>
          </a:bodyPr>
          <a:lstStyle/>
          <a:p>
            <a:pPr indent="0" lvl="0" marL="0" marR="0" rtl="0" algn="l">
              <a:lnSpc>
                <a:spcPct val="115000"/>
              </a:lnSpc>
              <a:spcBef>
                <a:spcPts val="1600"/>
              </a:spcBef>
              <a:spcAft>
                <a:spcPts val="1600"/>
              </a:spcAft>
              <a:buNone/>
            </a:pPr>
            <a:r>
              <a:rPr lang="en-US" sz="1600">
                <a:solidFill>
                  <a:schemeClr val="dk1"/>
                </a:solidFill>
                <a:latin typeface="Roboto"/>
                <a:ea typeface="Roboto"/>
                <a:cs typeface="Roboto"/>
                <a:sym typeface="Roboto"/>
              </a:rPr>
              <a:t>How does Euler's Phi algorithm differ from the Sieve of Eratosthenes?</a:t>
            </a:r>
            <a:endParaRPr sz="1600">
              <a:solidFill>
                <a:schemeClr val="dk1"/>
              </a:solidFill>
              <a:latin typeface="Roboto"/>
              <a:ea typeface="Roboto"/>
              <a:cs typeface="Roboto"/>
              <a:sym typeface="Roboto"/>
            </a:endParaRPr>
          </a:p>
        </p:txBody>
      </p:sp>
      <p:sp>
        <p:nvSpPr>
          <p:cNvPr id="316" name="Google Shape;316;p23"/>
          <p:cNvSpPr txBox="1"/>
          <p:nvPr/>
        </p:nvSpPr>
        <p:spPr>
          <a:xfrm>
            <a:off x="1418800" y="2566234"/>
            <a:ext cx="9601200" cy="1789167"/>
          </a:xfrm>
          <a:prstGeom prst="rect">
            <a:avLst/>
          </a:prstGeom>
          <a:noFill/>
          <a:ln>
            <a:noFill/>
          </a:ln>
        </p:spPr>
        <p:txBody>
          <a:bodyPr anchorCtr="0" anchor="t" bIns="121900" lIns="121900" spcFirstLastPara="1" rIns="121900" wrap="square" tIns="121900">
            <a:spAutoFit/>
          </a:bodyPr>
          <a:lstStyle/>
          <a:p>
            <a:pPr indent="0" lvl="0" marL="0" marR="0" rtl="0" algn="l">
              <a:lnSpc>
                <a:spcPct val="115000"/>
              </a:lnSpc>
              <a:spcBef>
                <a:spcPts val="1600"/>
              </a:spcBef>
              <a:spcAft>
                <a:spcPts val="1600"/>
              </a:spcAft>
              <a:buNone/>
            </a:pPr>
            <a:r>
              <a:rPr lang="en-US" sz="1600">
                <a:solidFill>
                  <a:schemeClr val="dk1"/>
                </a:solidFill>
                <a:latin typeface="Roboto"/>
                <a:ea typeface="Roboto"/>
                <a:cs typeface="Roboto"/>
                <a:sym typeface="Roboto"/>
              </a:rPr>
              <a:t>Answer: Euler's Phi algorithm and the Sieve of Eratosthenes are two different algorithms used in number theory. The Sieve of Eratosthenes is used to find all the prime numbers up to a given limit, while Euler's Phi algorithm is used to calculate the totient function of a given number. The two algorithms have different purposes and use different methods to accomplish their respective tasks.</a:t>
            </a:r>
            <a:endParaRPr sz="1600">
              <a:solidFill>
                <a:schemeClr val="dk1"/>
              </a:solidFill>
              <a:latin typeface="Roboto"/>
              <a:ea typeface="Roboto"/>
              <a:cs typeface="Roboto"/>
              <a:sym typeface="Roboto"/>
            </a:endParaRPr>
          </a:p>
        </p:txBody>
      </p:sp>
      <p:sp>
        <p:nvSpPr>
          <p:cNvPr id="317" name="Google Shape;317;p23"/>
          <p:cNvSpPr txBox="1"/>
          <p:nvPr/>
        </p:nvSpPr>
        <p:spPr>
          <a:xfrm>
            <a:off x="122130" y="445025"/>
            <a:ext cx="6341565" cy="821733"/>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None/>
            </a:pPr>
            <a:r>
              <a:rPr lang="en-US" sz="3600">
                <a:solidFill>
                  <a:srgbClr val="00B0F0"/>
                </a:solidFill>
                <a:latin typeface="Roboto Black"/>
                <a:ea typeface="Roboto Black"/>
                <a:cs typeface="Roboto Black"/>
                <a:sym typeface="Roboto Black"/>
              </a:rPr>
              <a:t>Interview questions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24"/>
          <p:cNvSpPr/>
          <p:nvPr/>
        </p:nvSpPr>
        <p:spPr>
          <a:xfrm>
            <a:off x="1343469" y="1327169"/>
            <a:ext cx="8444400" cy="5868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50000"/>
              </a:lnSpc>
              <a:spcBef>
                <a:spcPts val="0"/>
              </a:spcBef>
              <a:spcAft>
                <a:spcPts val="0"/>
              </a:spcAft>
              <a:buNone/>
            </a:pPr>
            <a:r>
              <a:t/>
            </a:r>
            <a:endParaRPr sz="2400">
              <a:solidFill>
                <a:srgbClr val="0C0C0C"/>
              </a:solidFill>
              <a:latin typeface="Roboto"/>
              <a:ea typeface="Roboto"/>
              <a:cs typeface="Roboto"/>
              <a:sym typeface="Roboto"/>
            </a:endParaRPr>
          </a:p>
        </p:txBody>
      </p:sp>
      <p:sp>
        <p:nvSpPr>
          <p:cNvPr id="323" name="Google Shape;323;p24"/>
          <p:cNvSpPr txBox="1"/>
          <p:nvPr/>
        </p:nvSpPr>
        <p:spPr>
          <a:xfrm>
            <a:off x="966515" y="2426814"/>
            <a:ext cx="9601200" cy="3036688"/>
          </a:xfrm>
          <a:prstGeom prst="rect">
            <a:avLst/>
          </a:prstGeom>
          <a:noFill/>
          <a:ln>
            <a:noFill/>
          </a:ln>
        </p:spPr>
        <p:txBody>
          <a:bodyPr anchorCtr="0" anchor="t" bIns="121900" lIns="121900" spcFirstLastPara="1" rIns="121900" wrap="square" tIns="121900">
            <a:spAutoFit/>
          </a:bodyPr>
          <a:lstStyle/>
          <a:p>
            <a:pPr indent="0" lvl="0" marL="0" marR="0" rtl="0" algn="l">
              <a:lnSpc>
                <a:spcPct val="200000"/>
              </a:lnSpc>
              <a:spcBef>
                <a:spcPts val="1600"/>
              </a:spcBef>
              <a:spcAft>
                <a:spcPts val="0"/>
              </a:spcAft>
              <a:buNone/>
            </a:pPr>
            <a:r>
              <a:rPr lang="en-US" sz="1600">
                <a:solidFill>
                  <a:schemeClr val="dk1"/>
                </a:solidFill>
                <a:latin typeface="Roboto"/>
                <a:ea typeface="Roboto"/>
                <a:cs typeface="Roboto"/>
                <a:sym typeface="Roboto"/>
              </a:rPr>
              <a:t>Question 1: Understanding Euler's Totient Function</a:t>
            </a:r>
            <a:endParaRPr/>
          </a:p>
          <a:p>
            <a:pPr indent="0" lvl="0" marL="0" marR="0" rtl="0" algn="l">
              <a:lnSpc>
                <a:spcPct val="200000"/>
              </a:lnSpc>
              <a:spcBef>
                <a:spcPts val="3200"/>
              </a:spcBef>
              <a:spcAft>
                <a:spcPts val="1600"/>
              </a:spcAft>
              <a:buNone/>
            </a:pPr>
            <a:r>
              <a:rPr lang="en-US" sz="1600">
                <a:solidFill>
                  <a:schemeClr val="dk1"/>
                </a:solidFill>
                <a:latin typeface="Roboto"/>
                <a:ea typeface="Roboto"/>
                <a:cs typeface="Roboto"/>
                <a:sym typeface="Roboto"/>
              </a:rPr>
              <a:t>   Explain the concept of Euler's Totient Function (φ) and its significance in number theory. How does the provided Java code calculate Euler's Totient Function for a given integer `n`? Provide a step-by-step explanation of the algorithm used in the code.</a:t>
            </a:r>
            <a:endParaRPr sz="1600">
              <a:solidFill>
                <a:schemeClr val="dk1"/>
              </a:solidFill>
              <a:latin typeface="Roboto"/>
              <a:ea typeface="Roboto"/>
              <a:cs typeface="Roboto"/>
              <a:sym typeface="Roboto"/>
            </a:endParaRPr>
          </a:p>
        </p:txBody>
      </p:sp>
      <p:sp>
        <p:nvSpPr>
          <p:cNvPr id="324" name="Google Shape;324;p24"/>
          <p:cNvSpPr txBox="1"/>
          <p:nvPr/>
        </p:nvSpPr>
        <p:spPr>
          <a:xfrm>
            <a:off x="122130" y="1111715"/>
            <a:ext cx="6341565" cy="821733"/>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None/>
            </a:pPr>
            <a:r>
              <a:rPr lang="en-US" sz="3600">
                <a:solidFill>
                  <a:srgbClr val="00B0F0"/>
                </a:solidFill>
                <a:latin typeface="Roboto Black"/>
                <a:ea typeface="Roboto Black"/>
                <a:cs typeface="Roboto Black"/>
                <a:sym typeface="Roboto Black"/>
              </a:rPr>
              <a:t>Practice questions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25"/>
          <p:cNvSpPr/>
          <p:nvPr/>
        </p:nvSpPr>
        <p:spPr>
          <a:xfrm>
            <a:off x="1343469" y="1327169"/>
            <a:ext cx="8444400" cy="5868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50000"/>
              </a:lnSpc>
              <a:spcBef>
                <a:spcPts val="0"/>
              </a:spcBef>
              <a:spcAft>
                <a:spcPts val="0"/>
              </a:spcAft>
              <a:buNone/>
            </a:pPr>
            <a:r>
              <a:t/>
            </a:r>
            <a:endParaRPr sz="2400">
              <a:solidFill>
                <a:srgbClr val="0C0C0C"/>
              </a:solidFill>
              <a:latin typeface="Roboto"/>
              <a:ea typeface="Roboto"/>
              <a:cs typeface="Roboto"/>
              <a:sym typeface="Roboto"/>
            </a:endParaRPr>
          </a:p>
        </p:txBody>
      </p:sp>
      <p:sp>
        <p:nvSpPr>
          <p:cNvPr id="330" name="Google Shape;330;p25"/>
          <p:cNvSpPr txBox="1"/>
          <p:nvPr/>
        </p:nvSpPr>
        <p:spPr>
          <a:xfrm>
            <a:off x="966515" y="2426814"/>
            <a:ext cx="9601200" cy="3036688"/>
          </a:xfrm>
          <a:prstGeom prst="rect">
            <a:avLst/>
          </a:prstGeom>
          <a:noFill/>
          <a:ln>
            <a:noFill/>
          </a:ln>
        </p:spPr>
        <p:txBody>
          <a:bodyPr anchorCtr="0" anchor="t" bIns="121900" lIns="121900" spcFirstLastPara="1" rIns="121900" wrap="square" tIns="121900">
            <a:spAutoFit/>
          </a:bodyPr>
          <a:lstStyle/>
          <a:p>
            <a:pPr indent="0" lvl="0" marL="0" marR="0" rtl="0" algn="l">
              <a:lnSpc>
                <a:spcPct val="200000"/>
              </a:lnSpc>
              <a:spcBef>
                <a:spcPts val="1600"/>
              </a:spcBef>
              <a:spcAft>
                <a:spcPts val="0"/>
              </a:spcAft>
              <a:buNone/>
            </a:pPr>
            <a:r>
              <a:rPr lang="en-US" sz="1600">
                <a:solidFill>
                  <a:schemeClr val="dk1"/>
                </a:solidFill>
                <a:latin typeface="Roboto"/>
                <a:ea typeface="Roboto"/>
                <a:cs typeface="Roboto"/>
                <a:sym typeface="Roboto"/>
              </a:rPr>
              <a:t>Question 2: Analyzing Time Complexity</a:t>
            </a:r>
            <a:endParaRPr/>
          </a:p>
          <a:p>
            <a:pPr indent="0" lvl="0" marL="0" marR="0" rtl="0" algn="l">
              <a:lnSpc>
                <a:spcPct val="200000"/>
              </a:lnSpc>
              <a:spcBef>
                <a:spcPts val="3200"/>
              </a:spcBef>
              <a:spcAft>
                <a:spcPts val="1600"/>
              </a:spcAft>
              <a:buNone/>
            </a:pPr>
            <a:r>
              <a:rPr lang="en-US" sz="1600">
                <a:solidFill>
                  <a:schemeClr val="dk1"/>
                </a:solidFill>
                <a:latin typeface="Roboto"/>
                <a:ea typeface="Roboto"/>
                <a:cs typeface="Roboto"/>
                <a:sym typeface="Roboto"/>
              </a:rPr>
              <a:t>   Analyze the time complexity of the `phi` method in the provided Java code. Consider the worst-case scenario and discuss how the time complexity is determined based on the input value `n`. Suggest any possible optimizations to improve the time complexity of the algorithm.</a:t>
            </a:r>
            <a:endParaRPr/>
          </a:p>
        </p:txBody>
      </p:sp>
      <p:sp>
        <p:nvSpPr>
          <p:cNvPr id="331" name="Google Shape;331;p25"/>
          <p:cNvSpPr txBox="1"/>
          <p:nvPr/>
        </p:nvSpPr>
        <p:spPr>
          <a:xfrm>
            <a:off x="122130" y="1111715"/>
            <a:ext cx="6341565" cy="821733"/>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None/>
            </a:pPr>
            <a:r>
              <a:rPr lang="en-US" sz="3600">
                <a:solidFill>
                  <a:srgbClr val="00B0F0"/>
                </a:solidFill>
                <a:latin typeface="Roboto Black"/>
                <a:ea typeface="Roboto Black"/>
                <a:cs typeface="Roboto Black"/>
                <a:sym typeface="Roboto Black"/>
              </a:rPr>
              <a:t>Practice questions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sp>
        <p:nvSpPr>
          <p:cNvPr id="336" name="Google Shape;336;p26"/>
          <p:cNvSpPr/>
          <p:nvPr/>
        </p:nvSpPr>
        <p:spPr>
          <a:xfrm>
            <a:off x="1343469" y="1327169"/>
            <a:ext cx="8444400" cy="5868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50000"/>
              </a:lnSpc>
              <a:spcBef>
                <a:spcPts val="0"/>
              </a:spcBef>
              <a:spcAft>
                <a:spcPts val="0"/>
              </a:spcAft>
              <a:buNone/>
            </a:pPr>
            <a:r>
              <a:t/>
            </a:r>
            <a:endParaRPr sz="2400">
              <a:solidFill>
                <a:srgbClr val="0C0C0C"/>
              </a:solidFill>
              <a:latin typeface="Roboto"/>
              <a:ea typeface="Roboto"/>
              <a:cs typeface="Roboto"/>
              <a:sym typeface="Roboto"/>
            </a:endParaRPr>
          </a:p>
        </p:txBody>
      </p:sp>
      <p:sp>
        <p:nvSpPr>
          <p:cNvPr id="337" name="Google Shape;337;p26"/>
          <p:cNvSpPr txBox="1"/>
          <p:nvPr/>
        </p:nvSpPr>
        <p:spPr>
          <a:xfrm>
            <a:off x="1045173" y="2129423"/>
            <a:ext cx="9601200" cy="3529131"/>
          </a:xfrm>
          <a:prstGeom prst="rect">
            <a:avLst/>
          </a:prstGeom>
          <a:noFill/>
          <a:ln>
            <a:noFill/>
          </a:ln>
        </p:spPr>
        <p:txBody>
          <a:bodyPr anchorCtr="0" anchor="t" bIns="121900" lIns="121900" spcFirstLastPara="1" rIns="121900" wrap="square" tIns="121900">
            <a:spAutoFit/>
          </a:bodyPr>
          <a:lstStyle/>
          <a:p>
            <a:pPr indent="0" lvl="0" marL="0" marR="0" rtl="0" algn="l">
              <a:lnSpc>
                <a:spcPct val="200000"/>
              </a:lnSpc>
              <a:spcBef>
                <a:spcPts val="1600"/>
              </a:spcBef>
              <a:spcAft>
                <a:spcPts val="0"/>
              </a:spcAft>
              <a:buNone/>
            </a:pPr>
            <a:r>
              <a:rPr lang="en-US" sz="1600">
                <a:solidFill>
                  <a:schemeClr val="dk1"/>
                </a:solidFill>
                <a:latin typeface="Roboto"/>
                <a:ea typeface="Roboto"/>
                <a:cs typeface="Roboto"/>
                <a:sym typeface="Roboto"/>
              </a:rPr>
              <a:t>Question 3: Handling Large Inputs</a:t>
            </a:r>
            <a:endParaRPr/>
          </a:p>
          <a:p>
            <a:pPr indent="0" lvl="0" marL="0" marR="0" rtl="0" algn="l">
              <a:lnSpc>
                <a:spcPct val="200000"/>
              </a:lnSpc>
              <a:spcBef>
                <a:spcPts val="3200"/>
              </a:spcBef>
              <a:spcAft>
                <a:spcPts val="1600"/>
              </a:spcAft>
              <a:buNone/>
            </a:pPr>
            <a:r>
              <a:rPr lang="en-US" sz="1600">
                <a:solidFill>
                  <a:schemeClr val="dk1"/>
                </a:solidFill>
                <a:latin typeface="Roboto"/>
                <a:ea typeface="Roboto"/>
                <a:cs typeface="Roboto"/>
                <a:sym typeface="Roboto"/>
              </a:rPr>
              <a:t>   Discuss the limitations of the provided code when dealing with large input values of `n`. Identify potential issues that may arise due to the data type used for the `result` variable in the `phi` method. Propose alternative approaches to handle large inputs efficiently while ensuring accuracy in calculating Euler's Totient Function.</a:t>
            </a:r>
            <a:endParaRPr/>
          </a:p>
        </p:txBody>
      </p:sp>
      <p:sp>
        <p:nvSpPr>
          <p:cNvPr id="338" name="Google Shape;338;p26"/>
          <p:cNvSpPr txBox="1"/>
          <p:nvPr/>
        </p:nvSpPr>
        <p:spPr>
          <a:xfrm>
            <a:off x="122130" y="1111715"/>
            <a:ext cx="6341565" cy="821733"/>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None/>
            </a:pPr>
            <a:r>
              <a:rPr lang="en-US" sz="3600">
                <a:solidFill>
                  <a:srgbClr val="00B0F0"/>
                </a:solidFill>
                <a:latin typeface="Roboto Black"/>
                <a:ea typeface="Roboto Black"/>
                <a:cs typeface="Roboto Black"/>
                <a:sym typeface="Roboto Black"/>
              </a:rPr>
              <a:t>Practice questions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27"/>
          <p:cNvSpPr/>
          <p:nvPr/>
        </p:nvSpPr>
        <p:spPr>
          <a:xfrm>
            <a:off x="1343469" y="1327169"/>
            <a:ext cx="8444400" cy="5868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50000"/>
              </a:lnSpc>
              <a:spcBef>
                <a:spcPts val="0"/>
              </a:spcBef>
              <a:spcAft>
                <a:spcPts val="0"/>
              </a:spcAft>
              <a:buNone/>
            </a:pPr>
            <a:r>
              <a:t/>
            </a:r>
            <a:endParaRPr sz="2400">
              <a:solidFill>
                <a:srgbClr val="0C0C0C"/>
              </a:solidFill>
              <a:latin typeface="Roboto"/>
              <a:ea typeface="Roboto"/>
              <a:cs typeface="Roboto"/>
              <a:sym typeface="Roboto"/>
            </a:endParaRPr>
          </a:p>
        </p:txBody>
      </p:sp>
      <p:sp>
        <p:nvSpPr>
          <p:cNvPr id="344" name="Google Shape;344;p27"/>
          <p:cNvSpPr txBox="1"/>
          <p:nvPr/>
        </p:nvSpPr>
        <p:spPr>
          <a:xfrm>
            <a:off x="966515" y="2426814"/>
            <a:ext cx="9601200" cy="2133877"/>
          </a:xfrm>
          <a:prstGeom prst="rect">
            <a:avLst/>
          </a:prstGeom>
          <a:noFill/>
          <a:ln>
            <a:noFill/>
          </a:ln>
        </p:spPr>
        <p:txBody>
          <a:bodyPr anchorCtr="0" anchor="t" bIns="121900" lIns="121900" spcFirstLastPara="1" rIns="121900" wrap="square" tIns="121900">
            <a:spAutoFit/>
          </a:bodyPr>
          <a:lstStyle/>
          <a:p>
            <a:pPr indent="0" lvl="0" marL="0" marR="0" rtl="0" algn="l">
              <a:lnSpc>
                <a:spcPct val="200000"/>
              </a:lnSpc>
              <a:spcBef>
                <a:spcPts val="1600"/>
              </a:spcBef>
              <a:spcAft>
                <a:spcPts val="1600"/>
              </a:spcAft>
              <a:buNone/>
            </a:pPr>
            <a:r>
              <a:rPr lang="en-US" sz="1600">
                <a:solidFill>
                  <a:schemeClr val="dk1"/>
                </a:solidFill>
                <a:latin typeface="Roboto"/>
                <a:ea typeface="Roboto"/>
                <a:cs typeface="Roboto"/>
                <a:sym typeface="Roboto"/>
              </a:rPr>
              <a:t>Question 4: Write a Java program to calculate Euler's Totient Function (φ) for a given integer input n. Euler's Totient Function φ(n) for an input n is defined as the count of positive integers less than or equal to n that are coprime to n.</a:t>
            </a:r>
            <a:endParaRPr/>
          </a:p>
        </p:txBody>
      </p:sp>
      <p:sp>
        <p:nvSpPr>
          <p:cNvPr id="345" name="Google Shape;345;p27"/>
          <p:cNvSpPr txBox="1"/>
          <p:nvPr/>
        </p:nvSpPr>
        <p:spPr>
          <a:xfrm>
            <a:off x="122130" y="1111715"/>
            <a:ext cx="6341565" cy="821733"/>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None/>
            </a:pPr>
            <a:r>
              <a:rPr lang="en-US" sz="3600">
                <a:solidFill>
                  <a:srgbClr val="00B0F0"/>
                </a:solidFill>
                <a:latin typeface="Roboto Black"/>
                <a:ea typeface="Roboto Black"/>
                <a:cs typeface="Roboto Black"/>
                <a:sym typeface="Roboto Black"/>
              </a:rPr>
              <a:t>Practice questions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g2e22fa3ebca_0_57"/>
          <p:cNvSpPr txBox="1"/>
          <p:nvPr>
            <p:ph type="ctrTitle"/>
          </p:nvPr>
        </p:nvSpPr>
        <p:spPr>
          <a:xfrm>
            <a:off x="2032000" y="1496484"/>
            <a:ext cx="12192000" cy="3183600"/>
          </a:xfrm>
          <a:prstGeom prst="rect">
            <a:avLst/>
          </a:prstGeom>
          <a:noFill/>
          <a:ln>
            <a:noFill/>
          </a:ln>
        </p:spPr>
        <p:txBody>
          <a:bodyPr anchorCtr="0" anchor="b" bIns="121900" lIns="121900" spcFirstLastPara="1" rIns="121900" wrap="square" tIns="121900">
            <a:normAutofit/>
          </a:bodyPr>
          <a:lstStyle/>
          <a:p>
            <a:pPr indent="0" lvl="0" marL="0" rtl="0" algn="ctr">
              <a:lnSpc>
                <a:spcPct val="100000"/>
              </a:lnSpc>
              <a:spcBef>
                <a:spcPts val="0"/>
              </a:spcBef>
              <a:spcAft>
                <a:spcPts val="0"/>
              </a:spcAft>
              <a:buSzPts val="6900"/>
              <a:buNone/>
            </a:pPr>
            <a:r>
              <a:t/>
            </a:r>
            <a:endParaRPr/>
          </a:p>
        </p:txBody>
      </p:sp>
      <p:sp>
        <p:nvSpPr>
          <p:cNvPr id="351" name="Google Shape;351;g2e22fa3ebca_0_57"/>
          <p:cNvSpPr txBox="1"/>
          <p:nvPr>
            <p:ph idx="1" type="subTitle"/>
          </p:nvPr>
        </p:nvSpPr>
        <p:spPr>
          <a:xfrm>
            <a:off x="2032000" y="4802717"/>
            <a:ext cx="12192000" cy="2207700"/>
          </a:xfrm>
          <a:prstGeom prst="rect">
            <a:avLst/>
          </a:prstGeom>
          <a:noFill/>
          <a:ln>
            <a:noFill/>
          </a:ln>
        </p:spPr>
        <p:txBody>
          <a:bodyPr anchorCtr="0" anchor="t" bIns="121900" lIns="121900" spcFirstLastPara="1" rIns="121900" wrap="square" tIns="121900">
            <a:normAutofit/>
          </a:bodyPr>
          <a:lstStyle/>
          <a:p>
            <a:pPr indent="0" lvl="0" marL="0" rtl="0" algn="ctr">
              <a:lnSpc>
                <a:spcPct val="100000"/>
              </a:lnSpc>
              <a:spcBef>
                <a:spcPts val="0"/>
              </a:spcBef>
              <a:spcAft>
                <a:spcPts val="0"/>
              </a:spcAft>
              <a:buSzPts val="3700"/>
              <a:buNone/>
            </a:pPr>
            <a:r>
              <a:t/>
            </a:r>
            <a:endParaRPr/>
          </a:p>
        </p:txBody>
      </p:sp>
      <p:pic>
        <p:nvPicPr>
          <p:cNvPr id="352" name="Google Shape;352;g2e22fa3ebca_0_57"/>
          <p:cNvPicPr preferRelativeResize="0"/>
          <p:nvPr/>
        </p:nvPicPr>
        <p:blipFill rotWithShape="1">
          <a:blip r:embed="rId3">
            <a:alphaModFix/>
          </a:blip>
          <a:srcRect b="0" l="0" r="0" t="0"/>
          <a:stretch/>
        </p:blipFill>
        <p:spPr>
          <a:xfrm>
            <a:off x="0" y="0"/>
            <a:ext cx="12192005" cy="6858003"/>
          </a:xfrm>
          <a:prstGeom prst="rect">
            <a:avLst/>
          </a:prstGeom>
          <a:noFill/>
          <a:ln>
            <a:noFill/>
          </a:ln>
        </p:spPr>
      </p:pic>
      <p:sp>
        <p:nvSpPr>
          <p:cNvPr id="353" name="Google Shape;353;g2e22fa3ebca_0_57"/>
          <p:cNvSpPr txBox="1"/>
          <p:nvPr/>
        </p:nvSpPr>
        <p:spPr>
          <a:xfrm>
            <a:off x="4188000" y="2926200"/>
            <a:ext cx="3816000" cy="1000500"/>
          </a:xfrm>
          <a:prstGeom prst="rect">
            <a:avLst/>
          </a:prstGeom>
          <a:noFill/>
          <a:ln>
            <a:noFill/>
          </a:ln>
        </p:spPr>
        <p:txBody>
          <a:bodyPr anchorCtr="0" anchor="t" bIns="121900" lIns="121900" spcFirstLastPara="1" rIns="121900" wrap="square" tIns="121900">
            <a:spAutoFit/>
          </a:bodyPr>
          <a:lstStyle/>
          <a:p>
            <a:pPr indent="0" lvl="0" marL="0" marR="0" rtl="0" algn="l">
              <a:lnSpc>
                <a:spcPct val="100000"/>
              </a:lnSpc>
              <a:spcBef>
                <a:spcPts val="0"/>
              </a:spcBef>
              <a:spcAft>
                <a:spcPts val="0"/>
              </a:spcAft>
              <a:buClr>
                <a:srgbClr val="000000"/>
              </a:buClr>
              <a:buSzPts val="4900"/>
              <a:buFont typeface="Arial"/>
              <a:buNone/>
            </a:pPr>
            <a:r>
              <a:rPr b="0" i="0" lang="en-US" sz="4900" u="none" cap="none" strike="noStrike">
                <a:solidFill>
                  <a:schemeClr val="lt1"/>
                </a:solidFill>
                <a:latin typeface="Roboto Medium"/>
                <a:ea typeface="Roboto Medium"/>
                <a:cs typeface="Roboto Medium"/>
                <a:sym typeface="Roboto Medium"/>
              </a:rPr>
              <a:t>THANK YOU</a:t>
            </a:r>
            <a:endParaRPr b="0" i="0" sz="4900" u="none" cap="none" strike="noStrike">
              <a:solidFill>
                <a:schemeClr val="lt1"/>
              </a:solidFill>
              <a:latin typeface="Roboto Medium"/>
              <a:ea typeface="Roboto Medium"/>
              <a:cs typeface="Roboto Medium"/>
              <a:sym typeface="Roboto Medium"/>
            </a:endParaRPr>
          </a:p>
        </p:txBody>
      </p:sp>
      <p:pic>
        <p:nvPicPr>
          <p:cNvPr id="354" name="Google Shape;354;g2e22fa3ebca_0_57"/>
          <p:cNvPicPr preferRelativeResize="0"/>
          <p:nvPr/>
        </p:nvPicPr>
        <p:blipFill rotWithShape="1">
          <a:blip r:embed="rId4">
            <a:alphaModFix/>
          </a:blip>
          <a:srcRect b="0" l="0" r="0" t="0"/>
          <a:stretch/>
        </p:blipFill>
        <p:spPr>
          <a:xfrm>
            <a:off x="2336021" y="6121433"/>
            <a:ext cx="450872" cy="450867"/>
          </a:xfrm>
          <a:prstGeom prst="rect">
            <a:avLst/>
          </a:prstGeom>
          <a:noFill/>
          <a:ln>
            <a:noFill/>
          </a:ln>
        </p:spPr>
      </p:pic>
      <p:pic>
        <p:nvPicPr>
          <p:cNvPr id="355" name="Google Shape;355;g2e22fa3ebca_0_57"/>
          <p:cNvPicPr preferRelativeResize="0"/>
          <p:nvPr/>
        </p:nvPicPr>
        <p:blipFill rotWithShape="1">
          <a:blip r:embed="rId5">
            <a:alphaModFix/>
          </a:blip>
          <a:srcRect b="0" l="0" r="0" t="0"/>
          <a:stretch/>
        </p:blipFill>
        <p:spPr>
          <a:xfrm>
            <a:off x="4363533" y="6121433"/>
            <a:ext cx="450872" cy="450867"/>
          </a:xfrm>
          <a:prstGeom prst="rect">
            <a:avLst/>
          </a:prstGeom>
          <a:noFill/>
          <a:ln>
            <a:noFill/>
          </a:ln>
        </p:spPr>
      </p:pic>
      <p:sp>
        <p:nvSpPr>
          <p:cNvPr id="356" name="Google Shape;356;g2e22fa3ebca_0_57"/>
          <p:cNvSpPr txBox="1"/>
          <p:nvPr/>
        </p:nvSpPr>
        <p:spPr>
          <a:xfrm>
            <a:off x="2641000" y="6121067"/>
            <a:ext cx="1582800" cy="446400"/>
          </a:xfrm>
          <a:prstGeom prst="rect">
            <a:avLst/>
          </a:prstGeom>
          <a:noFill/>
          <a:ln>
            <a:noFill/>
          </a:ln>
        </p:spPr>
        <p:txBody>
          <a:bodyPr anchorCtr="0" anchor="t" bIns="121900" lIns="121900" spcFirstLastPara="1" rIns="121900" wrap="square" tIns="121900">
            <a:spAutoFit/>
          </a:bodyPr>
          <a:lstStyle/>
          <a:p>
            <a:pPr indent="0" lvl="0" marL="0" marR="0" rtl="0" algn="l">
              <a:lnSpc>
                <a:spcPct val="100000"/>
              </a:lnSpc>
              <a:spcBef>
                <a:spcPts val="0"/>
              </a:spcBef>
              <a:spcAft>
                <a:spcPts val="0"/>
              </a:spcAft>
              <a:buClr>
                <a:srgbClr val="000000"/>
              </a:buClr>
              <a:buSzPts val="1300"/>
              <a:buFont typeface="Arial"/>
              <a:buNone/>
            </a:pPr>
            <a:r>
              <a:rPr b="0" i="0" lang="en-US" sz="1300" u="none" cap="none" strike="noStrike">
                <a:solidFill>
                  <a:schemeClr val="lt1"/>
                </a:solidFill>
                <a:latin typeface="Roboto Medium"/>
                <a:ea typeface="Roboto Medium"/>
                <a:cs typeface="Roboto Medium"/>
                <a:sym typeface="Roboto Medium"/>
              </a:rPr>
              <a:t>+91 78150 95095</a:t>
            </a:r>
            <a:endParaRPr b="0" i="0" sz="1300" u="none" cap="none" strike="noStrike">
              <a:solidFill>
                <a:schemeClr val="lt1"/>
              </a:solidFill>
              <a:latin typeface="Roboto Medium"/>
              <a:ea typeface="Roboto Medium"/>
              <a:cs typeface="Roboto Medium"/>
              <a:sym typeface="Roboto Medium"/>
            </a:endParaRPr>
          </a:p>
        </p:txBody>
      </p:sp>
      <p:cxnSp>
        <p:nvCxnSpPr>
          <p:cNvPr id="357" name="Google Shape;357;g2e22fa3ebca_0_57"/>
          <p:cNvCxnSpPr/>
          <p:nvPr/>
        </p:nvCxnSpPr>
        <p:spPr>
          <a:xfrm rot="10800000">
            <a:off x="4293667" y="6159667"/>
            <a:ext cx="0" cy="399900"/>
          </a:xfrm>
          <a:prstGeom prst="straightConnector1">
            <a:avLst/>
          </a:prstGeom>
          <a:noFill/>
          <a:ln cap="flat" cmpd="sng" w="9525">
            <a:solidFill>
              <a:schemeClr val="lt1"/>
            </a:solidFill>
            <a:prstDash val="solid"/>
            <a:round/>
            <a:headEnd len="sm" w="sm" type="none"/>
            <a:tailEnd len="sm" w="sm" type="none"/>
          </a:ln>
        </p:spPr>
      </p:cxnSp>
      <p:sp>
        <p:nvSpPr>
          <p:cNvPr id="358" name="Google Shape;358;g2e22fa3ebca_0_57"/>
          <p:cNvSpPr txBox="1"/>
          <p:nvPr/>
        </p:nvSpPr>
        <p:spPr>
          <a:xfrm>
            <a:off x="4692067" y="6121067"/>
            <a:ext cx="2579700" cy="446400"/>
          </a:xfrm>
          <a:prstGeom prst="rect">
            <a:avLst/>
          </a:prstGeom>
          <a:noFill/>
          <a:ln>
            <a:noFill/>
          </a:ln>
        </p:spPr>
        <p:txBody>
          <a:bodyPr anchorCtr="0" anchor="t" bIns="121900" lIns="121900" spcFirstLastPara="1" rIns="121900" wrap="square" tIns="121900">
            <a:spAutoFit/>
          </a:bodyPr>
          <a:lstStyle/>
          <a:p>
            <a:pPr indent="0" lvl="0" marL="0" marR="0" rtl="0" algn="l">
              <a:lnSpc>
                <a:spcPct val="100000"/>
              </a:lnSpc>
              <a:spcBef>
                <a:spcPts val="0"/>
              </a:spcBef>
              <a:spcAft>
                <a:spcPts val="0"/>
              </a:spcAft>
              <a:buClr>
                <a:srgbClr val="000000"/>
              </a:buClr>
              <a:buSzPts val="1300"/>
              <a:buFont typeface="Arial"/>
              <a:buNone/>
            </a:pPr>
            <a:r>
              <a:rPr b="0" i="0" lang="en-US" sz="1300" u="none" cap="none" strike="noStrike">
                <a:solidFill>
                  <a:schemeClr val="lt1"/>
                </a:solidFill>
                <a:latin typeface="Roboto Medium"/>
                <a:ea typeface="Roboto Medium"/>
                <a:cs typeface="Roboto Medium"/>
                <a:sym typeface="Roboto Medium"/>
              </a:rPr>
              <a:t>codemithra@ethnus.com</a:t>
            </a:r>
            <a:endParaRPr b="0" i="0" sz="1300" u="none" cap="none" strike="noStrike">
              <a:solidFill>
                <a:schemeClr val="lt1"/>
              </a:solidFill>
              <a:latin typeface="Roboto Medium"/>
              <a:ea typeface="Roboto Medium"/>
              <a:cs typeface="Roboto Medium"/>
              <a:sym typeface="Roboto Medium"/>
            </a:endParaRPr>
          </a:p>
        </p:txBody>
      </p:sp>
      <p:pic>
        <p:nvPicPr>
          <p:cNvPr id="359" name="Google Shape;359;g2e22fa3ebca_0_57"/>
          <p:cNvPicPr preferRelativeResize="0"/>
          <p:nvPr/>
        </p:nvPicPr>
        <p:blipFill rotWithShape="1">
          <a:blip r:embed="rId6">
            <a:alphaModFix/>
          </a:blip>
          <a:srcRect b="0" l="0" r="0" t="0"/>
          <a:stretch/>
        </p:blipFill>
        <p:spPr>
          <a:xfrm>
            <a:off x="6965027" y="6121417"/>
            <a:ext cx="450872" cy="450867"/>
          </a:xfrm>
          <a:prstGeom prst="rect">
            <a:avLst/>
          </a:prstGeom>
          <a:noFill/>
          <a:ln>
            <a:noFill/>
          </a:ln>
        </p:spPr>
      </p:pic>
      <p:sp>
        <p:nvSpPr>
          <p:cNvPr id="360" name="Google Shape;360;g2e22fa3ebca_0_57"/>
          <p:cNvSpPr txBox="1"/>
          <p:nvPr/>
        </p:nvSpPr>
        <p:spPr>
          <a:xfrm>
            <a:off x="7276367" y="6121067"/>
            <a:ext cx="2579700" cy="446400"/>
          </a:xfrm>
          <a:prstGeom prst="rect">
            <a:avLst/>
          </a:prstGeom>
          <a:noFill/>
          <a:ln>
            <a:noFill/>
          </a:ln>
        </p:spPr>
        <p:txBody>
          <a:bodyPr anchorCtr="0" anchor="t" bIns="121900" lIns="121900" spcFirstLastPara="1" rIns="121900" wrap="square" tIns="121900">
            <a:spAutoFit/>
          </a:bodyPr>
          <a:lstStyle/>
          <a:p>
            <a:pPr indent="0" lvl="0" marL="0" marR="0" rtl="0" algn="l">
              <a:lnSpc>
                <a:spcPct val="100000"/>
              </a:lnSpc>
              <a:spcBef>
                <a:spcPts val="0"/>
              </a:spcBef>
              <a:spcAft>
                <a:spcPts val="0"/>
              </a:spcAft>
              <a:buClr>
                <a:srgbClr val="000000"/>
              </a:buClr>
              <a:buSzPts val="1300"/>
              <a:buFont typeface="Arial"/>
              <a:buNone/>
            </a:pPr>
            <a:r>
              <a:rPr b="0" i="0" lang="en-US" sz="1300" u="none" cap="none" strike="noStrike">
                <a:solidFill>
                  <a:schemeClr val="lt1"/>
                </a:solidFill>
                <a:latin typeface="Roboto Medium"/>
                <a:ea typeface="Roboto Medium"/>
                <a:cs typeface="Roboto Medium"/>
                <a:sym typeface="Roboto Medium"/>
              </a:rPr>
              <a:t>www.codemithra.com</a:t>
            </a:r>
            <a:endParaRPr b="0" i="0" sz="1300" u="none" cap="none" strike="noStrike">
              <a:solidFill>
                <a:schemeClr val="lt1"/>
              </a:solidFill>
              <a:latin typeface="Roboto Medium"/>
              <a:ea typeface="Roboto Medium"/>
              <a:cs typeface="Roboto Medium"/>
              <a:sym typeface="Roboto Medium"/>
            </a:endParaRPr>
          </a:p>
        </p:txBody>
      </p:sp>
      <p:cxnSp>
        <p:nvCxnSpPr>
          <p:cNvPr id="361" name="Google Shape;361;g2e22fa3ebca_0_57"/>
          <p:cNvCxnSpPr/>
          <p:nvPr/>
        </p:nvCxnSpPr>
        <p:spPr>
          <a:xfrm rot="10800000">
            <a:off x="6888833" y="6146967"/>
            <a:ext cx="0" cy="399900"/>
          </a:xfrm>
          <a:prstGeom prst="straightConnector1">
            <a:avLst/>
          </a:prstGeom>
          <a:noFill/>
          <a:ln cap="flat" cmpd="sng" w="9525">
            <a:solidFill>
              <a:schemeClr val="lt1"/>
            </a:solidFill>
            <a:prstDash val="solid"/>
            <a:round/>
            <a:headEnd len="sm" w="sm" type="none"/>
            <a:tailEnd len="sm" w="sm" type="none"/>
          </a:ln>
        </p:spPr>
      </p:cxn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2024-05-27T06:27:21Z</dcterms:created>
  <dc:creator>poojaramaraj71@gmail.com</dc:creator>
</cp:coreProperties>
</file>