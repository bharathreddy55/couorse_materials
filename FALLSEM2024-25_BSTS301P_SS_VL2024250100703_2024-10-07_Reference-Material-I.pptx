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69" r:id="rId3"/>
  </p:sldMasterIdLst>
  <p:notesMasterIdLst>
    <p:notesMasterId r:id="rId14"/>
  </p:notesMasterIdLst>
  <p:sldIdLst>
    <p:sldId id="256" r:id="rId4"/>
    <p:sldId id="257" r:id="rId5"/>
    <p:sldId id="258" r:id="rId6"/>
    <p:sldId id="304" r:id="rId7"/>
    <p:sldId id="305" r:id="rId8"/>
    <p:sldId id="259" r:id="rId9"/>
    <p:sldId id="260" r:id="rId10"/>
    <p:sldId id="261" r:id="rId11"/>
    <p:sldId id="262" r:id="rId12"/>
    <p:sldId id="303" r:id="rId1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iHiSzDa0vTNjS1xHGCbJH/tB5Z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pos="454"/>
        <p:guide orient="horz" pos="2755"/>
        <p:guide orient="horz" pos="907"/>
        <p:guide pos="5272"/>
        <p:guide orient="horz" pos="737"/>
        <p:guide orient="horz" pos="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6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66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2909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9370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1834e442a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2f1834e442a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1834e442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2f1834e442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4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2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" name="Google Shape;104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1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1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3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1834e442a_2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g2f1834e442a_2_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" name="Google Shape;92;p2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1" name="Google Shape;14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2" name="Google Shape;14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1" name="Google Shape;15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3"/>
          <p:cNvSpPr txBox="1"/>
          <p:nvPr/>
        </p:nvSpPr>
        <p:spPr>
          <a:xfrm>
            <a:off x="163133" y="1771546"/>
            <a:ext cx="4690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MOVE HYPHEN</a:t>
            </a:r>
            <a:endParaRPr lang="en-US" sz="32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THE BEGINNING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C695670D-3A05-7DEA-25A2-28375B5E0A0E}"/>
              </a:ext>
            </a:extLst>
          </p:cNvPr>
          <p:cNvSpPr/>
          <p:nvPr/>
        </p:nvSpPr>
        <p:spPr>
          <a:xfrm>
            <a:off x="2111250" y="387277"/>
            <a:ext cx="49215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MOVE HYPHEN TO THE BEGINNING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1;p3">
            <a:extLst>
              <a:ext uri="{FF2B5EF4-FFF2-40B4-BE49-F238E27FC236}">
                <a16:creationId xmlns:a16="http://schemas.microsoft.com/office/drawing/2014/main" id="{E9FB6F3F-151E-88CF-3BAB-376FCAFE9B18}"/>
              </a:ext>
            </a:extLst>
          </p:cNvPr>
          <p:cNvSpPr/>
          <p:nvPr/>
        </p:nvSpPr>
        <p:spPr>
          <a:xfrm>
            <a:off x="578787" y="1359426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You are given a string that has set of words and hyphens.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72;p3">
            <a:extLst>
              <a:ext uri="{FF2B5EF4-FFF2-40B4-BE49-F238E27FC236}">
                <a16:creationId xmlns:a16="http://schemas.microsoft.com/office/drawing/2014/main" id="{F535BED7-6608-6E4E-90F2-19066D1743A3}"/>
              </a:ext>
            </a:extLst>
          </p:cNvPr>
          <p:cNvSpPr/>
          <p:nvPr/>
        </p:nvSpPr>
        <p:spPr>
          <a:xfrm>
            <a:off x="579937" y="1848701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Write a program to move all hyphens to front of string.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73;p3">
            <a:extLst>
              <a:ext uri="{FF2B5EF4-FFF2-40B4-BE49-F238E27FC236}">
                <a16:creationId xmlns:a16="http://schemas.microsoft.com/office/drawing/2014/main" id="{E6C30DD6-8A98-1703-1844-BAFA2BDAC115}"/>
              </a:ext>
            </a:extLst>
          </p:cNvPr>
          <p:cNvSpPr/>
          <p:nvPr/>
        </p:nvSpPr>
        <p:spPr>
          <a:xfrm>
            <a:off x="581087" y="2337976"/>
            <a:ext cx="796822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 condition is that you have to do it by traversing the string only once.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4;p3">
            <a:extLst>
              <a:ext uri="{FF2B5EF4-FFF2-40B4-BE49-F238E27FC236}">
                <a16:creationId xmlns:a16="http://schemas.microsoft.com/office/drawing/2014/main" id="{4F2D486A-D551-ABF4-7913-F8D621C8ED13}"/>
              </a:ext>
            </a:extLst>
          </p:cNvPr>
          <p:cNvSpPr/>
          <p:nvPr/>
        </p:nvSpPr>
        <p:spPr>
          <a:xfrm>
            <a:off x="579937" y="3271826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Examples 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5;p3">
            <a:extLst>
              <a:ext uri="{FF2B5EF4-FFF2-40B4-BE49-F238E27FC236}">
                <a16:creationId xmlns:a16="http://schemas.microsoft.com/office/drawing/2014/main" id="{38E46903-E9A6-8C4C-9DEC-D4F722F853C0}"/>
              </a:ext>
            </a:extLst>
          </p:cNvPr>
          <p:cNvSpPr/>
          <p:nvPr/>
        </p:nvSpPr>
        <p:spPr>
          <a:xfrm>
            <a:off x="581089" y="3802351"/>
            <a:ext cx="212773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“hello-world-”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76;p3">
            <a:extLst>
              <a:ext uri="{FF2B5EF4-FFF2-40B4-BE49-F238E27FC236}">
                <a16:creationId xmlns:a16="http://schemas.microsoft.com/office/drawing/2014/main" id="{0C351ADD-5BBB-4C03-843D-EBA68A1237A0}"/>
              </a:ext>
            </a:extLst>
          </p:cNvPr>
          <p:cNvSpPr/>
          <p:nvPr/>
        </p:nvSpPr>
        <p:spPr>
          <a:xfrm>
            <a:off x="2651613" y="3803501"/>
            <a:ext cx="9372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becomes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77;p3">
            <a:extLst>
              <a:ext uri="{FF2B5EF4-FFF2-40B4-BE49-F238E27FC236}">
                <a16:creationId xmlns:a16="http://schemas.microsoft.com/office/drawing/2014/main" id="{D39E56AC-ED12-AFEB-6F08-53DA497E5EA3}"/>
              </a:ext>
            </a:extLst>
          </p:cNvPr>
          <p:cNvSpPr/>
          <p:nvPr/>
        </p:nvSpPr>
        <p:spPr>
          <a:xfrm>
            <a:off x="3684013" y="3804651"/>
            <a:ext cx="182301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“--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helloworld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78;p3">
            <a:extLst>
              <a:ext uri="{FF2B5EF4-FFF2-40B4-BE49-F238E27FC236}">
                <a16:creationId xmlns:a16="http://schemas.microsoft.com/office/drawing/2014/main" id="{A842DB0C-4405-07F6-F4EC-BB26B3BD5209}"/>
              </a:ext>
            </a:extLst>
          </p:cNvPr>
          <p:cNvSpPr/>
          <p:nvPr/>
        </p:nvSpPr>
        <p:spPr>
          <a:xfrm>
            <a:off x="582239" y="4236626"/>
            <a:ext cx="212773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“I - love--Java”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79;p3">
            <a:extLst>
              <a:ext uri="{FF2B5EF4-FFF2-40B4-BE49-F238E27FC236}">
                <a16:creationId xmlns:a16="http://schemas.microsoft.com/office/drawing/2014/main" id="{28D7F6A5-5CB0-931E-9284-24F9793036A6}"/>
              </a:ext>
            </a:extLst>
          </p:cNvPr>
          <p:cNvSpPr/>
          <p:nvPr/>
        </p:nvSpPr>
        <p:spPr>
          <a:xfrm>
            <a:off x="2652763" y="4237776"/>
            <a:ext cx="9372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becomes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80;p3">
            <a:extLst>
              <a:ext uri="{FF2B5EF4-FFF2-40B4-BE49-F238E27FC236}">
                <a16:creationId xmlns:a16="http://schemas.microsoft.com/office/drawing/2014/main" id="{3F070DB4-F7A3-0A9D-461C-CB224971EBD7}"/>
              </a:ext>
            </a:extLst>
          </p:cNvPr>
          <p:cNvSpPr/>
          <p:nvPr/>
        </p:nvSpPr>
        <p:spPr>
          <a:xfrm>
            <a:off x="3685163" y="4238926"/>
            <a:ext cx="241312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“---I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loveJava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;p4">
            <a:extLst>
              <a:ext uri="{FF2B5EF4-FFF2-40B4-BE49-F238E27FC236}">
                <a16:creationId xmlns:a16="http://schemas.microsoft.com/office/drawing/2014/main" id="{BBE50476-D58C-A781-72C4-B43284809CB9}"/>
              </a:ext>
            </a:extLst>
          </p:cNvPr>
          <p:cNvSpPr/>
          <p:nvPr/>
        </p:nvSpPr>
        <p:spPr>
          <a:xfrm>
            <a:off x="2250600" y="375085"/>
            <a:ext cx="4642800" cy="449400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MOVE HYPHEN TO THE BEGINNING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7;p4">
            <a:extLst>
              <a:ext uri="{FF2B5EF4-FFF2-40B4-BE49-F238E27FC236}">
                <a16:creationId xmlns:a16="http://schemas.microsoft.com/office/drawing/2014/main" id="{93EBD309-C0C0-5EAE-D4EA-136DC3F1762E}"/>
              </a:ext>
            </a:extLst>
          </p:cNvPr>
          <p:cNvSpPr/>
          <p:nvPr/>
        </p:nvSpPr>
        <p:spPr>
          <a:xfrm>
            <a:off x="578787" y="824485"/>
            <a:ext cx="3843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Approach-1 :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0;p4">
            <a:extLst>
              <a:ext uri="{FF2B5EF4-FFF2-40B4-BE49-F238E27FC236}">
                <a16:creationId xmlns:a16="http://schemas.microsoft.com/office/drawing/2014/main" id="{C79D3757-285B-4280-4943-7021DFEF1572}"/>
              </a:ext>
            </a:extLst>
          </p:cNvPr>
          <p:cNvSpPr/>
          <p:nvPr/>
        </p:nvSpPr>
        <p:spPr>
          <a:xfrm>
            <a:off x="4571997" y="826426"/>
            <a:ext cx="15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Using Swap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8;p4">
            <a:extLst>
              <a:ext uri="{FF2B5EF4-FFF2-40B4-BE49-F238E27FC236}">
                <a16:creationId xmlns:a16="http://schemas.microsoft.com/office/drawing/2014/main" id="{CF428821-1D46-63C7-E1C4-1908600BD6C7}"/>
              </a:ext>
            </a:extLst>
          </p:cNvPr>
          <p:cNvSpPr/>
          <p:nvPr/>
        </p:nvSpPr>
        <p:spPr>
          <a:xfrm>
            <a:off x="578787" y="1359426"/>
            <a:ext cx="796822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 two indices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j for traversals from beginning to end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9;p4">
            <a:extLst>
              <a:ext uri="{FF2B5EF4-FFF2-40B4-BE49-F238E27FC236}">
                <a16:creationId xmlns:a16="http://schemas.microsoft.com/office/drawing/2014/main" id="{51D5F200-14DB-E25F-56E2-BA887BAED132}"/>
              </a:ext>
            </a:extLst>
          </p:cNvPr>
          <p:cNvSpPr/>
          <p:nvPr/>
        </p:nvSpPr>
        <p:spPr>
          <a:xfrm>
            <a:off x="581087" y="2262351"/>
            <a:ext cx="796822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2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the current index contains hyphen, swap chars in index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with index j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1;p4">
            <a:extLst>
              <a:ext uri="{FF2B5EF4-FFF2-40B4-BE49-F238E27FC236}">
                <a16:creationId xmlns:a16="http://schemas.microsoft.com/office/drawing/2014/main" id="{747B3508-09AA-25BD-8C62-F0F7D3530AD7}"/>
              </a:ext>
            </a:extLst>
          </p:cNvPr>
          <p:cNvSpPr/>
          <p:nvPr/>
        </p:nvSpPr>
        <p:spPr>
          <a:xfrm>
            <a:off x="582237" y="3226001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3"/>
            </a:pP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Decrement the value by 1 and continue the advancement of j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2;p4">
            <a:extLst>
              <a:ext uri="{FF2B5EF4-FFF2-40B4-BE49-F238E27FC236}">
                <a16:creationId xmlns:a16="http://schemas.microsoft.com/office/drawing/2014/main" id="{7835E387-3289-AEC6-190C-0BB9ADA51423}"/>
              </a:ext>
            </a:extLst>
          </p:cNvPr>
          <p:cNvSpPr/>
          <p:nvPr/>
        </p:nvSpPr>
        <p:spPr>
          <a:xfrm>
            <a:off x="583387" y="3839026"/>
            <a:ext cx="796822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4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At the end of this method, all hyphens will bubble up to the beginning.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2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1;p5">
            <a:extLst>
              <a:ext uri="{FF2B5EF4-FFF2-40B4-BE49-F238E27FC236}">
                <a16:creationId xmlns:a16="http://schemas.microsoft.com/office/drawing/2014/main" id="{F36427C2-097C-A12E-BDAF-000F7657B2E0}"/>
              </a:ext>
            </a:extLst>
          </p:cNvPr>
          <p:cNvSpPr/>
          <p:nvPr/>
        </p:nvSpPr>
        <p:spPr>
          <a:xfrm>
            <a:off x="2111250" y="362893"/>
            <a:ext cx="4921500" cy="449400"/>
          </a:xfrm>
          <a:prstGeom prst="roundRect">
            <a:avLst>
              <a:gd name="adj" fmla="val 32812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MOVE HYPHEN TO THE BEGINNING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Google Shape;100;p5">
            <a:extLst>
              <a:ext uri="{FF2B5EF4-FFF2-40B4-BE49-F238E27FC236}">
                <a16:creationId xmlns:a16="http://schemas.microsoft.com/office/drawing/2014/main" id="{B18DD298-5735-5EDD-798A-FE49FE39F4E6}"/>
              </a:ext>
            </a:extLst>
          </p:cNvPr>
          <p:cNvGraphicFramePr/>
          <p:nvPr/>
        </p:nvGraphicFramePr>
        <p:xfrm>
          <a:off x="275104" y="1199076"/>
          <a:ext cx="8593800" cy="3357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51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EthCode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static void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moveSpaceInFront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(char str[])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Traverse from end and swap hyphens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str.length-1;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for (int j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j &gt;= 0; j--)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if (str[j] != '-')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char c = str[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str[j];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str[j] = c;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public static void main(String[]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args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char str[] = "Code- 4 -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lyf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".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toCharArray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moveSpaceInFront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(str);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System.out.println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String.valueOf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(str));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063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07;p6">
            <a:extLst>
              <a:ext uri="{FF2B5EF4-FFF2-40B4-BE49-F238E27FC236}">
                <a16:creationId xmlns:a16="http://schemas.microsoft.com/office/drawing/2014/main" id="{D3207C9B-7FC1-9C62-486C-523F8006F797}"/>
              </a:ext>
            </a:extLst>
          </p:cNvPr>
          <p:cNvSpPr/>
          <p:nvPr/>
        </p:nvSpPr>
        <p:spPr>
          <a:xfrm>
            <a:off x="2179890" y="392650"/>
            <a:ext cx="49215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MOVE HYPHEN TO THE BEGINNING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08;p6">
            <a:extLst>
              <a:ext uri="{FF2B5EF4-FFF2-40B4-BE49-F238E27FC236}">
                <a16:creationId xmlns:a16="http://schemas.microsoft.com/office/drawing/2014/main" id="{CDEA8832-3FE4-CFD3-8DB6-3E0C93CC47DB}"/>
              </a:ext>
            </a:extLst>
          </p:cNvPr>
          <p:cNvSpPr/>
          <p:nvPr/>
        </p:nvSpPr>
        <p:spPr>
          <a:xfrm>
            <a:off x="587850" y="1068814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Complexity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09;p6">
            <a:extLst>
              <a:ext uri="{FF2B5EF4-FFF2-40B4-BE49-F238E27FC236}">
                <a16:creationId xmlns:a16="http://schemas.microsoft.com/office/drawing/2014/main" id="{A45A48BB-7653-0811-E2C1-D9A9183B836A}"/>
              </a:ext>
            </a:extLst>
          </p:cNvPr>
          <p:cNvSpPr/>
          <p:nvPr/>
        </p:nvSpPr>
        <p:spPr>
          <a:xfrm>
            <a:off x="577637" y="1626401"/>
            <a:ext cx="38431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Time Complexity 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10;p6">
            <a:extLst>
              <a:ext uri="{FF2B5EF4-FFF2-40B4-BE49-F238E27FC236}">
                <a16:creationId xmlns:a16="http://schemas.microsoft.com/office/drawing/2014/main" id="{43B5190E-79D5-2D77-2300-A7D26C356409}"/>
              </a:ext>
            </a:extLst>
          </p:cNvPr>
          <p:cNvSpPr/>
          <p:nvPr/>
        </p:nvSpPr>
        <p:spPr>
          <a:xfrm>
            <a:off x="4510122" y="1627551"/>
            <a:ext cx="39807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11;p6">
            <a:extLst>
              <a:ext uri="{FF2B5EF4-FFF2-40B4-BE49-F238E27FC236}">
                <a16:creationId xmlns:a16="http://schemas.microsoft.com/office/drawing/2014/main" id="{4FD90BB0-414D-774D-DBE2-CAE2B9062B77}"/>
              </a:ext>
            </a:extLst>
          </p:cNvPr>
          <p:cNvSpPr/>
          <p:nvPr/>
        </p:nvSpPr>
        <p:spPr>
          <a:xfrm>
            <a:off x="578787" y="2321926"/>
            <a:ext cx="38431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Auxiliary Space 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12;p6">
            <a:extLst>
              <a:ext uri="{FF2B5EF4-FFF2-40B4-BE49-F238E27FC236}">
                <a16:creationId xmlns:a16="http://schemas.microsoft.com/office/drawing/2014/main" id="{410B11F1-2D73-F625-22D3-5841836A9C08}"/>
              </a:ext>
            </a:extLst>
          </p:cNvPr>
          <p:cNvSpPr/>
          <p:nvPr/>
        </p:nvSpPr>
        <p:spPr>
          <a:xfrm>
            <a:off x="4511272" y="2323076"/>
            <a:ext cx="39807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O(1)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8;p7">
            <a:extLst>
              <a:ext uri="{FF2B5EF4-FFF2-40B4-BE49-F238E27FC236}">
                <a16:creationId xmlns:a16="http://schemas.microsoft.com/office/drawing/2014/main" id="{E2952FC3-8381-24BD-CC8B-79D3FE642592}"/>
              </a:ext>
            </a:extLst>
          </p:cNvPr>
          <p:cNvSpPr/>
          <p:nvPr/>
        </p:nvSpPr>
        <p:spPr>
          <a:xfrm>
            <a:off x="2361300" y="430514"/>
            <a:ext cx="4421400" cy="449400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MOVE HYPHEN TO THE BEGINNING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9;p7">
            <a:extLst>
              <a:ext uri="{FF2B5EF4-FFF2-40B4-BE49-F238E27FC236}">
                <a16:creationId xmlns:a16="http://schemas.microsoft.com/office/drawing/2014/main" id="{944F9DF0-B924-E01C-22E7-E0A6228B52AC}"/>
              </a:ext>
            </a:extLst>
          </p:cNvPr>
          <p:cNvSpPr/>
          <p:nvPr/>
        </p:nvSpPr>
        <p:spPr>
          <a:xfrm>
            <a:off x="587912" y="926751"/>
            <a:ext cx="3843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Approach-2 :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22;p7">
            <a:extLst>
              <a:ext uri="{FF2B5EF4-FFF2-40B4-BE49-F238E27FC236}">
                <a16:creationId xmlns:a16="http://schemas.microsoft.com/office/drawing/2014/main" id="{472B40FA-F991-B5D1-5F95-E50A861B1571}"/>
              </a:ext>
            </a:extLst>
          </p:cNvPr>
          <p:cNvSpPr/>
          <p:nvPr/>
        </p:nvSpPr>
        <p:spPr>
          <a:xfrm>
            <a:off x="4526522" y="926751"/>
            <a:ext cx="2048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 Using Swap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0;p7">
            <a:extLst>
              <a:ext uri="{FF2B5EF4-FFF2-40B4-BE49-F238E27FC236}">
                <a16:creationId xmlns:a16="http://schemas.microsoft.com/office/drawing/2014/main" id="{B9380BF7-30ED-6C38-056C-75118D990DB5}"/>
              </a:ext>
            </a:extLst>
          </p:cNvPr>
          <p:cNvSpPr/>
          <p:nvPr/>
        </p:nvSpPr>
        <p:spPr>
          <a:xfrm>
            <a:off x="581087" y="1596351"/>
            <a:ext cx="7968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idea is to copy all characters except hyphen to the end of the list.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21;p7">
            <a:extLst>
              <a:ext uri="{FF2B5EF4-FFF2-40B4-BE49-F238E27FC236}">
                <a16:creationId xmlns:a16="http://schemas.microsoft.com/office/drawing/2014/main" id="{A71FF353-6C23-3D9F-4D2A-9FC898FFDA8E}"/>
              </a:ext>
            </a:extLst>
          </p:cNvPr>
          <p:cNvSpPr/>
          <p:nvPr/>
        </p:nvSpPr>
        <p:spPr>
          <a:xfrm>
            <a:off x="587900" y="2755501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2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Finally, Hyphens are to the beginning of the string.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f1834e442a_2_7"/>
          <p:cNvSpPr txBox="1"/>
          <p:nvPr/>
        </p:nvSpPr>
        <p:spPr>
          <a:xfrm>
            <a:off x="7189450" y="43534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 dirty="0">
                <a:solidFill>
                  <a:schemeClr val="dk1"/>
                </a:solidFill>
              </a:rPr>
              <a:t>D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1;p8">
            <a:extLst>
              <a:ext uri="{FF2B5EF4-FFF2-40B4-BE49-F238E27FC236}">
                <a16:creationId xmlns:a16="http://schemas.microsoft.com/office/drawing/2014/main" id="{7883762A-8FE8-7B68-01FA-199BA58E16A1}"/>
              </a:ext>
            </a:extLst>
          </p:cNvPr>
          <p:cNvSpPr/>
          <p:nvPr/>
        </p:nvSpPr>
        <p:spPr>
          <a:xfrm>
            <a:off x="2111250" y="495900"/>
            <a:ext cx="4921500" cy="449400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MOVE HYPHEN TO THE BEGINNING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Google Shape;130;p8">
            <a:extLst>
              <a:ext uri="{FF2B5EF4-FFF2-40B4-BE49-F238E27FC236}">
                <a16:creationId xmlns:a16="http://schemas.microsoft.com/office/drawing/2014/main" id="{9A9CB327-EB0F-E03C-0ED2-9795826C4F8C}"/>
              </a:ext>
            </a:extLst>
          </p:cNvPr>
          <p:cNvGraphicFramePr/>
          <p:nvPr/>
        </p:nvGraphicFramePr>
        <p:xfrm>
          <a:off x="275104" y="1256476"/>
          <a:ext cx="8593800" cy="3509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51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EthCode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static void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moveSpaceInFront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(char str[])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// Keep copying non-space characters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int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str.length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- 1;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for (int j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j &gt;= 0; j--)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if (str[j] != ' ')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str[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--] = str[j];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// Move spaces to be beginning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while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&gt;= 0)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str[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--] = ' ';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public static void main(String[]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args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char str[] = "Code- 4 -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lyf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".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toCharArray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moveSpaceInFront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(str);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System.out.println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String.valueOf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(str));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7;p9">
            <a:extLst>
              <a:ext uri="{FF2B5EF4-FFF2-40B4-BE49-F238E27FC236}">
                <a16:creationId xmlns:a16="http://schemas.microsoft.com/office/drawing/2014/main" id="{13C258FC-7969-772B-3C91-BFA606A6D042}"/>
              </a:ext>
            </a:extLst>
          </p:cNvPr>
          <p:cNvSpPr/>
          <p:nvPr/>
        </p:nvSpPr>
        <p:spPr>
          <a:xfrm>
            <a:off x="2111250" y="477192"/>
            <a:ext cx="4921500" cy="449400"/>
          </a:xfrm>
          <a:prstGeom prst="roundRect">
            <a:avLst>
              <a:gd name="adj" fmla="val 36461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MOVE HYPHEN TO THE BEGINNING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38;p9">
            <a:extLst>
              <a:ext uri="{FF2B5EF4-FFF2-40B4-BE49-F238E27FC236}">
                <a16:creationId xmlns:a16="http://schemas.microsoft.com/office/drawing/2014/main" id="{6D1D7FC4-F190-0839-5C13-C7B8FD18FD77}"/>
              </a:ext>
            </a:extLst>
          </p:cNvPr>
          <p:cNvSpPr/>
          <p:nvPr/>
        </p:nvSpPr>
        <p:spPr>
          <a:xfrm>
            <a:off x="643262" y="1068826"/>
            <a:ext cx="7968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Complexity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39;p9">
            <a:extLst>
              <a:ext uri="{FF2B5EF4-FFF2-40B4-BE49-F238E27FC236}">
                <a16:creationId xmlns:a16="http://schemas.microsoft.com/office/drawing/2014/main" id="{D9C3DC48-4920-3321-DCE9-C9EDF27EF20E}"/>
              </a:ext>
            </a:extLst>
          </p:cNvPr>
          <p:cNvSpPr/>
          <p:nvPr/>
        </p:nvSpPr>
        <p:spPr>
          <a:xfrm>
            <a:off x="577637" y="1626401"/>
            <a:ext cx="38431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Time Complexity 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40;p9">
            <a:extLst>
              <a:ext uri="{FF2B5EF4-FFF2-40B4-BE49-F238E27FC236}">
                <a16:creationId xmlns:a16="http://schemas.microsoft.com/office/drawing/2014/main" id="{3EF09D3D-4BEA-3A2F-9D89-74D3B43DF8BB}"/>
              </a:ext>
            </a:extLst>
          </p:cNvPr>
          <p:cNvSpPr/>
          <p:nvPr/>
        </p:nvSpPr>
        <p:spPr>
          <a:xfrm>
            <a:off x="4510122" y="1627551"/>
            <a:ext cx="39807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1;p9">
            <a:extLst>
              <a:ext uri="{FF2B5EF4-FFF2-40B4-BE49-F238E27FC236}">
                <a16:creationId xmlns:a16="http://schemas.microsoft.com/office/drawing/2014/main" id="{6A24D725-3EA2-FF01-B963-50E2FB33C81F}"/>
              </a:ext>
            </a:extLst>
          </p:cNvPr>
          <p:cNvSpPr/>
          <p:nvPr/>
        </p:nvSpPr>
        <p:spPr>
          <a:xfrm>
            <a:off x="578787" y="2321926"/>
            <a:ext cx="38431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Auxiliary Space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42;p9">
            <a:extLst>
              <a:ext uri="{FF2B5EF4-FFF2-40B4-BE49-F238E27FC236}">
                <a16:creationId xmlns:a16="http://schemas.microsoft.com/office/drawing/2014/main" id="{D79A855E-DBFA-CD08-9F0A-E4CA4E124A03}"/>
              </a:ext>
            </a:extLst>
          </p:cNvPr>
          <p:cNvSpPr/>
          <p:nvPr/>
        </p:nvSpPr>
        <p:spPr>
          <a:xfrm>
            <a:off x="4511272" y="2323076"/>
            <a:ext cx="39807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O(1)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462" name="Google Shape;462;p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3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5" name="Google Shape;465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6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6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0" name="Google Shape;470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6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591</Words>
  <Application>Microsoft Office PowerPoint</Application>
  <PresentationFormat>On-screen Show (16:9)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</vt:lpstr>
      <vt:lpstr>Noto Sans Symbols</vt:lpstr>
      <vt:lpstr>Arial</vt:lpstr>
      <vt:lpstr>Consolas</vt:lpstr>
      <vt:lpstr>Simple Light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  <cp:lastModifiedBy>dheebanrajips@gmail.com</cp:lastModifiedBy>
  <cp:revision>2</cp:revision>
  <dcterms:created xsi:type="dcterms:W3CDTF">2022-10-05T06:20:26Z</dcterms:created>
  <dcterms:modified xsi:type="dcterms:W3CDTF">2024-09-02T08:47:50Z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5AF2CBCEB9C44D759E6C7127A2DBAAD4</vt:lpwstr>
  </property>
  <property fmtid="{D5CDD505-2E9C-101B-9397-08002B2CF9AE}" pid="3" name="KSOProductBuildVer">
    <vt:lpwstr>1033-11.2.0.11341</vt:lpwstr>
  </property>
</Properties>
</file>